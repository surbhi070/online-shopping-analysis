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8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9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10.xml" ContentType="application/vnd.openxmlformats-officedocument.presentationml.notesSlide+xml"/>
  <Override PartName="/ppt/charts/chartEx1.xml" ContentType="application/vnd.ms-office.chartex+xml"/>
  <Override PartName="/ppt/charts/style8.xml" ContentType="application/vnd.ms-office.chartstyle+xml"/>
  <Override PartName="/ppt/charts/colors8.xml" ContentType="application/vnd.ms-office.chartcolorstyl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</p:sldIdLst>
  <p:sldSz cx="9144000" cy="5143500" type="screen16x9"/>
  <p:notesSz cx="6858000" cy="9144000"/>
  <p:embeddedFontLst>
    <p:embeddedFont>
      <p:font typeface="Abel" panose="02000506030000020004" pitchFamily="2" charset="0"/>
      <p:regular r:id="rId15"/>
    </p:embeddedFont>
    <p:embeddedFont>
      <p:font typeface="BankGothic Lt BT" panose="020B0607020203060204" pitchFamily="34" charset="0"/>
      <p:regular r:id="rId16"/>
    </p:embeddedFont>
    <p:embeddedFont>
      <p:font typeface="Fira Sans Extra Condensed Medium" panose="020B0604020202020204" charset="0"/>
      <p:regular r:id="rId17"/>
      <p:bold r:id="rId18"/>
      <p:italic r:id="rId19"/>
      <p:boldItalic r:id="rId20"/>
    </p:embeddedFont>
    <p:embeddedFont>
      <p:font typeface="Nunito Light" pitchFamily="2" charset="0"/>
      <p:regular r:id="rId21"/>
      <p:italic r:id="rId22"/>
    </p:embeddedFont>
    <p:embeddedFont>
      <p:font typeface="Questrial" pitchFamily="2" charset="0"/>
      <p:regular r:id="rId23"/>
    </p:embeddedFont>
    <p:embeddedFont>
      <p:font typeface="Swis721 BdCnOul BT" panose="04020704030B03040203" pitchFamily="82" charset="0"/>
      <p:regular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07A4D6A-CA90-48B3-B3E2-414538F10D74}">
  <a:tblStyle styleId="{407A4D6A-CA90-48B3-B3E2-414538F10D7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93" d="100"/>
          <a:sy n="93" d="100"/>
        </p:scale>
        <p:origin x="726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bff5740f6531479a/projectttttt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bff5740f6531479a/projecttttttt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bff5740f6531479a/projecttttttt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bff5740f6531479a/projecttttttt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bff5740f6531479a/projecttttttt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bff5740f6531479a/projecttttttt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bff5740f6531479a/projecttttttt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8.xml"/><Relationship Id="rId2" Type="http://schemas.microsoft.com/office/2011/relationships/chartStyle" Target="style8.xml"/><Relationship Id="rId1" Type="http://schemas.openxmlformats.org/officeDocument/2006/relationships/oleObject" Target="https://d.docs.live.net/bff5740f6531479a/projecttttttt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[projecttttttt.xlsx]q1!PivotTable1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cap="none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Customer Lifetime Value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cap="none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noFill/>
          <a:ln w="9525" cap="flat" cmpd="sng" algn="ctr">
            <a:solidFill>
              <a:schemeClr val="accent2"/>
            </a:solidFill>
            <a:miter lim="800000"/>
          </a:ln>
          <a:effectLst>
            <a:glow rad="63500">
              <a:schemeClr val="accent2">
                <a:satMod val="175000"/>
                <a:alpha val="25000"/>
              </a:schemeClr>
            </a:glo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noFill/>
          <a:ln w="9525" cap="flat" cmpd="sng" algn="ctr">
            <a:solidFill>
              <a:schemeClr val="accent2"/>
            </a:solidFill>
            <a:miter lim="800000"/>
          </a:ln>
          <a:effectLst>
            <a:glow rad="63500">
              <a:schemeClr val="accent2">
                <a:satMod val="175000"/>
                <a:alpha val="25000"/>
              </a:schemeClr>
            </a:glo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noFill/>
          <a:ln w="9525" cap="flat" cmpd="sng" algn="ctr">
            <a:solidFill>
              <a:schemeClr val="accent2"/>
            </a:solidFill>
            <a:miter lim="800000"/>
          </a:ln>
          <a:effectLst>
            <a:glow rad="63500">
              <a:schemeClr val="accent2">
                <a:satMod val="175000"/>
                <a:alpha val="25000"/>
              </a:schemeClr>
            </a:glo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noFill/>
          <a:ln w="9525" cap="flat" cmpd="sng" algn="ctr">
            <a:solidFill>
              <a:schemeClr val="accent2"/>
            </a:solidFill>
            <a:miter lim="800000"/>
          </a:ln>
          <a:effectLst>
            <a:glow rad="63500">
              <a:schemeClr val="accent2">
                <a:satMod val="175000"/>
                <a:alpha val="25000"/>
              </a:schemeClr>
            </a:glo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noFill/>
          <a:ln w="9525" cap="flat" cmpd="sng" algn="ctr">
            <a:solidFill>
              <a:schemeClr val="accent2"/>
            </a:solidFill>
            <a:miter lim="800000"/>
          </a:ln>
          <a:effectLst>
            <a:glow rad="63500">
              <a:schemeClr val="accent2">
                <a:satMod val="175000"/>
                <a:alpha val="25000"/>
              </a:schemeClr>
            </a:glo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noFill/>
          <a:ln w="9525" cap="flat" cmpd="sng" algn="ctr">
            <a:solidFill>
              <a:schemeClr val="accent2"/>
            </a:solidFill>
            <a:miter lim="800000"/>
          </a:ln>
          <a:effectLst>
            <a:glow rad="63500">
              <a:schemeClr val="accent2">
                <a:satMod val="175000"/>
                <a:alpha val="25000"/>
              </a:schemeClr>
            </a:glo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noFill/>
          <a:ln w="9525" cap="flat" cmpd="sng" algn="ctr">
            <a:solidFill>
              <a:schemeClr val="accent2"/>
            </a:solidFill>
            <a:miter lim="800000"/>
          </a:ln>
          <a:effectLst>
            <a:glow rad="63500">
              <a:schemeClr val="accent2">
                <a:satMod val="175000"/>
                <a:alpha val="25000"/>
              </a:schemeClr>
            </a:glo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noFill/>
          <a:ln w="9525" cap="flat" cmpd="sng" algn="ctr">
            <a:solidFill>
              <a:schemeClr val="accent2"/>
            </a:solidFill>
            <a:miter lim="800000"/>
          </a:ln>
          <a:effectLst>
            <a:glow rad="63500">
              <a:schemeClr val="accent2">
                <a:satMod val="175000"/>
                <a:alpha val="25000"/>
              </a:schemeClr>
            </a:glo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noFill/>
          <a:ln w="9525" cap="flat" cmpd="sng" algn="ctr">
            <a:solidFill>
              <a:schemeClr val="accent2"/>
            </a:solidFill>
            <a:miter lim="800000"/>
          </a:ln>
          <a:effectLst>
            <a:glow rad="63500">
              <a:schemeClr val="accent2">
                <a:satMod val="175000"/>
                <a:alpha val="25000"/>
              </a:schemeClr>
            </a:glo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'q1'!$B$3</c:f>
              <c:strCache>
                <c:ptCount val="1"/>
                <c:pt idx="0">
                  <c:v>Sum of CustomerID</c:v>
                </c:pt>
              </c:strCache>
            </c:strRef>
          </c:tx>
          <c:spPr>
            <a:noFill/>
            <a:ln w="9525" cap="flat" cmpd="sng" algn="ctr">
              <a:solidFill>
                <a:schemeClr val="accent2"/>
              </a:solidFill>
              <a:miter lim="800000"/>
            </a:ln>
            <a:effectLst>
              <a:glow rad="63500">
                <a:schemeClr val="accent2">
                  <a:satMod val="175000"/>
                  <a:alpha val="25000"/>
                </a:schemeClr>
              </a:glow>
            </a:effectLst>
          </c:spPr>
          <c:invertIfNegative val="0"/>
          <c:cat>
            <c:strRef>
              <c:f>'q1'!$A$4:$A$7</c:f>
              <c:strCache>
                <c:ptCount val="3"/>
                <c:pt idx="0">
                  <c:v>F</c:v>
                </c:pt>
                <c:pt idx="1">
                  <c:v>M</c:v>
                </c:pt>
                <c:pt idx="2">
                  <c:v>(blank)</c:v>
                </c:pt>
              </c:strCache>
            </c:strRef>
          </c:cat>
          <c:val>
            <c:numRef>
              <c:f>'q1'!$B$4:$B$7</c:f>
              <c:numCache>
                <c:formatCode>General</c:formatCode>
                <c:ptCount val="3"/>
                <c:pt idx="0">
                  <c:v>506730607</c:v>
                </c:pt>
                <c:pt idx="1">
                  <c:v>305478663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1A6-4050-BFB9-40A3DC479E2B}"/>
            </c:ext>
          </c:extLst>
        </c:ser>
        <c:ser>
          <c:idx val="1"/>
          <c:order val="1"/>
          <c:tx>
            <c:strRef>
              <c:f>'q1'!$C$3</c:f>
              <c:strCache>
                <c:ptCount val="1"/>
                <c:pt idx="0">
                  <c:v>Sum of Offline_Spend</c:v>
                </c:pt>
              </c:strCache>
            </c:strRef>
          </c:tx>
          <c:spPr>
            <a:noFill/>
            <a:ln w="9525" cap="flat" cmpd="sng" algn="ctr">
              <a:solidFill>
                <a:schemeClr val="accent4"/>
              </a:solidFill>
              <a:miter lim="800000"/>
            </a:ln>
            <a:effectLst>
              <a:glow rad="63500">
                <a:schemeClr val="accent4">
                  <a:satMod val="175000"/>
                  <a:alpha val="25000"/>
                </a:schemeClr>
              </a:glow>
            </a:effectLst>
          </c:spPr>
          <c:invertIfNegative val="0"/>
          <c:cat>
            <c:strRef>
              <c:f>'q1'!$A$4:$A$7</c:f>
              <c:strCache>
                <c:ptCount val="3"/>
                <c:pt idx="0">
                  <c:v>F</c:v>
                </c:pt>
                <c:pt idx="1">
                  <c:v>M</c:v>
                </c:pt>
                <c:pt idx="2">
                  <c:v>(blank)</c:v>
                </c:pt>
              </c:strCache>
            </c:strRef>
          </c:cat>
          <c:val>
            <c:numRef>
              <c:f>'q1'!$C$4:$C$7</c:f>
              <c:numCache>
                <c:formatCode>General</c:formatCode>
                <c:ptCount val="3"/>
                <c:pt idx="0">
                  <c:v>94474600</c:v>
                </c:pt>
                <c:pt idx="1">
                  <c:v>55348700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1A6-4050-BFB9-40A3DC479E2B}"/>
            </c:ext>
          </c:extLst>
        </c:ser>
        <c:ser>
          <c:idx val="2"/>
          <c:order val="2"/>
          <c:tx>
            <c:strRef>
              <c:f>'q1'!$D$3</c:f>
              <c:strCache>
                <c:ptCount val="1"/>
                <c:pt idx="0">
                  <c:v>Sum of Online_Spend</c:v>
                </c:pt>
              </c:strCache>
            </c:strRef>
          </c:tx>
          <c:spPr>
            <a:noFill/>
            <a:ln w="9525" cap="flat" cmpd="sng" algn="ctr">
              <a:solidFill>
                <a:schemeClr val="accent6"/>
              </a:solidFill>
              <a:miter lim="800000"/>
            </a:ln>
            <a:effectLst>
              <a:glow rad="63500">
                <a:schemeClr val="accent6">
                  <a:satMod val="175000"/>
                  <a:alpha val="25000"/>
                </a:schemeClr>
              </a:glow>
            </a:effectLst>
          </c:spPr>
          <c:invertIfNegative val="0"/>
          <c:cat>
            <c:strRef>
              <c:f>'q1'!$A$4:$A$7</c:f>
              <c:strCache>
                <c:ptCount val="3"/>
                <c:pt idx="0">
                  <c:v>F</c:v>
                </c:pt>
                <c:pt idx="1">
                  <c:v>M</c:v>
                </c:pt>
                <c:pt idx="2">
                  <c:v>(blank)</c:v>
                </c:pt>
              </c:strCache>
            </c:strRef>
          </c:cat>
          <c:val>
            <c:numRef>
              <c:f>'q1'!$D$4:$D$7</c:f>
              <c:numCache>
                <c:formatCode>General</c:formatCode>
                <c:ptCount val="3"/>
                <c:pt idx="0">
                  <c:v>62706916.470004208</c:v>
                </c:pt>
                <c:pt idx="1">
                  <c:v>37483990.549999669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1A6-4050-BFB9-40A3DC479E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overlap val="-50"/>
        <c:axId val="2017765384"/>
        <c:axId val="2017767432"/>
      </c:barChart>
      <c:catAx>
        <c:axId val="2017765384"/>
        <c:scaling>
          <c:orientation val="minMax"/>
        </c:scaling>
        <c:delete val="0"/>
        <c:axPos val="l"/>
        <c:majorGridlines>
          <c:spPr>
            <a:ln w="9525" cap="flat" cmpd="sng" algn="ctr">
              <a:gradFill>
                <a:gsLst>
                  <a:gs pos="0">
                    <a:schemeClr val="dk1">
                      <a:lumMod val="65000"/>
                      <a:lumOff val="35000"/>
                    </a:schemeClr>
                  </a:gs>
                  <a:gs pos="100000">
                    <a:schemeClr val="dk1">
                      <a:lumMod val="75000"/>
                      <a:lumOff val="25000"/>
                    </a:schemeClr>
                  </a:gs>
                </a:gsLst>
                <a:lin ang="108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17767432"/>
        <c:crosses val="autoZero"/>
        <c:auto val="1"/>
        <c:lblAlgn val="ctr"/>
        <c:lblOffset val="100"/>
        <c:noMultiLvlLbl val="0"/>
      </c:catAx>
      <c:valAx>
        <c:axId val="2017767432"/>
        <c:scaling>
          <c:orientation val="minMax"/>
        </c:scaling>
        <c:delete val="0"/>
        <c:axPos val="b"/>
        <c:majorGridlines>
          <c:spPr>
            <a:ln w="9525" cap="flat" cmpd="sng" algn="ctr">
              <a:gradFill>
                <a:gsLst>
                  <a:gs pos="0">
                    <a:schemeClr val="dk1">
                      <a:lumMod val="65000"/>
                      <a:lumOff val="35000"/>
                    </a:schemeClr>
                  </a:gs>
                  <a:gs pos="100000">
                    <a:schemeClr val="dk1">
                      <a:lumMod val="75000"/>
                      <a:lumOff val="25000"/>
                    </a:schemeClr>
                  </a:gs>
                </a:gsLst>
                <a:lin ang="108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17765384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>
            <a:solidFill>
              <a:schemeClr val="dk1">
                <a:lumMod val="50000"/>
                <a:lumOff val="50000"/>
              </a:schemeClr>
            </a:solidFill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>
                  <a:lumMod val="7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dk1">
        <a:lumMod val="75000"/>
        <a:lumOff val="25000"/>
      </a:schemeClr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[projecttttttt.xlsx]q2!PivotTable2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/>
              <a:t>Coupon Usage Rate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1"/>
          <c:showVal val="1"/>
          <c:showCatName val="0"/>
          <c:showSerName val="0"/>
          <c:showPercent val="1"/>
          <c:showBubbleSize val="0"/>
          <c:separator>, </c:separator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</c:pivotFmt>
      <c:pivotFmt>
        <c:idx val="5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</c:pivotFmt>
      <c:pivotFmt>
        <c:idx val="6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</c:pivotFmt>
      <c:pivotFmt>
        <c:idx val="7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</c:pivotFmt>
      <c:pivotFmt>
        <c:idx val="8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</c:pivotFmt>
      <c:pivotFmt>
        <c:idx val="9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</c:pivotFmt>
      <c:pivotFmt>
        <c:idx val="10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</c:pivotFmt>
      <c:pivotFmt>
        <c:idx val="11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</c:pivotFmt>
      <c:pivotFmt>
        <c:idx val="12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</c:pivotFmt>
      <c:pivotFmt>
        <c:idx val="13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</c:pivotFmt>
      <c:pivotFmt>
        <c:idx val="14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</c:pivotFmt>
      <c:pivotFmt>
        <c:idx val="15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</c:pivotFmt>
      <c:pivotFmt>
        <c:idx val="16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1"/>
          <c:showVal val="1"/>
          <c:showCatName val="0"/>
          <c:showSerName val="0"/>
          <c:showPercent val="1"/>
          <c:showBubbleSize val="0"/>
          <c:separator>, </c:separator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</c:pivotFmt>
      <c:pivotFmt>
        <c:idx val="18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</c:pivotFmt>
      <c:pivotFmt>
        <c:idx val="19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</c:pivotFmt>
      <c:pivotFmt>
        <c:idx val="20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</c:pivotFmt>
      <c:pivotFmt>
        <c:idx val="22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</c:pivotFmt>
      <c:pivotFmt>
        <c:idx val="23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</c:pivotFmt>
      <c:pivotFmt>
        <c:idx val="24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</c:pivotFmt>
      <c:pivotFmt>
        <c:idx val="26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</c:pivotFmt>
      <c:pivotFmt>
        <c:idx val="27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</c:pivotFmt>
      <c:pivotFmt>
        <c:idx val="28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</c:pivotFmt>
      <c:pivotFmt>
        <c:idx val="30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</c:pivotFmt>
      <c:pivotFmt>
        <c:idx val="31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</c:pivotFmt>
      <c:pivotFmt>
        <c:idx val="32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1"/>
          <c:showVal val="1"/>
          <c:showCatName val="0"/>
          <c:showSerName val="0"/>
          <c:showPercent val="1"/>
          <c:showBubbleSize val="0"/>
          <c:separator>, </c:separator>
          <c:extLst>
            <c:ext xmlns:c15="http://schemas.microsoft.com/office/drawing/2012/chart" uri="{CE6537A1-D6FC-4f65-9D91-7224C49458BB}"/>
          </c:extLst>
        </c:dLbl>
      </c:pivotFmt>
      <c:pivotFmt>
        <c:idx val="33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</c:pivotFmt>
      <c:pivotFmt>
        <c:idx val="34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</c:pivotFmt>
      <c:pivotFmt>
        <c:idx val="35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</c:pivotFmt>
      <c:pivotFmt>
        <c:idx val="36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7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</c:pivotFmt>
      <c:pivotFmt>
        <c:idx val="38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</c:pivotFmt>
      <c:pivotFmt>
        <c:idx val="39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</c:pivotFmt>
      <c:pivotFmt>
        <c:idx val="40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1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</c:pivotFmt>
      <c:pivotFmt>
        <c:idx val="42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</c:pivotFmt>
      <c:pivotFmt>
        <c:idx val="43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</c:pivotFmt>
      <c:pivotFmt>
        <c:idx val="44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5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</c:pivotFmt>
      <c:pivotFmt>
        <c:idx val="46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</c:pivotFmt>
      <c:pivotFmt>
        <c:idx val="47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</c:pivotFmt>
    </c:pivotFmts>
    <c:plotArea>
      <c:layout/>
      <c:pieChart>
        <c:varyColors val="1"/>
        <c:ser>
          <c:idx val="0"/>
          <c:order val="0"/>
          <c:tx>
            <c:strRef>
              <c:f>'q2'!$B$4:$B$5</c:f>
              <c:strCache>
                <c:ptCount val="1"/>
                <c:pt idx="0">
                  <c:v>Clicked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2">
                      <a:tint val="100000"/>
                      <a:shade val="100000"/>
                      <a:satMod val="130000"/>
                    </a:schemeClr>
                  </a:gs>
                  <a:gs pos="100000">
                    <a:schemeClr val="accent2">
                      <a:tint val="50000"/>
                      <a:shade val="100000"/>
                      <a:satMod val="350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1-2F89-4844-ABFC-BCDCAD6FA692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4">
                      <a:tint val="100000"/>
                      <a:shade val="100000"/>
                      <a:satMod val="130000"/>
                    </a:schemeClr>
                  </a:gs>
                  <a:gs pos="100000">
                    <a:schemeClr val="accent4">
                      <a:tint val="50000"/>
                      <a:shade val="100000"/>
                      <a:satMod val="350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3-2F89-4844-ABFC-BCDCAD6FA692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6">
                      <a:tint val="100000"/>
                      <a:shade val="100000"/>
                      <a:satMod val="130000"/>
                    </a:schemeClr>
                  </a:gs>
                  <a:gs pos="100000">
                    <a:schemeClr val="accent6">
                      <a:tint val="50000"/>
                      <a:shade val="100000"/>
                      <a:satMod val="350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5-2F89-4844-ABFC-BCDCAD6FA692}"/>
              </c:ext>
            </c:extLst>
          </c:dPt>
          <c:dLbls>
            <c:dLbl>
              <c:idx val="0"/>
              <c:layout>
                <c:manualLayout>
                  <c:x val="-2.4538216671395188E-2"/>
                  <c:y val="7.965994406769987E-2"/>
                </c:manualLayout>
              </c:layout>
              <c:dLblPos val="bestFit"/>
              <c:showLegendKey val="1"/>
              <c:showVal val="1"/>
              <c:showCatName val="0"/>
              <c:showSerName val="0"/>
              <c:showPercent val="1"/>
              <c:showBubbleSize val="0"/>
              <c:separator>,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F89-4844-ABFC-BCDCAD6FA692}"/>
                </c:ext>
              </c:extLst>
            </c:dLbl>
            <c:dLbl>
              <c:idx val="1"/>
              <c:layout>
                <c:manualLayout>
                  <c:x val="-4.4289732325271036E-3"/>
                  <c:y val="-3.8853491617937767E-2"/>
                </c:manualLayout>
              </c:layout>
              <c:dLblPos val="bestFit"/>
              <c:showLegendKey val="1"/>
              <c:showVal val="1"/>
              <c:showCatName val="0"/>
              <c:showSerName val="0"/>
              <c:showPercent val="1"/>
              <c:showBubbleSize val="0"/>
              <c:separator>,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F89-4844-ABFC-BCDCAD6FA69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1"/>
            <c:showVal val="1"/>
            <c:showCatName val="0"/>
            <c:showSerName val="0"/>
            <c:showPercent val="1"/>
            <c:showBubbleSize val="0"/>
            <c:separator>, </c:separator>
            <c:showLeaderLines val="1"/>
            <c:leaderLines>
              <c:spPr>
                <a:ln w="9525">
                  <a:solidFill>
                    <a:schemeClr val="lt1">
                      <a:lumMod val="95000"/>
                      <a:alpha val="54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'q2'!$A$6:$A$9</c:f>
              <c:strCache>
                <c:ptCount val="3"/>
                <c:pt idx="0">
                  <c:v>F</c:v>
                </c:pt>
                <c:pt idx="1">
                  <c:v>M</c:v>
                </c:pt>
                <c:pt idx="2">
                  <c:v>(blank)</c:v>
                </c:pt>
              </c:strCache>
            </c:strRef>
          </c:cat>
          <c:val>
            <c:numRef>
              <c:f>'q2'!$B$6:$B$9</c:f>
              <c:numCache>
                <c:formatCode>General</c:formatCode>
                <c:ptCount val="3"/>
                <c:pt idx="0">
                  <c:v>257558706</c:v>
                </c:pt>
                <c:pt idx="1">
                  <c:v>155513431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F89-4844-ABFC-BCDCAD6FA692}"/>
            </c:ext>
          </c:extLst>
        </c:ser>
        <c:ser>
          <c:idx val="1"/>
          <c:order val="1"/>
          <c:tx>
            <c:strRef>
              <c:f>'q2'!$C$4:$C$5</c:f>
              <c:strCache>
                <c:ptCount val="1"/>
                <c:pt idx="0">
                  <c:v>Not Used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2">
                      <a:tint val="100000"/>
                      <a:shade val="100000"/>
                      <a:satMod val="130000"/>
                    </a:schemeClr>
                  </a:gs>
                  <a:gs pos="100000">
                    <a:schemeClr val="accent2">
                      <a:tint val="50000"/>
                      <a:shade val="100000"/>
                      <a:satMod val="350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8-2F89-4844-ABFC-BCDCAD6FA692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4">
                      <a:tint val="100000"/>
                      <a:shade val="100000"/>
                      <a:satMod val="130000"/>
                    </a:schemeClr>
                  </a:gs>
                  <a:gs pos="100000">
                    <a:schemeClr val="accent4">
                      <a:tint val="50000"/>
                      <a:shade val="100000"/>
                      <a:satMod val="350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A-2F89-4844-ABFC-BCDCAD6FA692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6">
                      <a:tint val="100000"/>
                      <a:shade val="100000"/>
                      <a:satMod val="130000"/>
                    </a:schemeClr>
                  </a:gs>
                  <a:gs pos="100000">
                    <a:schemeClr val="accent6">
                      <a:tint val="50000"/>
                      <a:shade val="100000"/>
                      <a:satMod val="350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C-2F89-4844-ABFC-BCDCAD6FA692}"/>
              </c:ext>
            </c:extLst>
          </c:dPt>
          <c:cat>
            <c:strRef>
              <c:f>'q2'!$A$6:$A$9</c:f>
              <c:strCache>
                <c:ptCount val="3"/>
                <c:pt idx="0">
                  <c:v>F</c:v>
                </c:pt>
                <c:pt idx="1">
                  <c:v>M</c:v>
                </c:pt>
                <c:pt idx="2">
                  <c:v>(blank)</c:v>
                </c:pt>
              </c:strCache>
            </c:strRef>
          </c:cat>
          <c:val>
            <c:numRef>
              <c:f>'q2'!$C$6:$C$9</c:f>
              <c:numCache>
                <c:formatCode>General</c:formatCode>
                <c:ptCount val="3"/>
                <c:pt idx="0">
                  <c:v>77877055</c:v>
                </c:pt>
                <c:pt idx="1">
                  <c:v>46341040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2F89-4844-ABFC-BCDCAD6FA692}"/>
            </c:ext>
          </c:extLst>
        </c:ser>
        <c:ser>
          <c:idx val="2"/>
          <c:order val="2"/>
          <c:tx>
            <c:strRef>
              <c:f>'q2'!$D$4:$D$5</c:f>
              <c:strCache>
                <c:ptCount val="1"/>
                <c:pt idx="0">
                  <c:v>Used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2">
                      <a:tint val="100000"/>
                      <a:shade val="100000"/>
                      <a:satMod val="130000"/>
                    </a:schemeClr>
                  </a:gs>
                  <a:gs pos="100000">
                    <a:schemeClr val="accent2">
                      <a:tint val="50000"/>
                      <a:shade val="100000"/>
                      <a:satMod val="350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F-2F89-4844-ABFC-BCDCAD6FA692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4">
                      <a:tint val="100000"/>
                      <a:shade val="100000"/>
                      <a:satMod val="130000"/>
                    </a:schemeClr>
                  </a:gs>
                  <a:gs pos="100000">
                    <a:schemeClr val="accent4">
                      <a:tint val="50000"/>
                      <a:shade val="100000"/>
                      <a:satMod val="350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11-2F89-4844-ABFC-BCDCAD6FA692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6">
                      <a:tint val="100000"/>
                      <a:shade val="100000"/>
                      <a:satMod val="130000"/>
                    </a:schemeClr>
                  </a:gs>
                  <a:gs pos="100000">
                    <a:schemeClr val="accent6">
                      <a:tint val="50000"/>
                      <a:shade val="100000"/>
                      <a:satMod val="350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13-2F89-4844-ABFC-BCDCAD6FA692}"/>
              </c:ext>
            </c:extLst>
          </c:dPt>
          <c:cat>
            <c:strRef>
              <c:f>'q2'!$A$6:$A$9</c:f>
              <c:strCache>
                <c:ptCount val="3"/>
                <c:pt idx="0">
                  <c:v>F</c:v>
                </c:pt>
                <c:pt idx="1">
                  <c:v>M</c:v>
                </c:pt>
                <c:pt idx="2">
                  <c:v>(blank)</c:v>
                </c:pt>
              </c:strCache>
            </c:strRef>
          </c:cat>
          <c:val>
            <c:numRef>
              <c:f>'q2'!$D$6:$D$9</c:f>
              <c:numCache>
                <c:formatCode>General</c:formatCode>
                <c:ptCount val="3"/>
                <c:pt idx="0">
                  <c:v>171294846</c:v>
                </c:pt>
                <c:pt idx="1">
                  <c:v>103624192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2F89-4844-ABFC-BCDCAD6FA692}"/>
            </c:ext>
          </c:extLst>
        </c:ser>
        <c:ser>
          <c:idx val="3"/>
          <c:order val="3"/>
          <c:tx>
            <c:strRef>
              <c:f>'q2'!$E$4:$E$5</c:f>
              <c:strCache>
                <c:ptCount val="1"/>
                <c:pt idx="0">
                  <c:v>(blank)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2">
                      <a:tint val="100000"/>
                      <a:shade val="100000"/>
                      <a:satMod val="130000"/>
                    </a:schemeClr>
                  </a:gs>
                  <a:gs pos="100000">
                    <a:schemeClr val="accent2">
                      <a:tint val="50000"/>
                      <a:shade val="100000"/>
                      <a:satMod val="350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16-2F89-4844-ABFC-BCDCAD6FA692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4">
                      <a:tint val="100000"/>
                      <a:shade val="100000"/>
                      <a:satMod val="130000"/>
                    </a:schemeClr>
                  </a:gs>
                  <a:gs pos="100000">
                    <a:schemeClr val="accent4">
                      <a:tint val="50000"/>
                      <a:shade val="100000"/>
                      <a:satMod val="350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18-2F89-4844-ABFC-BCDCAD6FA692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6">
                      <a:tint val="100000"/>
                      <a:shade val="100000"/>
                      <a:satMod val="130000"/>
                    </a:schemeClr>
                  </a:gs>
                  <a:gs pos="100000">
                    <a:schemeClr val="accent6">
                      <a:tint val="50000"/>
                      <a:shade val="100000"/>
                      <a:satMod val="350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1A-2F89-4844-ABFC-BCDCAD6FA692}"/>
              </c:ext>
            </c:extLst>
          </c:dPt>
          <c:cat>
            <c:strRef>
              <c:f>'q2'!$A$6:$A$9</c:f>
              <c:strCache>
                <c:ptCount val="3"/>
                <c:pt idx="0">
                  <c:v>F</c:v>
                </c:pt>
                <c:pt idx="1">
                  <c:v>M</c:v>
                </c:pt>
                <c:pt idx="2">
                  <c:v>(blank)</c:v>
                </c:pt>
              </c:strCache>
            </c:strRef>
          </c:cat>
          <c:val>
            <c:numRef>
              <c:f>'q2'!$E$6:$E$9</c:f>
              <c:numCache>
                <c:formatCode>General</c:formatCode>
                <c:ptCount val="3"/>
              </c:numCache>
            </c:numRef>
          </c:val>
          <c:extLst>
            <c:ext xmlns:c16="http://schemas.microsoft.com/office/drawing/2014/chart" uri="{C3380CC4-5D6E-409C-BE32-E72D297353CC}">
              <c16:uniqueId val="{0000001B-2F89-4844-ABFC-BCDCAD6FA6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[projecttttttt.xlsx]q5!PivotTable2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baseline="0">
                <a:solidFill>
                  <a:schemeClr val="lt1">
                    <a:lumMod val="85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en-US" sz="1800" dirty="0"/>
              <a:t>Churn Rate</a:t>
            </a:r>
          </a:p>
        </c:rich>
      </c:tx>
      <c:layout>
        <c:manualLayout>
          <c:xMode val="edge"/>
          <c:yMode val="edge"/>
          <c:x val="0.41157633420822404"/>
          <c:y val="2.430555555555555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lt1">
                  <a:lumMod val="85000"/>
                </a:schemeClr>
              </a:solidFill>
              <a:latin typeface="+mj-lt"/>
              <a:ea typeface="+mj-ea"/>
              <a:cs typeface="+mj-cs"/>
            </a:defRPr>
          </a:pPr>
          <a:endParaRPr lang="en-US"/>
        </a:p>
      </c:txPr>
    </c:title>
    <c:autoTitleDeleted val="0"/>
    <c:pivotFmts>
      <c:pivotFmt>
        <c:idx val="0"/>
        <c:spPr>
          <a:gradFill>
            <a:gsLst>
              <a:gs pos="100000">
                <a:schemeClr val="accent6"/>
              </a:gs>
              <a:gs pos="0">
                <a:schemeClr val="accent6">
                  <a:lumMod val="75000"/>
                </a:schemeClr>
              </a:gs>
            </a:gsLst>
            <a:lin ang="0" scaled="1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pPr>
            <a:solidFill>
              <a:schemeClr val="accent6"/>
            </a:solidFill>
            <a:ln w="9525">
              <a:solidFill>
                <a:schemeClr val="accent6"/>
              </a:solidFill>
              <a:round/>
            </a:ln>
            <a:effectLst/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 prst="hardEdge"/>
            </a:sp3d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>
            <a:gsLst>
              <a:gs pos="100000">
                <a:schemeClr val="accent6"/>
              </a:gs>
              <a:gs pos="0">
                <a:schemeClr val="accent6">
                  <a:lumMod val="75000"/>
                </a:schemeClr>
              </a:gs>
            </a:gsLst>
            <a:lin ang="0" scaled="1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pPr>
            <a:solidFill>
              <a:schemeClr val="accent6"/>
            </a:solidFill>
            <a:ln w="9525">
              <a:solidFill>
                <a:schemeClr val="accent6"/>
              </a:solidFill>
              <a:round/>
            </a:ln>
            <a:effectLst/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 prst="hardEdge"/>
            </a:sp3d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>
            <a:gsLst>
              <a:gs pos="100000">
                <a:schemeClr val="accent6"/>
              </a:gs>
              <a:gs pos="0">
                <a:schemeClr val="accent6">
                  <a:lumMod val="75000"/>
                </a:schemeClr>
              </a:gs>
            </a:gsLst>
            <a:lin ang="0" scaled="1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>
            <a:gsLst>
              <a:gs pos="100000">
                <a:schemeClr val="accent6"/>
              </a:gs>
              <a:gs pos="0">
                <a:schemeClr val="accent6">
                  <a:lumMod val="75000"/>
                </a:schemeClr>
              </a:gs>
            </a:gsLst>
            <a:lin ang="0" scaled="1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>
            <a:gsLst>
              <a:gs pos="100000">
                <a:schemeClr val="accent6"/>
              </a:gs>
              <a:gs pos="0">
                <a:schemeClr val="accent6">
                  <a:lumMod val="75000"/>
                </a:schemeClr>
              </a:gs>
            </a:gsLst>
            <a:lin ang="0" scaled="1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>
            <a:gsLst>
              <a:gs pos="100000">
                <a:schemeClr val="accent6"/>
              </a:gs>
              <a:gs pos="0">
                <a:schemeClr val="accent6">
                  <a:lumMod val="75000"/>
                </a:schemeClr>
              </a:gs>
            </a:gsLst>
            <a:lin ang="0" scaled="1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gradFill>
            <a:gsLst>
              <a:gs pos="100000">
                <a:schemeClr val="accent6"/>
              </a:gs>
              <a:gs pos="0">
                <a:schemeClr val="accent6">
                  <a:lumMod val="75000"/>
                </a:schemeClr>
              </a:gs>
            </a:gsLst>
            <a:lin ang="0" scaled="1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gradFill>
            <a:gsLst>
              <a:gs pos="100000">
                <a:schemeClr val="accent6"/>
              </a:gs>
              <a:gs pos="0">
                <a:schemeClr val="accent6">
                  <a:lumMod val="75000"/>
                </a:schemeClr>
              </a:gs>
            </a:gsLst>
            <a:lin ang="0" scaled="1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gradFill>
            <a:gsLst>
              <a:gs pos="100000">
                <a:schemeClr val="accent6"/>
              </a:gs>
              <a:gs pos="0">
                <a:schemeClr val="accent6">
                  <a:lumMod val="75000"/>
                </a:schemeClr>
              </a:gs>
            </a:gsLst>
            <a:lin ang="0" scaled="1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gradFill>
            <a:gsLst>
              <a:gs pos="100000">
                <a:schemeClr val="accent6"/>
              </a:gs>
              <a:gs pos="0">
                <a:schemeClr val="accent6">
                  <a:lumMod val="75000"/>
                </a:schemeClr>
              </a:gs>
            </a:gsLst>
            <a:lin ang="0" scaled="1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gradFill>
            <a:gsLst>
              <a:gs pos="100000">
                <a:schemeClr val="accent6"/>
              </a:gs>
              <a:gs pos="0">
                <a:schemeClr val="accent6">
                  <a:lumMod val="75000"/>
                </a:schemeClr>
              </a:gs>
            </a:gsLst>
            <a:lin ang="0" scaled="1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gradFill>
            <a:gsLst>
              <a:gs pos="100000">
                <a:schemeClr val="accent6"/>
              </a:gs>
              <a:gs pos="0">
                <a:schemeClr val="accent6">
                  <a:lumMod val="75000"/>
                </a:schemeClr>
              </a:gs>
            </a:gsLst>
            <a:lin ang="0" scaled="1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gradFill>
            <a:gsLst>
              <a:gs pos="100000">
                <a:schemeClr val="accent6"/>
              </a:gs>
              <a:gs pos="0">
                <a:schemeClr val="accent6">
                  <a:lumMod val="75000"/>
                </a:schemeClr>
              </a:gs>
            </a:gsLst>
            <a:lin ang="0" scaled="1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areaChart>
        <c:grouping val="standard"/>
        <c:varyColors val="0"/>
        <c:ser>
          <c:idx val="0"/>
          <c:order val="0"/>
          <c:tx>
            <c:strRef>
              <c:f>'q5'!$B$3</c:f>
              <c:strCache>
                <c:ptCount val="1"/>
                <c:pt idx="0">
                  <c:v>Sum of Tenure_Months</c:v>
                </c:pt>
              </c:strCache>
            </c:strRef>
          </c:tx>
          <c:spPr>
            <a:gradFill>
              <a:gsLst>
                <a:gs pos="100000">
                  <a:schemeClr val="accent6"/>
                </a:gs>
                <a:gs pos="0">
                  <a:schemeClr val="accent6">
                    <a:lumMod val="75000"/>
                  </a:schemeClr>
                </a:gs>
              </a:gsLst>
              <a:lin ang="0" scaled="1"/>
            </a:gradFill>
            <a:ln>
              <a:noFill/>
            </a:ln>
            <a:effectLst>
              <a:innerShdw dist="12700" dir="16200000">
                <a:schemeClr val="lt1">
                  <a:alpha val="75000"/>
                </a:schemeClr>
              </a:innerShdw>
            </a:effectLst>
          </c:spPr>
          <c:errBars>
            <c:errDir val="y"/>
            <c:errBarType val="both"/>
            <c:errValType val="stdErr"/>
            <c:noEndCap val="0"/>
            <c:spPr>
              <a:noFill/>
              <a:ln w="9525" cap="flat" cmpd="sng" algn="ctr">
                <a:solidFill>
                  <a:schemeClr val="lt1">
                    <a:alpha val="40000"/>
                  </a:schemeClr>
                </a:solidFill>
                <a:round/>
              </a:ln>
              <a:effectLst/>
            </c:spPr>
          </c:errBars>
          <c:cat>
            <c:strRef>
              <c:f>'q5'!$A$4:$A$54</c:f>
              <c:strCache>
                <c:ptCount val="50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  <c:pt idx="7">
                  <c:v>9</c:v>
                </c:pt>
                <c:pt idx="8">
                  <c:v>10</c:v>
                </c:pt>
                <c:pt idx="9">
                  <c:v>11</c:v>
                </c:pt>
                <c:pt idx="10">
                  <c:v>12</c:v>
                </c:pt>
                <c:pt idx="11">
                  <c:v>13</c:v>
                </c:pt>
                <c:pt idx="12">
                  <c:v>14</c:v>
                </c:pt>
                <c:pt idx="13">
                  <c:v>15</c:v>
                </c:pt>
                <c:pt idx="14">
                  <c:v>16</c:v>
                </c:pt>
                <c:pt idx="15">
                  <c:v>17</c:v>
                </c:pt>
                <c:pt idx="16">
                  <c:v>18</c:v>
                </c:pt>
                <c:pt idx="17">
                  <c:v>19</c:v>
                </c:pt>
                <c:pt idx="18">
                  <c:v>20</c:v>
                </c:pt>
                <c:pt idx="19">
                  <c:v>21</c:v>
                </c:pt>
                <c:pt idx="20">
                  <c:v>22</c:v>
                </c:pt>
                <c:pt idx="21">
                  <c:v>23</c:v>
                </c:pt>
                <c:pt idx="22">
                  <c:v>24</c:v>
                </c:pt>
                <c:pt idx="23">
                  <c:v>25</c:v>
                </c:pt>
                <c:pt idx="24">
                  <c:v>26</c:v>
                </c:pt>
                <c:pt idx="25">
                  <c:v>27</c:v>
                </c:pt>
                <c:pt idx="26">
                  <c:v>28</c:v>
                </c:pt>
                <c:pt idx="27">
                  <c:v>29</c:v>
                </c:pt>
                <c:pt idx="28">
                  <c:v>30</c:v>
                </c:pt>
                <c:pt idx="29">
                  <c:v>31</c:v>
                </c:pt>
                <c:pt idx="30">
                  <c:v>32</c:v>
                </c:pt>
                <c:pt idx="31">
                  <c:v>33</c:v>
                </c:pt>
                <c:pt idx="32">
                  <c:v>34</c:v>
                </c:pt>
                <c:pt idx="33">
                  <c:v>35</c:v>
                </c:pt>
                <c:pt idx="34">
                  <c:v>36</c:v>
                </c:pt>
                <c:pt idx="35">
                  <c:v>37</c:v>
                </c:pt>
                <c:pt idx="36">
                  <c:v>38</c:v>
                </c:pt>
                <c:pt idx="37">
                  <c:v>39</c:v>
                </c:pt>
                <c:pt idx="38">
                  <c:v>40</c:v>
                </c:pt>
                <c:pt idx="39">
                  <c:v>41</c:v>
                </c:pt>
                <c:pt idx="40">
                  <c:v>42</c:v>
                </c:pt>
                <c:pt idx="41">
                  <c:v>43</c:v>
                </c:pt>
                <c:pt idx="42">
                  <c:v>44</c:v>
                </c:pt>
                <c:pt idx="43">
                  <c:v>45</c:v>
                </c:pt>
                <c:pt idx="44">
                  <c:v>46</c:v>
                </c:pt>
                <c:pt idx="45">
                  <c:v>47</c:v>
                </c:pt>
                <c:pt idx="46">
                  <c:v>48</c:v>
                </c:pt>
                <c:pt idx="47">
                  <c:v>49</c:v>
                </c:pt>
                <c:pt idx="48">
                  <c:v>50</c:v>
                </c:pt>
                <c:pt idx="49">
                  <c:v>(blank)</c:v>
                </c:pt>
              </c:strCache>
            </c:strRef>
          </c:cat>
          <c:val>
            <c:numRef>
              <c:f>'q5'!$B$4:$B$54</c:f>
              <c:numCache>
                <c:formatCode>General</c:formatCode>
                <c:ptCount val="50"/>
                <c:pt idx="0">
                  <c:v>1298</c:v>
                </c:pt>
                <c:pt idx="1">
                  <c:v>1875</c:v>
                </c:pt>
                <c:pt idx="2">
                  <c:v>4220</c:v>
                </c:pt>
                <c:pt idx="3">
                  <c:v>7715</c:v>
                </c:pt>
                <c:pt idx="4">
                  <c:v>7776</c:v>
                </c:pt>
                <c:pt idx="5">
                  <c:v>6895</c:v>
                </c:pt>
                <c:pt idx="6">
                  <c:v>9616</c:v>
                </c:pt>
                <c:pt idx="7">
                  <c:v>5634</c:v>
                </c:pt>
                <c:pt idx="8">
                  <c:v>14480</c:v>
                </c:pt>
                <c:pt idx="9">
                  <c:v>9922</c:v>
                </c:pt>
                <c:pt idx="10">
                  <c:v>11988</c:v>
                </c:pt>
                <c:pt idx="11">
                  <c:v>13078</c:v>
                </c:pt>
                <c:pt idx="12">
                  <c:v>11466</c:v>
                </c:pt>
                <c:pt idx="13">
                  <c:v>10140</c:v>
                </c:pt>
                <c:pt idx="14">
                  <c:v>16144</c:v>
                </c:pt>
                <c:pt idx="15">
                  <c:v>13617</c:v>
                </c:pt>
                <c:pt idx="16">
                  <c:v>15732</c:v>
                </c:pt>
                <c:pt idx="17">
                  <c:v>25802</c:v>
                </c:pt>
                <c:pt idx="18">
                  <c:v>18280</c:v>
                </c:pt>
                <c:pt idx="19">
                  <c:v>33390</c:v>
                </c:pt>
                <c:pt idx="20">
                  <c:v>24222</c:v>
                </c:pt>
                <c:pt idx="21">
                  <c:v>19504</c:v>
                </c:pt>
                <c:pt idx="22">
                  <c:v>28512</c:v>
                </c:pt>
                <c:pt idx="23">
                  <c:v>46325</c:v>
                </c:pt>
                <c:pt idx="24">
                  <c:v>20852</c:v>
                </c:pt>
                <c:pt idx="25">
                  <c:v>28728</c:v>
                </c:pt>
                <c:pt idx="26">
                  <c:v>39676</c:v>
                </c:pt>
                <c:pt idx="27">
                  <c:v>31001</c:v>
                </c:pt>
                <c:pt idx="28">
                  <c:v>49680</c:v>
                </c:pt>
                <c:pt idx="29">
                  <c:v>29419</c:v>
                </c:pt>
                <c:pt idx="30">
                  <c:v>40064</c:v>
                </c:pt>
                <c:pt idx="31">
                  <c:v>54384</c:v>
                </c:pt>
                <c:pt idx="32">
                  <c:v>56780</c:v>
                </c:pt>
                <c:pt idx="33">
                  <c:v>28875</c:v>
                </c:pt>
                <c:pt idx="34">
                  <c:v>25308</c:v>
                </c:pt>
                <c:pt idx="35">
                  <c:v>51023</c:v>
                </c:pt>
                <c:pt idx="36">
                  <c:v>35112</c:v>
                </c:pt>
                <c:pt idx="37">
                  <c:v>43680</c:v>
                </c:pt>
                <c:pt idx="38">
                  <c:v>81720</c:v>
                </c:pt>
                <c:pt idx="39">
                  <c:v>40385</c:v>
                </c:pt>
                <c:pt idx="40">
                  <c:v>31710</c:v>
                </c:pt>
                <c:pt idx="41">
                  <c:v>38227</c:v>
                </c:pt>
                <c:pt idx="42">
                  <c:v>53812</c:v>
                </c:pt>
                <c:pt idx="43">
                  <c:v>66105</c:v>
                </c:pt>
                <c:pt idx="44">
                  <c:v>34776</c:v>
                </c:pt>
                <c:pt idx="45">
                  <c:v>23359</c:v>
                </c:pt>
                <c:pt idx="46">
                  <c:v>42432</c:v>
                </c:pt>
                <c:pt idx="47">
                  <c:v>41209</c:v>
                </c:pt>
                <c:pt idx="48">
                  <c:v>36850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6D5-44D7-BAD4-5D947B5107A7}"/>
            </c:ext>
          </c:extLst>
        </c:ser>
        <c:ser>
          <c:idx val="1"/>
          <c:order val="1"/>
          <c:tx>
            <c:strRef>
              <c:f>'q5'!$C$3</c:f>
              <c:strCache>
                <c:ptCount val="1"/>
                <c:pt idx="0">
                  <c:v>Sum of Avg_Price</c:v>
                </c:pt>
              </c:strCache>
            </c:strRef>
          </c:tx>
          <c:spPr>
            <a:gradFill>
              <a:gsLst>
                <a:gs pos="100000">
                  <a:schemeClr val="accent5"/>
                </a:gs>
                <a:gs pos="0">
                  <a:schemeClr val="accent5">
                    <a:lumMod val="75000"/>
                  </a:schemeClr>
                </a:gs>
              </a:gsLst>
              <a:lin ang="0" scaled="1"/>
            </a:gradFill>
            <a:ln>
              <a:noFill/>
            </a:ln>
            <a:effectLst>
              <a:innerShdw dist="12700" dir="16200000">
                <a:schemeClr val="lt1">
                  <a:alpha val="75000"/>
                </a:schemeClr>
              </a:innerShdw>
            </a:effectLst>
          </c:spPr>
          <c:errBars>
            <c:errDir val="y"/>
            <c:errBarType val="both"/>
            <c:errValType val="stdErr"/>
            <c:noEndCap val="0"/>
            <c:spPr>
              <a:noFill/>
              <a:ln w="9525" cap="flat" cmpd="sng" algn="ctr">
                <a:solidFill>
                  <a:schemeClr val="lt1">
                    <a:alpha val="40000"/>
                  </a:schemeClr>
                </a:solidFill>
                <a:round/>
              </a:ln>
              <a:effectLst/>
            </c:spPr>
          </c:errBars>
          <c:cat>
            <c:strRef>
              <c:f>'q5'!$A$4:$A$54</c:f>
              <c:strCache>
                <c:ptCount val="50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  <c:pt idx="7">
                  <c:v>9</c:v>
                </c:pt>
                <c:pt idx="8">
                  <c:v>10</c:v>
                </c:pt>
                <c:pt idx="9">
                  <c:v>11</c:v>
                </c:pt>
                <c:pt idx="10">
                  <c:v>12</c:v>
                </c:pt>
                <c:pt idx="11">
                  <c:v>13</c:v>
                </c:pt>
                <c:pt idx="12">
                  <c:v>14</c:v>
                </c:pt>
                <c:pt idx="13">
                  <c:v>15</c:v>
                </c:pt>
                <c:pt idx="14">
                  <c:v>16</c:v>
                </c:pt>
                <c:pt idx="15">
                  <c:v>17</c:v>
                </c:pt>
                <c:pt idx="16">
                  <c:v>18</c:v>
                </c:pt>
                <c:pt idx="17">
                  <c:v>19</c:v>
                </c:pt>
                <c:pt idx="18">
                  <c:v>20</c:v>
                </c:pt>
                <c:pt idx="19">
                  <c:v>21</c:v>
                </c:pt>
                <c:pt idx="20">
                  <c:v>22</c:v>
                </c:pt>
                <c:pt idx="21">
                  <c:v>23</c:v>
                </c:pt>
                <c:pt idx="22">
                  <c:v>24</c:v>
                </c:pt>
                <c:pt idx="23">
                  <c:v>25</c:v>
                </c:pt>
                <c:pt idx="24">
                  <c:v>26</c:v>
                </c:pt>
                <c:pt idx="25">
                  <c:v>27</c:v>
                </c:pt>
                <c:pt idx="26">
                  <c:v>28</c:v>
                </c:pt>
                <c:pt idx="27">
                  <c:v>29</c:v>
                </c:pt>
                <c:pt idx="28">
                  <c:v>30</c:v>
                </c:pt>
                <c:pt idx="29">
                  <c:v>31</c:v>
                </c:pt>
                <c:pt idx="30">
                  <c:v>32</c:v>
                </c:pt>
                <c:pt idx="31">
                  <c:v>33</c:v>
                </c:pt>
                <c:pt idx="32">
                  <c:v>34</c:v>
                </c:pt>
                <c:pt idx="33">
                  <c:v>35</c:v>
                </c:pt>
                <c:pt idx="34">
                  <c:v>36</c:v>
                </c:pt>
                <c:pt idx="35">
                  <c:v>37</c:v>
                </c:pt>
                <c:pt idx="36">
                  <c:v>38</c:v>
                </c:pt>
                <c:pt idx="37">
                  <c:v>39</c:v>
                </c:pt>
                <c:pt idx="38">
                  <c:v>40</c:v>
                </c:pt>
                <c:pt idx="39">
                  <c:v>41</c:v>
                </c:pt>
                <c:pt idx="40">
                  <c:v>42</c:v>
                </c:pt>
                <c:pt idx="41">
                  <c:v>43</c:v>
                </c:pt>
                <c:pt idx="42">
                  <c:v>44</c:v>
                </c:pt>
                <c:pt idx="43">
                  <c:v>45</c:v>
                </c:pt>
                <c:pt idx="44">
                  <c:v>46</c:v>
                </c:pt>
                <c:pt idx="45">
                  <c:v>47</c:v>
                </c:pt>
                <c:pt idx="46">
                  <c:v>48</c:v>
                </c:pt>
                <c:pt idx="47">
                  <c:v>49</c:v>
                </c:pt>
                <c:pt idx="48">
                  <c:v>50</c:v>
                </c:pt>
                <c:pt idx="49">
                  <c:v>(blank)</c:v>
                </c:pt>
              </c:strCache>
            </c:strRef>
          </c:cat>
          <c:val>
            <c:numRef>
              <c:f>'q5'!$C$4:$C$54</c:f>
              <c:numCache>
                <c:formatCode>General</c:formatCode>
                <c:ptCount val="50"/>
                <c:pt idx="0">
                  <c:v>33455.940000000075</c:v>
                </c:pt>
                <c:pt idx="1">
                  <c:v>33611.660000000076</c:v>
                </c:pt>
                <c:pt idx="2">
                  <c:v>52671.889999999868</c:v>
                </c:pt>
                <c:pt idx="3">
                  <c:v>81913.150000000445</c:v>
                </c:pt>
                <c:pt idx="4">
                  <c:v>69104.299999999508</c:v>
                </c:pt>
                <c:pt idx="5">
                  <c:v>51501.60999999995</c:v>
                </c:pt>
                <c:pt idx="6">
                  <c:v>60950.609999999891</c:v>
                </c:pt>
                <c:pt idx="7">
                  <c:v>28707.620000000101</c:v>
                </c:pt>
                <c:pt idx="8">
                  <c:v>76087.160000000062</c:v>
                </c:pt>
                <c:pt idx="9">
                  <c:v>51616.829999999798</c:v>
                </c:pt>
                <c:pt idx="10">
                  <c:v>64196.209999999701</c:v>
                </c:pt>
                <c:pt idx="11">
                  <c:v>49061.289999999703</c:v>
                </c:pt>
                <c:pt idx="12">
                  <c:v>42066.630000000041</c:v>
                </c:pt>
                <c:pt idx="13">
                  <c:v>33109.160000000164</c:v>
                </c:pt>
                <c:pt idx="14">
                  <c:v>61381.009999999871</c:v>
                </c:pt>
                <c:pt idx="15">
                  <c:v>42402.609999999891</c:v>
                </c:pt>
                <c:pt idx="16">
                  <c:v>48244.999999999884</c:v>
                </c:pt>
                <c:pt idx="17">
                  <c:v>67129.809999999838</c:v>
                </c:pt>
                <c:pt idx="18">
                  <c:v>48817.849999999919</c:v>
                </c:pt>
                <c:pt idx="19">
                  <c:v>77945.820000000167</c:v>
                </c:pt>
                <c:pt idx="20">
                  <c:v>50506.299999999843</c:v>
                </c:pt>
                <c:pt idx="21">
                  <c:v>41463.969999999841</c:v>
                </c:pt>
                <c:pt idx="22">
                  <c:v>66878.489999999729</c:v>
                </c:pt>
                <c:pt idx="23">
                  <c:v>99257.350000000399</c:v>
                </c:pt>
                <c:pt idx="24">
                  <c:v>47828.320000000029</c:v>
                </c:pt>
                <c:pt idx="25">
                  <c:v>59041.499999999818</c:v>
                </c:pt>
                <c:pt idx="26">
                  <c:v>70727.999999999956</c:v>
                </c:pt>
                <c:pt idx="27">
                  <c:v>56948.399999999718</c:v>
                </c:pt>
                <c:pt idx="28">
                  <c:v>82042.569999999992</c:v>
                </c:pt>
                <c:pt idx="29">
                  <c:v>43856.999999999927</c:v>
                </c:pt>
                <c:pt idx="30">
                  <c:v>57322.6799999996</c:v>
                </c:pt>
                <c:pt idx="31">
                  <c:v>88821.780000000057</c:v>
                </c:pt>
                <c:pt idx="32">
                  <c:v>84159.810000000129</c:v>
                </c:pt>
                <c:pt idx="33">
                  <c:v>41482.49000000002</c:v>
                </c:pt>
                <c:pt idx="34">
                  <c:v>36802.780000000079</c:v>
                </c:pt>
                <c:pt idx="35">
                  <c:v>72301.209999999919</c:v>
                </c:pt>
                <c:pt idx="36">
                  <c:v>46112.029999999861</c:v>
                </c:pt>
                <c:pt idx="37">
                  <c:v>53432.689999999828</c:v>
                </c:pt>
                <c:pt idx="38">
                  <c:v>106181.52000000072</c:v>
                </c:pt>
                <c:pt idx="39">
                  <c:v>40835.950000000063</c:v>
                </c:pt>
                <c:pt idx="40">
                  <c:v>46774.159999999967</c:v>
                </c:pt>
                <c:pt idx="41">
                  <c:v>50537.179999999891</c:v>
                </c:pt>
                <c:pt idx="42">
                  <c:v>64991.039999999615</c:v>
                </c:pt>
                <c:pt idx="43">
                  <c:v>78839.190000000177</c:v>
                </c:pt>
                <c:pt idx="44">
                  <c:v>40010.699999999873</c:v>
                </c:pt>
                <c:pt idx="45">
                  <c:v>30972.610000000124</c:v>
                </c:pt>
                <c:pt idx="46">
                  <c:v>47583.799999999886</c:v>
                </c:pt>
                <c:pt idx="47">
                  <c:v>43431.22999999996</c:v>
                </c:pt>
                <c:pt idx="48">
                  <c:v>41504.290000000103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6D5-44D7-BAD4-5D947B5107A7}"/>
            </c:ext>
          </c:extLst>
        </c:ser>
        <c:ser>
          <c:idx val="2"/>
          <c:order val="2"/>
          <c:tx>
            <c:strRef>
              <c:f>'q5'!$D$3</c:f>
              <c:strCache>
                <c:ptCount val="1"/>
                <c:pt idx="0">
                  <c:v>Sum of CustomerID</c:v>
                </c:pt>
              </c:strCache>
            </c:strRef>
          </c:tx>
          <c:spPr>
            <a:gradFill>
              <a:gsLst>
                <a:gs pos="100000">
                  <a:schemeClr val="accent4"/>
                </a:gs>
                <a:gs pos="0">
                  <a:schemeClr val="accent4">
                    <a:lumMod val="75000"/>
                  </a:schemeClr>
                </a:gs>
              </a:gsLst>
              <a:lin ang="0" scaled="1"/>
            </a:gradFill>
            <a:ln>
              <a:noFill/>
            </a:ln>
            <a:effectLst>
              <a:innerShdw dist="12700" dir="16200000">
                <a:schemeClr val="lt1">
                  <a:alpha val="75000"/>
                </a:schemeClr>
              </a:innerShdw>
            </a:effectLst>
          </c:spPr>
          <c:errBars>
            <c:errDir val="y"/>
            <c:errBarType val="both"/>
            <c:errValType val="stdErr"/>
            <c:noEndCap val="0"/>
            <c:spPr>
              <a:noFill/>
              <a:ln w="9525" cap="flat" cmpd="sng" algn="ctr">
                <a:solidFill>
                  <a:schemeClr val="lt1">
                    <a:alpha val="40000"/>
                  </a:schemeClr>
                </a:solidFill>
                <a:round/>
              </a:ln>
              <a:effectLst/>
            </c:spPr>
          </c:errBars>
          <c:cat>
            <c:strRef>
              <c:f>'q5'!$A$4:$A$54</c:f>
              <c:strCache>
                <c:ptCount val="50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  <c:pt idx="7">
                  <c:v>9</c:v>
                </c:pt>
                <c:pt idx="8">
                  <c:v>10</c:v>
                </c:pt>
                <c:pt idx="9">
                  <c:v>11</c:v>
                </c:pt>
                <c:pt idx="10">
                  <c:v>12</c:v>
                </c:pt>
                <c:pt idx="11">
                  <c:v>13</c:v>
                </c:pt>
                <c:pt idx="12">
                  <c:v>14</c:v>
                </c:pt>
                <c:pt idx="13">
                  <c:v>15</c:v>
                </c:pt>
                <c:pt idx="14">
                  <c:v>16</c:v>
                </c:pt>
                <c:pt idx="15">
                  <c:v>17</c:v>
                </c:pt>
                <c:pt idx="16">
                  <c:v>18</c:v>
                </c:pt>
                <c:pt idx="17">
                  <c:v>19</c:v>
                </c:pt>
                <c:pt idx="18">
                  <c:v>20</c:v>
                </c:pt>
                <c:pt idx="19">
                  <c:v>21</c:v>
                </c:pt>
                <c:pt idx="20">
                  <c:v>22</c:v>
                </c:pt>
                <c:pt idx="21">
                  <c:v>23</c:v>
                </c:pt>
                <c:pt idx="22">
                  <c:v>24</c:v>
                </c:pt>
                <c:pt idx="23">
                  <c:v>25</c:v>
                </c:pt>
                <c:pt idx="24">
                  <c:v>26</c:v>
                </c:pt>
                <c:pt idx="25">
                  <c:v>27</c:v>
                </c:pt>
                <c:pt idx="26">
                  <c:v>28</c:v>
                </c:pt>
                <c:pt idx="27">
                  <c:v>29</c:v>
                </c:pt>
                <c:pt idx="28">
                  <c:v>30</c:v>
                </c:pt>
                <c:pt idx="29">
                  <c:v>31</c:v>
                </c:pt>
                <c:pt idx="30">
                  <c:v>32</c:v>
                </c:pt>
                <c:pt idx="31">
                  <c:v>33</c:v>
                </c:pt>
                <c:pt idx="32">
                  <c:v>34</c:v>
                </c:pt>
                <c:pt idx="33">
                  <c:v>35</c:v>
                </c:pt>
                <c:pt idx="34">
                  <c:v>36</c:v>
                </c:pt>
                <c:pt idx="35">
                  <c:v>37</c:v>
                </c:pt>
                <c:pt idx="36">
                  <c:v>38</c:v>
                </c:pt>
                <c:pt idx="37">
                  <c:v>39</c:v>
                </c:pt>
                <c:pt idx="38">
                  <c:v>40</c:v>
                </c:pt>
                <c:pt idx="39">
                  <c:v>41</c:v>
                </c:pt>
                <c:pt idx="40">
                  <c:v>42</c:v>
                </c:pt>
                <c:pt idx="41">
                  <c:v>43</c:v>
                </c:pt>
                <c:pt idx="42">
                  <c:v>44</c:v>
                </c:pt>
                <c:pt idx="43">
                  <c:v>45</c:v>
                </c:pt>
                <c:pt idx="44">
                  <c:v>46</c:v>
                </c:pt>
                <c:pt idx="45">
                  <c:v>47</c:v>
                </c:pt>
                <c:pt idx="46">
                  <c:v>48</c:v>
                </c:pt>
                <c:pt idx="47">
                  <c:v>49</c:v>
                </c:pt>
                <c:pt idx="48">
                  <c:v>50</c:v>
                </c:pt>
                <c:pt idx="49">
                  <c:v>(blank)</c:v>
                </c:pt>
              </c:strCache>
            </c:strRef>
          </c:cat>
          <c:val>
            <c:numRef>
              <c:f>'q5'!$D$4:$D$54</c:f>
              <c:numCache>
                <c:formatCode>General</c:formatCode>
                <c:ptCount val="50"/>
                <c:pt idx="0">
                  <c:v>9436874</c:v>
                </c:pt>
                <c:pt idx="1">
                  <c:v>10002139</c:v>
                </c:pt>
                <c:pt idx="2">
                  <c:v>15689501</c:v>
                </c:pt>
                <c:pt idx="3">
                  <c:v>23299936</c:v>
                </c:pt>
                <c:pt idx="4">
                  <c:v>20532523</c:v>
                </c:pt>
                <c:pt idx="5">
                  <c:v>15654637</c:v>
                </c:pt>
                <c:pt idx="6">
                  <c:v>17660857</c:v>
                </c:pt>
                <c:pt idx="7">
                  <c:v>10043706</c:v>
                </c:pt>
                <c:pt idx="8">
                  <c:v>22287706</c:v>
                </c:pt>
                <c:pt idx="9">
                  <c:v>13859643</c:v>
                </c:pt>
                <c:pt idx="10">
                  <c:v>16985010</c:v>
                </c:pt>
                <c:pt idx="11">
                  <c:v>14769378</c:v>
                </c:pt>
                <c:pt idx="12">
                  <c:v>12532127</c:v>
                </c:pt>
                <c:pt idx="13">
                  <c:v>10263363</c:v>
                </c:pt>
                <c:pt idx="14">
                  <c:v>15460396</c:v>
                </c:pt>
                <c:pt idx="15">
                  <c:v>12614499</c:v>
                </c:pt>
                <c:pt idx="16">
                  <c:v>14271907</c:v>
                </c:pt>
                <c:pt idx="17">
                  <c:v>21171806</c:v>
                </c:pt>
                <c:pt idx="18">
                  <c:v>13982112</c:v>
                </c:pt>
                <c:pt idx="19">
                  <c:v>25316402</c:v>
                </c:pt>
                <c:pt idx="20">
                  <c:v>16396541</c:v>
                </c:pt>
                <c:pt idx="21">
                  <c:v>12523097</c:v>
                </c:pt>
                <c:pt idx="22">
                  <c:v>19165587</c:v>
                </c:pt>
                <c:pt idx="23">
                  <c:v>27431138</c:v>
                </c:pt>
                <c:pt idx="24">
                  <c:v>12597227</c:v>
                </c:pt>
                <c:pt idx="25">
                  <c:v>15840804</c:v>
                </c:pt>
                <c:pt idx="26">
                  <c:v>19596433</c:v>
                </c:pt>
                <c:pt idx="27">
                  <c:v>16634757</c:v>
                </c:pt>
                <c:pt idx="28">
                  <c:v>25410246</c:v>
                </c:pt>
                <c:pt idx="29">
                  <c:v>14890198</c:v>
                </c:pt>
                <c:pt idx="30">
                  <c:v>18838645</c:v>
                </c:pt>
                <c:pt idx="31">
                  <c:v>24309006</c:v>
                </c:pt>
                <c:pt idx="32">
                  <c:v>25949067</c:v>
                </c:pt>
                <c:pt idx="33">
                  <c:v>12798676</c:v>
                </c:pt>
                <c:pt idx="34">
                  <c:v>11338332</c:v>
                </c:pt>
                <c:pt idx="35">
                  <c:v>21620877</c:v>
                </c:pt>
                <c:pt idx="36">
                  <c:v>14626163</c:v>
                </c:pt>
                <c:pt idx="37">
                  <c:v>17073650</c:v>
                </c:pt>
                <c:pt idx="38">
                  <c:v>32268631</c:v>
                </c:pt>
                <c:pt idx="39">
                  <c:v>14324452</c:v>
                </c:pt>
                <c:pt idx="40">
                  <c:v>11538928</c:v>
                </c:pt>
                <c:pt idx="41">
                  <c:v>13033254</c:v>
                </c:pt>
                <c:pt idx="42">
                  <c:v>19011261</c:v>
                </c:pt>
                <c:pt idx="43">
                  <c:v>22543544</c:v>
                </c:pt>
                <c:pt idx="44">
                  <c:v>11521368</c:v>
                </c:pt>
                <c:pt idx="45">
                  <c:v>7773372</c:v>
                </c:pt>
                <c:pt idx="46">
                  <c:v>13640228</c:v>
                </c:pt>
                <c:pt idx="47">
                  <c:v>12712115</c:v>
                </c:pt>
                <c:pt idx="48">
                  <c:v>10967151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6D5-44D7-BAD4-5D947B5107A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lt1">
                  <a:alpha val="40000"/>
                </a:schemeClr>
              </a:solidFill>
              <a:round/>
            </a:ln>
            <a:effectLst/>
          </c:spPr>
        </c:dropLines>
        <c:axId val="1975685127"/>
        <c:axId val="1975688711"/>
      </c:areaChart>
      <c:catAx>
        <c:axId val="19756851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75" cap="flat" cmpd="sng" algn="ctr">
            <a:solidFill>
              <a:schemeClr val="lt1">
                <a:lumMod val="75000"/>
              </a:schemeClr>
            </a:solidFill>
            <a:round/>
            <a:headEnd type="none" w="sm" len="sm"/>
            <a:tailEnd type="none" w="sm" len="sm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cap="all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75688711"/>
        <c:crosses val="autoZero"/>
        <c:auto val="1"/>
        <c:lblAlgn val="ctr"/>
        <c:lblOffset val="100"/>
        <c:noMultiLvlLbl val="0"/>
      </c:catAx>
      <c:valAx>
        <c:axId val="1975688711"/>
        <c:scaling>
          <c:orientation val="minMax"/>
        </c:scaling>
        <c:delete val="0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prstDash val="sysDot"/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75685127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8.0171267711853095E-3"/>
          <c:y val="0.837676051103866"/>
          <c:w val="0.97060386850565383"/>
          <c:h val="0.1272010169056766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</c:chart>
  <c:spPr>
    <a:solidFill>
      <a:schemeClr val="dk1">
        <a:lumMod val="75000"/>
        <a:lumOff val="25000"/>
      </a:schemeClr>
    </a:solidFill>
    <a:ln w="9525" cap="flat" cmpd="sng" algn="ctr">
      <a:solidFill>
        <a:schemeClr val="lt1">
          <a:lumMod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[projecttttttt.xlsx]q10!PivotTable4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/>
              <a:t>Online vs Offline Revenue Split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2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3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4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5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6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7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8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9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0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1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2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3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4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5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6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7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8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9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0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1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2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3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4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5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6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7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8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9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0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1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2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3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4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5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6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7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8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9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0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1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2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3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4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5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6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7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8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9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0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1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2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3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4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5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6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7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8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9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0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1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2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3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4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5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6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7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8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9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0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1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2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3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4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5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6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7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8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9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0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1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2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3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4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5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6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7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8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9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0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1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2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3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4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5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6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7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8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9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0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1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2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3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4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5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6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7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8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9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0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1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2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3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4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5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6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7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8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9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0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1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2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3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4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5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6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7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8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9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0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1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2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3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4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5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6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7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8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9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0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1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2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3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4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5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6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7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8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9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0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1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2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3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4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5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6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7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8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9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0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1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2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3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4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5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6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7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8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9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0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1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2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3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4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5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6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7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8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9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0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1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2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3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4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5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6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7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8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9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0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1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2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3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4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5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6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7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8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9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0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1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2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3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4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5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6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7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8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9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0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1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2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3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4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5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6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7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8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9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0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1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2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3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4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5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6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7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8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9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'q10'!$A$5</c:f>
              <c:strCache>
                <c:ptCount val="1"/>
                <c:pt idx="0">
                  <c:v>Count of Offline_Spend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tint val="100000"/>
                    <a:shade val="100000"/>
                    <a:satMod val="130000"/>
                  </a:schemeClr>
                </a:gs>
                <a:gs pos="100000">
                  <a:schemeClr val="accent2">
                    <a:tint val="50000"/>
                    <a:shade val="100000"/>
                    <a:satMod val="350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76200" dist="38100" dir="5400000" rotWithShape="0">
                <a:srgbClr val="000000">
                  <a:alpha val="7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 prst="hardEdge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'q10'!$A$6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'q10'!$A$6</c:f>
              <c:numCache>
                <c:formatCode>General</c:formatCode>
                <c:ptCount val="1"/>
                <c:pt idx="0">
                  <c:v>52924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EF5-4FC3-8F0A-D50B504C49C9}"/>
            </c:ext>
          </c:extLst>
        </c:ser>
        <c:ser>
          <c:idx val="1"/>
          <c:order val="1"/>
          <c:tx>
            <c:strRef>
              <c:f>'q10'!$B$5</c:f>
              <c:strCache>
                <c:ptCount val="1"/>
                <c:pt idx="0">
                  <c:v>Count of Online_Spend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tint val="100000"/>
                    <a:shade val="100000"/>
                    <a:satMod val="130000"/>
                  </a:schemeClr>
                </a:gs>
                <a:gs pos="100000">
                  <a:schemeClr val="accent4">
                    <a:tint val="50000"/>
                    <a:shade val="100000"/>
                    <a:satMod val="350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76200" dist="38100" dir="5400000" rotWithShape="0">
                <a:srgbClr val="000000">
                  <a:alpha val="7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 prst="hardEdge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'q10'!$A$6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'q10'!$B$6</c:f>
              <c:numCache>
                <c:formatCode>General</c:formatCode>
                <c:ptCount val="1"/>
                <c:pt idx="0">
                  <c:v>52924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EF5-4FC3-8F0A-D50B504C49C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20577800"/>
        <c:axId val="25084424"/>
      </c:barChart>
      <c:catAx>
        <c:axId val="20577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5084424"/>
        <c:crosses val="autoZero"/>
        <c:auto val="1"/>
        <c:lblAlgn val="ctr"/>
        <c:lblOffset val="100"/>
        <c:noMultiLvlLbl val="0"/>
      </c:catAx>
      <c:valAx>
        <c:axId val="250844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577800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>
            <a:solidFill>
              <a:schemeClr val="lt1">
                <a:lumMod val="95000"/>
                <a:alpha val="54000"/>
              </a:schemeClr>
            </a:solidFill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pivotSource>
    <c:name>[projecttttttt.xlsx]q3!PivotTable1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cap="none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Average Order Value (AOV)	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cap="none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noFill/>
          <a:ln w="9525" cap="flat" cmpd="sng" algn="ctr">
            <a:solidFill>
              <a:schemeClr val="accent3"/>
            </a:solidFill>
            <a:miter lim="800000"/>
          </a:ln>
          <a:effectLst>
            <a:glow rad="63500">
              <a:schemeClr val="accent3">
                <a:satMod val="175000"/>
                <a:alpha val="25000"/>
              </a:schemeClr>
            </a:glow>
          </a:effectLst>
        </c:spPr>
        <c:marker>
          <c:symbol val="circle"/>
          <c:size val="5"/>
          <c:spPr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  <a:effectLst>
              <a:glow rad="63500">
                <a:schemeClr val="accent3">
                  <a:satMod val="175000"/>
                  <a:alpha val="25000"/>
                </a:schemeClr>
              </a:glo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noFill/>
          <a:ln w="9525" cap="flat" cmpd="sng" algn="ctr">
            <a:solidFill>
              <a:schemeClr val="accent3"/>
            </a:solidFill>
            <a:miter lim="800000"/>
          </a:ln>
          <a:effectLst>
            <a:glow rad="63500">
              <a:schemeClr val="accent3">
                <a:satMod val="175000"/>
                <a:alpha val="25000"/>
              </a:schemeClr>
            </a:glow>
          </a:effectLst>
        </c:spPr>
        <c:marker>
          <c:symbol val="circle"/>
          <c:size val="5"/>
          <c:spPr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  <a:effectLst>
              <a:glow rad="63500">
                <a:schemeClr val="accent3">
                  <a:satMod val="175000"/>
                  <a:alpha val="25000"/>
                </a:schemeClr>
              </a:glo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noFill/>
          <a:ln w="9525" cap="flat" cmpd="sng" algn="ctr">
            <a:solidFill>
              <a:schemeClr val="accent3"/>
            </a:solidFill>
            <a:miter lim="800000"/>
          </a:ln>
          <a:effectLst>
            <a:glow rad="63500">
              <a:schemeClr val="accent3">
                <a:satMod val="175000"/>
                <a:alpha val="25000"/>
              </a:schemeClr>
            </a:glow>
          </a:effectLst>
        </c:spPr>
        <c:marker>
          <c:symbol val="circle"/>
          <c:size val="5"/>
          <c:spPr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  <a:effectLst>
              <a:glow rad="63500">
                <a:schemeClr val="accent3">
                  <a:satMod val="175000"/>
                  <a:alpha val="25000"/>
                </a:schemeClr>
              </a:glo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noFill/>
          <a:ln w="9525" cap="flat" cmpd="sng" algn="ctr">
            <a:solidFill>
              <a:schemeClr val="accent3"/>
            </a:solidFill>
            <a:miter lim="800000"/>
          </a:ln>
          <a:effectLst>
            <a:glow rad="63500">
              <a:schemeClr val="accent3">
                <a:satMod val="175000"/>
                <a:alpha val="25000"/>
              </a:schemeClr>
            </a:glow>
          </a:effectLst>
        </c:spPr>
        <c:marker>
          <c:symbol val="circle"/>
          <c:size val="5"/>
          <c:spPr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  <a:effectLst>
              <a:glow rad="63500">
                <a:schemeClr val="accent3">
                  <a:satMod val="175000"/>
                  <a:alpha val="25000"/>
                </a:schemeClr>
              </a:glo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noFill/>
          <a:ln w="9525" cap="flat" cmpd="sng" algn="ctr">
            <a:solidFill>
              <a:schemeClr val="accent3"/>
            </a:solidFill>
            <a:miter lim="800000"/>
          </a:ln>
          <a:effectLst>
            <a:glow rad="63500">
              <a:schemeClr val="accent3">
                <a:satMod val="175000"/>
                <a:alpha val="25000"/>
              </a:schemeClr>
            </a:glow>
          </a:effectLst>
        </c:spPr>
        <c:marker>
          <c:symbol val="circle"/>
          <c:size val="5"/>
          <c:spPr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  <a:effectLst>
              <a:glow rad="63500">
                <a:schemeClr val="accent3">
                  <a:satMod val="175000"/>
                  <a:alpha val="25000"/>
                </a:schemeClr>
              </a:glo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noFill/>
          <a:ln w="9525" cap="flat" cmpd="sng" algn="ctr">
            <a:solidFill>
              <a:schemeClr val="accent3"/>
            </a:solidFill>
            <a:miter lim="800000"/>
          </a:ln>
          <a:effectLst>
            <a:glow rad="63500">
              <a:schemeClr val="accent3">
                <a:satMod val="175000"/>
                <a:alpha val="25000"/>
              </a:schemeClr>
            </a:glow>
          </a:effectLst>
        </c:spPr>
        <c:marker>
          <c:symbol val="circle"/>
          <c:size val="5"/>
          <c:spPr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  <a:effectLst>
              <a:glow rad="63500">
                <a:schemeClr val="accent3">
                  <a:satMod val="175000"/>
                  <a:alpha val="25000"/>
                </a:schemeClr>
              </a:glo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'q3'!$B$3</c:f>
              <c:strCache>
                <c:ptCount val="1"/>
                <c:pt idx="0">
                  <c:v>Sum of CustomerID</c:v>
                </c:pt>
              </c:strCache>
            </c:strRef>
          </c:tx>
          <c:spPr>
            <a:ln w="22225" cap="rnd">
              <a:solidFill>
                <a:schemeClr val="accent3">
                  <a:shade val="76000"/>
                </a:schemeClr>
              </a:solidFill>
            </a:ln>
            <a:effectLst>
              <a:glow rad="139700">
                <a:schemeClr val="accent3">
                  <a:shade val="76000"/>
                  <a:satMod val="175000"/>
                  <a:alpha val="14000"/>
                </a:schemeClr>
              </a:glow>
            </a:effectLst>
          </c:spPr>
          <c:marker>
            <c:symbol val="none"/>
          </c:marker>
          <c:cat>
            <c:strRef>
              <c:f>'q3'!$A$4:$A$370</c:f>
              <c:strCache>
                <c:ptCount val="366"/>
                <c:pt idx="0">
                  <c:v>820.25</c:v>
                </c:pt>
                <c:pt idx="1">
                  <c:v>965.4</c:v>
                </c:pt>
                <c:pt idx="2">
                  <c:v>1170.64</c:v>
                </c:pt>
                <c:pt idx="3">
                  <c:v>1392.67</c:v>
                </c:pt>
                <c:pt idx="4">
                  <c:v>1470.87</c:v>
                </c:pt>
                <c:pt idx="5">
                  <c:v>1510.3</c:v>
                </c:pt>
                <c:pt idx="6">
                  <c:v>1536.13</c:v>
                </c:pt>
                <c:pt idx="7">
                  <c:v>1560.02</c:v>
                </c:pt>
                <c:pt idx="8">
                  <c:v>1670.51</c:v>
                </c:pt>
                <c:pt idx="9">
                  <c:v>1681.86</c:v>
                </c:pt>
                <c:pt idx="10">
                  <c:v>1687.86</c:v>
                </c:pt>
                <c:pt idx="11">
                  <c:v>1730.43</c:v>
                </c:pt>
                <c:pt idx="12">
                  <c:v>1762.38</c:v>
                </c:pt>
                <c:pt idx="13">
                  <c:v>1882.98</c:v>
                </c:pt>
                <c:pt idx="14">
                  <c:v>1937.58</c:v>
                </c:pt>
                <c:pt idx="15">
                  <c:v>1978.27</c:v>
                </c:pt>
                <c:pt idx="16">
                  <c:v>1979.08</c:v>
                </c:pt>
                <c:pt idx="17">
                  <c:v>1993.69</c:v>
                </c:pt>
                <c:pt idx="18">
                  <c:v>2049.73</c:v>
                </c:pt>
                <c:pt idx="19">
                  <c:v>2080.14</c:v>
                </c:pt>
                <c:pt idx="20">
                  <c:v>2122.46</c:v>
                </c:pt>
                <c:pt idx="21">
                  <c:v>2124.95</c:v>
                </c:pt>
                <c:pt idx="22">
                  <c:v>2141.12</c:v>
                </c:pt>
                <c:pt idx="23">
                  <c:v>2149.14</c:v>
                </c:pt>
                <c:pt idx="24">
                  <c:v>2196.03</c:v>
                </c:pt>
                <c:pt idx="25">
                  <c:v>2356.59</c:v>
                </c:pt>
                <c:pt idx="26">
                  <c:v>2456.13</c:v>
                </c:pt>
                <c:pt idx="27">
                  <c:v>2485.28</c:v>
                </c:pt>
                <c:pt idx="28">
                  <c:v>2526.96</c:v>
                </c:pt>
                <c:pt idx="29">
                  <c:v>2570.66</c:v>
                </c:pt>
                <c:pt idx="30">
                  <c:v>2659.57</c:v>
                </c:pt>
                <c:pt idx="31">
                  <c:v>2692.02</c:v>
                </c:pt>
                <c:pt idx="32">
                  <c:v>2731.1</c:v>
                </c:pt>
                <c:pt idx="33">
                  <c:v>2780.15</c:v>
                </c:pt>
                <c:pt idx="34">
                  <c:v>2791.61</c:v>
                </c:pt>
                <c:pt idx="35">
                  <c:v>2916.98</c:v>
                </c:pt>
                <c:pt idx="36">
                  <c:v>2931.54</c:v>
                </c:pt>
                <c:pt idx="37">
                  <c:v>2976.31</c:v>
                </c:pt>
                <c:pt idx="38">
                  <c:v>2978.19</c:v>
                </c:pt>
                <c:pt idx="39">
                  <c:v>2982.2</c:v>
                </c:pt>
                <c:pt idx="40">
                  <c:v>2984.9</c:v>
                </c:pt>
                <c:pt idx="41">
                  <c:v>3066.12</c:v>
                </c:pt>
                <c:pt idx="42">
                  <c:v>3108.03</c:v>
                </c:pt>
                <c:pt idx="43">
                  <c:v>3141.27</c:v>
                </c:pt>
                <c:pt idx="44">
                  <c:v>3163.11</c:v>
                </c:pt>
                <c:pt idx="45">
                  <c:v>3182.42</c:v>
                </c:pt>
                <c:pt idx="46">
                  <c:v>3209.84</c:v>
                </c:pt>
                <c:pt idx="47">
                  <c:v>3224.01</c:v>
                </c:pt>
                <c:pt idx="48">
                  <c:v>3251.87</c:v>
                </c:pt>
                <c:pt idx="49">
                  <c:v>3253.24</c:v>
                </c:pt>
                <c:pt idx="50">
                  <c:v>3330.54</c:v>
                </c:pt>
                <c:pt idx="51">
                  <c:v>3331.1</c:v>
                </c:pt>
                <c:pt idx="52">
                  <c:v>3350.14</c:v>
                </c:pt>
                <c:pt idx="53">
                  <c:v>3417.73</c:v>
                </c:pt>
                <c:pt idx="54">
                  <c:v>3423.4</c:v>
                </c:pt>
                <c:pt idx="55">
                  <c:v>3432.64</c:v>
                </c:pt>
                <c:pt idx="56">
                  <c:v>3473.15</c:v>
                </c:pt>
                <c:pt idx="57">
                  <c:v>3498.01</c:v>
                </c:pt>
                <c:pt idx="58">
                  <c:v>3516.04</c:v>
                </c:pt>
                <c:pt idx="59">
                  <c:v>3542.81</c:v>
                </c:pt>
                <c:pt idx="60">
                  <c:v>3564.09</c:v>
                </c:pt>
                <c:pt idx="61">
                  <c:v>3565.75</c:v>
                </c:pt>
                <c:pt idx="62">
                  <c:v>3572.89</c:v>
                </c:pt>
                <c:pt idx="63">
                  <c:v>3594.77</c:v>
                </c:pt>
                <c:pt idx="64">
                  <c:v>3598.2</c:v>
                </c:pt>
                <c:pt idx="65">
                  <c:v>3628.09</c:v>
                </c:pt>
                <c:pt idx="66">
                  <c:v>3636.06</c:v>
                </c:pt>
                <c:pt idx="67">
                  <c:v>3640.93</c:v>
                </c:pt>
                <c:pt idx="68">
                  <c:v>3650.51</c:v>
                </c:pt>
                <c:pt idx="69">
                  <c:v>3651.7</c:v>
                </c:pt>
                <c:pt idx="70">
                  <c:v>3653.36</c:v>
                </c:pt>
                <c:pt idx="71">
                  <c:v>3655.96</c:v>
                </c:pt>
                <c:pt idx="72">
                  <c:v>3669.05</c:v>
                </c:pt>
                <c:pt idx="73">
                  <c:v>3672.79</c:v>
                </c:pt>
                <c:pt idx="74">
                  <c:v>3672.96</c:v>
                </c:pt>
                <c:pt idx="75">
                  <c:v>3684.18</c:v>
                </c:pt>
                <c:pt idx="76">
                  <c:v>3701.09</c:v>
                </c:pt>
                <c:pt idx="77">
                  <c:v>3718.6</c:v>
                </c:pt>
                <c:pt idx="78">
                  <c:v>3732.47</c:v>
                </c:pt>
                <c:pt idx="79">
                  <c:v>3736.63</c:v>
                </c:pt>
                <c:pt idx="80">
                  <c:v>3740.47</c:v>
                </c:pt>
                <c:pt idx="81">
                  <c:v>3752.13</c:v>
                </c:pt>
                <c:pt idx="82">
                  <c:v>3755.01</c:v>
                </c:pt>
                <c:pt idx="83">
                  <c:v>3767.58</c:v>
                </c:pt>
                <c:pt idx="84">
                  <c:v>3792.58</c:v>
                </c:pt>
                <c:pt idx="85">
                  <c:v>3794.22</c:v>
                </c:pt>
                <c:pt idx="86">
                  <c:v>3804.85</c:v>
                </c:pt>
                <c:pt idx="87">
                  <c:v>3817.89</c:v>
                </c:pt>
                <c:pt idx="88">
                  <c:v>3830.68</c:v>
                </c:pt>
                <c:pt idx="89">
                  <c:v>3837.87</c:v>
                </c:pt>
                <c:pt idx="90">
                  <c:v>3853.73</c:v>
                </c:pt>
                <c:pt idx="91">
                  <c:v>3862.1</c:v>
                </c:pt>
                <c:pt idx="92">
                  <c:v>3869.25</c:v>
                </c:pt>
                <c:pt idx="93">
                  <c:v>3877.2</c:v>
                </c:pt>
                <c:pt idx="94">
                  <c:v>3899.05</c:v>
                </c:pt>
                <c:pt idx="95">
                  <c:v>3980.23</c:v>
                </c:pt>
                <c:pt idx="96">
                  <c:v>3984</c:v>
                </c:pt>
                <c:pt idx="97">
                  <c:v>3993.64</c:v>
                </c:pt>
                <c:pt idx="98">
                  <c:v>3997.56</c:v>
                </c:pt>
                <c:pt idx="99">
                  <c:v>4028.1</c:v>
                </c:pt>
                <c:pt idx="100">
                  <c:v>4056.67</c:v>
                </c:pt>
                <c:pt idx="101">
                  <c:v>4079.34</c:v>
                </c:pt>
                <c:pt idx="102">
                  <c:v>4084.43</c:v>
                </c:pt>
                <c:pt idx="103">
                  <c:v>4097.22</c:v>
                </c:pt>
                <c:pt idx="104">
                  <c:v>4103.13</c:v>
                </c:pt>
                <c:pt idx="105">
                  <c:v>4105.63</c:v>
                </c:pt>
                <c:pt idx="106">
                  <c:v>4108.88</c:v>
                </c:pt>
                <c:pt idx="107">
                  <c:v>4116.22</c:v>
                </c:pt>
                <c:pt idx="108">
                  <c:v>4117.36</c:v>
                </c:pt>
                <c:pt idx="109">
                  <c:v>4120.94</c:v>
                </c:pt>
                <c:pt idx="110">
                  <c:v>4127.19</c:v>
                </c:pt>
                <c:pt idx="111">
                  <c:v>4131.19</c:v>
                </c:pt>
                <c:pt idx="112">
                  <c:v>4143.02</c:v>
                </c:pt>
                <c:pt idx="113">
                  <c:v>4152.13</c:v>
                </c:pt>
                <c:pt idx="114">
                  <c:v>4177.75</c:v>
                </c:pt>
                <c:pt idx="115">
                  <c:v>4177.76</c:v>
                </c:pt>
                <c:pt idx="116">
                  <c:v>4188.98</c:v>
                </c:pt>
                <c:pt idx="117">
                  <c:v>4227.39</c:v>
                </c:pt>
                <c:pt idx="118">
                  <c:v>4227.95</c:v>
                </c:pt>
                <c:pt idx="119">
                  <c:v>4234.31</c:v>
                </c:pt>
                <c:pt idx="120">
                  <c:v>4248.14</c:v>
                </c:pt>
                <c:pt idx="121">
                  <c:v>4249.21</c:v>
                </c:pt>
                <c:pt idx="122">
                  <c:v>4249.45</c:v>
                </c:pt>
                <c:pt idx="123">
                  <c:v>4260.92</c:v>
                </c:pt>
                <c:pt idx="124">
                  <c:v>4268.28</c:v>
                </c:pt>
                <c:pt idx="125">
                  <c:v>4283.56</c:v>
                </c:pt>
                <c:pt idx="126">
                  <c:v>4294.09</c:v>
                </c:pt>
                <c:pt idx="127">
                  <c:v>4296.81</c:v>
                </c:pt>
                <c:pt idx="128">
                  <c:v>4307.62</c:v>
                </c:pt>
                <c:pt idx="129">
                  <c:v>4310.85</c:v>
                </c:pt>
                <c:pt idx="130">
                  <c:v>4312.5</c:v>
                </c:pt>
                <c:pt idx="131">
                  <c:v>4327.02</c:v>
                </c:pt>
                <c:pt idx="132">
                  <c:v>4365.81</c:v>
                </c:pt>
                <c:pt idx="133">
                  <c:v>4370.67</c:v>
                </c:pt>
                <c:pt idx="134">
                  <c:v>4375.26</c:v>
                </c:pt>
                <c:pt idx="135">
                  <c:v>4393.03</c:v>
                </c:pt>
                <c:pt idx="136">
                  <c:v>4394.83</c:v>
                </c:pt>
                <c:pt idx="137">
                  <c:v>4395.73</c:v>
                </c:pt>
                <c:pt idx="138">
                  <c:v>4401.56</c:v>
                </c:pt>
                <c:pt idx="139">
                  <c:v>4408.06</c:v>
                </c:pt>
                <c:pt idx="140">
                  <c:v>4408.61</c:v>
                </c:pt>
                <c:pt idx="141">
                  <c:v>4409.19</c:v>
                </c:pt>
                <c:pt idx="142">
                  <c:v>4409.27</c:v>
                </c:pt>
                <c:pt idx="143">
                  <c:v>4415.27</c:v>
                </c:pt>
                <c:pt idx="144">
                  <c:v>4418.53</c:v>
                </c:pt>
                <c:pt idx="145">
                  <c:v>4428.32</c:v>
                </c:pt>
                <c:pt idx="146">
                  <c:v>4435.12</c:v>
                </c:pt>
                <c:pt idx="147">
                  <c:v>4437.58</c:v>
                </c:pt>
                <c:pt idx="148">
                  <c:v>4439.9</c:v>
                </c:pt>
                <c:pt idx="149">
                  <c:v>4441.38</c:v>
                </c:pt>
                <c:pt idx="150">
                  <c:v>4478.16</c:v>
                </c:pt>
                <c:pt idx="151">
                  <c:v>4478.79</c:v>
                </c:pt>
                <c:pt idx="152">
                  <c:v>4486.8</c:v>
                </c:pt>
                <c:pt idx="153">
                  <c:v>4506.42</c:v>
                </c:pt>
                <c:pt idx="154">
                  <c:v>4511.94</c:v>
                </c:pt>
                <c:pt idx="155">
                  <c:v>4514.85</c:v>
                </c:pt>
                <c:pt idx="156">
                  <c:v>4519.59</c:v>
                </c:pt>
                <c:pt idx="157">
                  <c:v>4521.31</c:v>
                </c:pt>
                <c:pt idx="158">
                  <c:v>4523.41</c:v>
                </c:pt>
                <c:pt idx="159">
                  <c:v>4553.01</c:v>
                </c:pt>
                <c:pt idx="160">
                  <c:v>4564.34</c:v>
                </c:pt>
                <c:pt idx="161">
                  <c:v>4571.31</c:v>
                </c:pt>
                <c:pt idx="162">
                  <c:v>4586.43</c:v>
                </c:pt>
                <c:pt idx="163">
                  <c:v>4593.58</c:v>
                </c:pt>
                <c:pt idx="164">
                  <c:v>4622.49</c:v>
                </c:pt>
                <c:pt idx="165">
                  <c:v>4626.87</c:v>
                </c:pt>
                <c:pt idx="166">
                  <c:v>4631.25</c:v>
                </c:pt>
                <c:pt idx="167">
                  <c:v>4639.99</c:v>
                </c:pt>
                <c:pt idx="168">
                  <c:v>4642.31</c:v>
                </c:pt>
                <c:pt idx="169">
                  <c:v>4642.34</c:v>
                </c:pt>
                <c:pt idx="170">
                  <c:v>4651.7</c:v>
                </c:pt>
                <c:pt idx="171">
                  <c:v>4653.81</c:v>
                </c:pt>
                <c:pt idx="172">
                  <c:v>4660.74</c:v>
                </c:pt>
                <c:pt idx="173">
                  <c:v>4661.61</c:v>
                </c:pt>
                <c:pt idx="174">
                  <c:v>4662.28</c:v>
                </c:pt>
                <c:pt idx="175">
                  <c:v>4663.67</c:v>
                </c:pt>
                <c:pt idx="176">
                  <c:v>4665.47</c:v>
                </c:pt>
                <c:pt idx="177">
                  <c:v>4668.34</c:v>
                </c:pt>
                <c:pt idx="178">
                  <c:v>4674.31</c:v>
                </c:pt>
                <c:pt idx="179">
                  <c:v>4683.99</c:v>
                </c:pt>
                <c:pt idx="180">
                  <c:v>4700.69</c:v>
                </c:pt>
                <c:pt idx="181">
                  <c:v>4734.68</c:v>
                </c:pt>
                <c:pt idx="182">
                  <c:v>4736.19</c:v>
                </c:pt>
                <c:pt idx="183">
                  <c:v>4737.08</c:v>
                </c:pt>
                <c:pt idx="184">
                  <c:v>4738.89</c:v>
                </c:pt>
                <c:pt idx="185">
                  <c:v>4740.91</c:v>
                </c:pt>
                <c:pt idx="186">
                  <c:v>4747</c:v>
                </c:pt>
                <c:pt idx="187">
                  <c:v>4749.49</c:v>
                </c:pt>
                <c:pt idx="188">
                  <c:v>4752.63</c:v>
                </c:pt>
                <c:pt idx="189">
                  <c:v>4771.32</c:v>
                </c:pt>
                <c:pt idx="190">
                  <c:v>4797.87</c:v>
                </c:pt>
                <c:pt idx="191">
                  <c:v>4798.34</c:v>
                </c:pt>
                <c:pt idx="192">
                  <c:v>4799.66</c:v>
                </c:pt>
                <c:pt idx="193">
                  <c:v>4801.66</c:v>
                </c:pt>
                <c:pt idx="194">
                  <c:v>4807.25</c:v>
                </c:pt>
                <c:pt idx="195">
                  <c:v>4831.31</c:v>
                </c:pt>
                <c:pt idx="196">
                  <c:v>4835.35</c:v>
                </c:pt>
                <c:pt idx="197">
                  <c:v>4842.68</c:v>
                </c:pt>
                <c:pt idx="198">
                  <c:v>4853.34</c:v>
                </c:pt>
                <c:pt idx="199">
                  <c:v>4855.19</c:v>
                </c:pt>
                <c:pt idx="200">
                  <c:v>4863.31</c:v>
                </c:pt>
                <c:pt idx="201">
                  <c:v>4890.41</c:v>
                </c:pt>
                <c:pt idx="202">
                  <c:v>4907.19</c:v>
                </c:pt>
                <c:pt idx="203">
                  <c:v>4916.14</c:v>
                </c:pt>
                <c:pt idx="204">
                  <c:v>4919.84</c:v>
                </c:pt>
                <c:pt idx="205">
                  <c:v>4925.35</c:v>
                </c:pt>
                <c:pt idx="206">
                  <c:v>4942.13</c:v>
                </c:pt>
                <c:pt idx="207">
                  <c:v>4946.56</c:v>
                </c:pt>
                <c:pt idx="208">
                  <c:v>4950.93</c:v>
                </c:pt>
                <c:pt idx="209">
                  <c:v>4969.84</c:v>
                </c:pt>
                <c:pt idx="210">
                  <c:v>4973.27</c:v>
                </c:pt>
                <c:pt idx="211">
                  <c:v>4973.98</c:v>
                </c:pt>
                <c:pt idx="212">
                  <c:v>4989.36</c:v>
                </c:pt>
                <c:pt idx="213">
                  <c:v>4991.44</c:v>
                </c:pt>
                <c:pt idx="214">
                  <c:v>5004.83</c:v>
                </c:pt>
                <c:pt idx="215">
                  <c:v>5007.32</c:v>
                </c:pt>
                <c:pt idx="216">
                  <c:v>5009.36</c:v>
                </c:pt>
                <c:pt idx="217">
                  <c:v>5015.98</c:v>
                </c:pt>
                <c:pt idx="218">
                  <c:v>5037.41</c:v>
                </c:pt>
                <c:pt idx="219">
                  <c:v>5073.51</c:v>
                </c:pt>
                <c:pt idx="220">
                  <c:v>5098.46</c:v>
                </c:pt>
                <c:pt idx="221">
                  <c:v>5100.89</c:v>
                </c:pt>
                <c:pt idx="222">
                  <c:v>5107.67</c:v>
                </c:pt>
                <c:pt idx="223">
                  <c:v>5113.63</c:v>
                </c:pt>
                <c:pt idx="224">
                  <c:v>5117.28</c:v>
                </c:pt>
                <c:pt idx="225">
                  <c:v>5133.7</c:v>
                </c:pt>
                <c:pt idx="226">
                  <c:v>5143.39</c:v>
                </c:pt>
                <c:pt idx="227">
                  <c:v>5143.59</c:v>
                </c:pt>
                <c:pt idx="228">
                  <c:v>5150.62</c:v>
                </c:pt>
                <c:pt idx="229">
                  <c:v>5154.78</c:v>
                </c:pt>
                <c:pt idx="230">
                  <c:v>5163.46</c:v>
                </c:pt>
                <c:pt idx="231">
                  <c:v>5178.57</c:v>
                </c:pt>
                <c:pt idx="232">
                  <c:v>5191.02</c:v>
                </c:pt>
                <c:pt idx="233">
                  <c:v>5192.8</c:v>
                </c:pt>
                <c:pt idx="234">
                  <c:v>5194.16</c:v>
                </c:pt>
                <c:pt idx="235">
                  <c:v>5196.64</c:v>
                </c:pt>
                <c:pt idx="236">
                  <c:v>5219.46</c:v>
                </c:pt>
                <c:pt idx="237">
                  <c:v>5220.16</c:v>
                </c:pt>
                <c:pt idx="238">
                  <c:v>5223.08</c:v>
                </c:pt>
                <c:pt idx="239">
                  <c:v>5230.76</c:v>
                </c:pt>
                <c:pt idx="240">
                  <c:v>5258.6</c:v>
                </c:pt>
                <c:pt idx="241">
                  <c:v>5271</c:v>
                </c:pt>
                <c:pt idx="242">
                  <c:v>5285.79</c:v>
                </c:pt>
                <c:pt idx="243">
                  <c:v>5287.02</c:v>
                </c:pt>
                <c:pt idx="244">
                  <c:v>5299.54</c:v>
                </c:pt>
                <c:pt idx="245">
                  <c:v>5305.79</c:v>
                </c:pt>
                <c:pt idx="246">
                  <c:v>5321.52</c:v>
                </c:pt>
                <c:pt idx="247">
                  <c:v>5327.25</c:v>
                </c:pt>
                <c:pt idx="248">
                  <c:v>5330.34</c:v>
                </c:pt>
                <c:pt idx="249">
                  <c:v>5346.18</c:v>
                </c:pt>
                <c:pt idx="250">
                  <c:v>5348.39</c:v>
                </c:pt>
                <c:pt idx="251">
                  <c:v>5358.1</c:v>
                </c:pt>
                <c:pt idx="252">
                  <c:v>5381.94</c:v>
                </c:pt>
                <c:pt idx="253">
                  <c:v>5400.77</c:v>
                </c:pt>
                <c:pt idx="254">
                  <c:v>5406.31</c:v>
                </c:pt>
                <c:pt idx="255">
                  <c:v>5407.55</c:v>
                </c:pt>
                <c:pt idx="256">
                  <c:v>5408.1</c:v>
                </c:pt>
                <c:pt idx="257">
                  <c:v>5411.39</c:v>
                </c:pt>
                <c:pt idx="258">
                  <c:v>5424.97</c:v>
                </c:pt>
                <c:pt idx="259">
                  <c:v>5441.62</c:v>
                </c:pt>
                <c:pt idx="260">
                  <c:v>5444.24</c:v>
                </c:pt>
                <c:pt idx="261">
                  <c:v>5457.58</c:v>
                </c:pt>
                <c:pt idx="262">
                  <c:v>5472.6</c:v>
                </c:pt>
                <c:pt idx="263">
                  <c:v>5475.15</c:v>
                </c:pt>
                <c:pt idx="264">
                  <c:v>5476.58</c:v>
                </c:pt>
                <c:pt idx="265">
                  <c:v>5484.92</c:v>
                </c:pt>
                <c:pt idx="266">
                  <c:v>5486.46</c:v>
                </c:pt>
                <c:pt idx="267">
                  <c:v>5511.57</c:v>
                </c:pt>
                <c:pt idx="268">
                  <c:v>5515.44</c:v>
                </c:pt>
                <c:pt idx="269">
                  <c:v>5519.73</c:v>
                </c:pt>
                <c:pt idx="270">
                  <c:v>5519.94</c:v>
                </c:pt>
                <c:pt idx="271">
                  <c:v>5546.67</c:v>
                </c:pt>
                <c:pt idx="272">
                  <c:v>5552.49</c:v>
                </c:pt>
                <c:pt idx="273">
                  <c:v>5556.17</c:v>
                </c:pt>
                <c:pt idx="274">
                  <c:v>5563.83</c:v>
                </c:pt>
                <c:pt idx="275">
                  <c:v>5587.49</c:v>
                </c:pt>
                <c:pt idx="276">
                  <c:v>5608.26</c:v>
                </c:pt>
                <c:pt idx="277">
                  <c:v>5612.93</c:v>
                </c:pt>
                <c:pt idx="278">
                  <c:v>5614.35</c:v>
                </c:pt>
                <c:pt idx="279">
                  <c:v>5659.34</c:v>
                </c:pt>
                <c:pt idx="280">
                  <c:v>5697.6</c:v>
                </c:pt>
                <c:pt idx="281">
                  <c:v>5717.07</c:v>
                </c:pt>
                <c:pt idx="282">
                  <c:v>5743.71</c:v>
                </c:pt>
                <c:pt idx="283">
                  <c:v>5753.56</c:v>
                </c:pt>
                <c:pt idx="284">
                  <c:v>5754.92</c:v>
                </c:pt>
                <c:pt idx="285">
                  <c:v>5780.26</c:v>
                </c:pt>
                <c:pt idx="286">
                  <c:v>5783.08</c:v>
                </c:pt>
                <c:pt idx="287">
                  <c:v>5789.42</c:v>
                </c:pt>
                <c:pt idx="288">
                  <c:v>5817.18</c:v>
                </c:pt>
                <c:pt idx="289">
                  <c:v>5819.58</c:v>
                </c:pt>
                <c:pt idx="290">
                  <c:v>5830.24</c:v>
                </c:pt>
                <c:pt idx="291">
                  <c:v>5844.64</c:v>
                </c:pt>
                <c:pt idx="292">
                  <c:v>5864.69</c:v>
                </c:pt>
                <c:pt idx="293">
                  <c:v>5872.23</c:v>
                </c:pt>
                <c:pt idx="294">
                  <c:v>5874.99</c:v>
                </c:pt>
                <c:pt idx="295">
                  <c:v>5880.22</c:v>
                </c:pt>
                <c:pt idx="296">
                  <c:v>5881.66</c:v>
                </c:pt>
                <c:pt idx="297">
                  <c:v>5931.73</c:v>
                </c:pt>
                <c:pt idx="298">
                  <c:v>5951.71</c:v>
                </c:pt>
                <c:pt idx="299">
                  <c:v>5981.51</c:v>
                </c:pt>
                <c:pt idx="300">
                  <c:v>6019.93</c:v>
                </c:pt>
                <c:pt idx="301">
                  <c:v>6046.6</c:v>
                </c:pt>
                <c:pt idx="302">
                  <c:v>6048.51</c:v>
                </c:pt>
                <c:pt idx="303">
                  <c:v>6053.18</c:v>
                </c:pt>
                <c:pt idx="304">
                  <c:v>6058.75</c:v>
                </c:pt>
                <c:pt idx="305">
                  <c:v>6066.29</c:v>
                </c:pt>
                <c:pt idx="306">
                  <c:v>6074.56</c:v>
                </c:pt>
                <c:pt idx="307">
                  <c:v>6076.38</c:v>
                </c:pt>
                <c:pt idx="308">
                  <c:v>6117.14</c:v>
                </c:pt>
                <c:pt idx="309">
                  <c:v>6143.34</c:v>
                </c:pt>
                <c:pt idx="310">
                  <c:v>6158.91</c:v>
                </c:pt>
                <c:pt idx="311">
                  <c:v>6168.04</c:v>
                </c:pt>
                <c:pt idx="312">
                  <c:v>6171.9</c:v>
                </c:pt>
                <c:pt idx="313">
                  <c:v>6268.28</c:v>
                </c:pt>
                <c:pt idx="314">
                  <c:v>6339.32</c:v>
                </c:pt>
                <c:pt idx="315">
                  <c:v>6375.08</c:v>
                </c:pt>
                <c:pt idx="316">
                  <c:v>6400.95</c:v>
                </c:pt>
                <c:pt idx="317">
                  <c:v>6426.69</c:v>
                </c:pt>
                <c:pt idx="318">
                  <c:v>6440.1</c:v>
                </c:pt>
                <c:pt idx="319">
                  <c:v>6473.53</c:v>
                </c:pt>
                <c:pt idx="320">
                  <c:v>6526.49</c:v>
                </c:pt>
                <c:pt idx="321">
                  <c:v>6546.58</c:v>
                </c:pt>
                <c:pt idx="322">
                  <c:v>6607.11</c:v>
                </c:pt>
                <c:pt idx="323">
                  <c:v>6699.69</c:v>
                </c:pt>
                <c:pt idx="324">
                  <c:v>6702.1</c:v>
                </c:pt>
                <c:pt idx="325">
                  <c:v>6713.1</c:v>
                </c:pt>
                <c:pt idx="326">
                  <c:v>6716.48</c:v>
                </c:pt>
                <c:pt idx="327">
                  <c:v>6727.61</c:v>
                </c:pt>
                <c:pt idx="328">
                  <c:v>6757.58</c:v>
                </c:pt>
                <c:pt idx="329">
                  <c:v>6771.55</c:v>
                </c:pt>
                <c:pt idx="330">
                  <c:v>6784.07</c:v>
                </c:pt>
                <c:pt idx="331">
                  <c:v>6809.46</c:v>
                </c:pt>
                <c:pt idx="332">
                  <c:v>6825.78</c:v>
                </c:pt>
                <c:pt idx="333">
                  <c:v>6852.38</c:v>
                </c:pt>
                <c:pt idx="334">
                  <c:v>6896.14</c:v>
                </c:pt>
                <c:pt idx="335">
                  <c:v>6904.23</c:v>
                </c:pt>
                <c:pt idx="336">
                  <c:v>6920.57</c:v>
                </c:pt>
                <c:pt idx="337">
                  <c:v>6924.5</c:v>
                </c:pt>
                <c:pt idx="338">
                  <c:v>6964.3</c:v>
                </c:pt>
                <c:pt idx="339">
                  <c:v>7049.13</c:v>
                </c:pt>
                <c:pt idx="340">
                  <c:v>7078.84</c:v>
                </c:pt>
                <c:pt idx="341">
                  <c:v>7079.52</c:v>
                </c:pt>
                <c:pt idx="342">
                  <c:v>7100.42</c:v>
                </c:pt>
                <c:pt idx="343">
                  <c:v>7116.98</c:v>
                </c:pt>
                <c:pt idx="344">
                  <c:v>7205.5</c:v>
                </c:pt>
                <c:pt idx="345">
                  <c:v>7246.84</c:v>
                </c:pt>
                <c:pt idx="346">
                  <c:v>7329.71</c:v>
                </c:pt>
                <c:pt idx="347">
                  <c:v>7376.39</c:v>
                </c:pt>
                <c:pt idx="348">
                  <c:v>7390.82</c:v>
                </c:pt>
                <c:pt idx="349">
                  <c:v>7396.87</c:v>
                </c:pt>
                <c:pt idx="350">
                  <c:v>7428.55</c:v>
                </c:pt>
                <c:pt idx="351">
                  <c:v>7434.31</c:v>
                </c:pt>
                <c:pt idx="352">
                  <c:v>7435.97</c:v>
                </c:pt>
                <c:pt idx="353">
                  <c:v>7449.65</c:v>
                </c:pt>
                <c:pt idx="354">
                  <c:v>7551.38</c:v>
                </c:pt>
                <c:pt idx="355">
                  <c:v>7556.93</c:v>
                </c:pt>
                <c:pt idx="356">
                  <c:v>7577.45</c:v>
                </c:pt>
                <c:pt idx="357">
                  <c:v>7612.73</c:v>
                </c:pt>
                <c:pt idx="358">
                  <c:v>7749.46</c:v>
                </c:pt>
                <c:pt idx="359">
                  <c:v>7897.2</c:v>
                </c:pt>
                <c:pt idx="360">
                  <c:v>7980.36</c:v>
                </c:pt>
                <c:pt idx="361">
                  <c:v>8287.83</c:v>
                </c:pt>
                <c:pt idx="362">
                  <c:v>8296.85</c:v>
                </c:pt>
                <c:pt idx="363">
                  <c:v>8349.02</c:v>
                </c:pt>
                <c:pt idx="364">
                  <c:v>8555.3</c:v>
                </c:pt>
                <c:pt idx="365">
                  <c:v>(blank)</c:v>
                </c:pt>
              </c:strCache>
            </c:strRef>
          </c:cat>
          <c:val>
            <c:numRef>
              <c:f>'q3'!$B$4:$B$370</c:f>
              <c:numCache>
                <c:formatCode>General</c:formatCode>
                <c:ptCount val="366"/>
                <c:pt idx="0">
                  <c:v>2066464</c:v>
                </c:pt>
                <c:pt idx="1">
                  <c:v>649251</c:v>
                </c:pt>
                <c:pt idx="2">
                  <c:v>1103050</c:v>
                </c:pt>
                <c:pt idx="3">
                  <c:v>2333783</c:v>
                </c:pt>
                <c:pt idx="4">
                  <c:v>1949318</c:v>
                </c:pt>
                <c:pt idx="5">
                  <c:v>4043412</c:v>
                </c:pt>
                <c:pt idx="6">
                  <c:v>1493136</c:v>
                </c:pt>
                <c:pt idx="7">
                  <c:v>2454971</c:v>
                </c:pt>
                <c:pt idx="8">
                  <c:v>2875070</c:v>
                </c:pt>
                <c:pt idx="9">
                  <c:v>3036746</c:v>
                </c:pt>
                <c:pt idx="10">
                  <c:v>2705568</c:v>
                </c:pt>
                <c:pt idx="11">
                  <c:v>1401592</c:v>
                </c:pt>
                <c:pt idx="12">
                  <c:v>3297404</c:v>
                </c:pt>
                <c:pt idx="13">
                  <c:v>1380384</c:v>
                </c:pt>
                <c:pt idx="14">
                  <c:v>2536082</c:v>
                </c:pt>
                <c:pt idx="15">
                  <c:v>1817456</c:v>
                </c:pt>
                <c:pt idx="16">
                  <c:v>2272904</c:v>
                </c:pt>
                <c:pt idx="17">
                  <c:v>625466</c:v>
                </c:pt>
                <c:pt idx="18">
                  <c:v>1896379</c:v>
                </c:pt>
                <c:pt idx="19">
                  <c:v>2987704</c:v>
                </c:pt>
                <c:pt idx="20">
                  <c:v>2670036</c:v>
                </c:pt>
                <c:pt idx="21">
                  <c:v>2491605</c:v>
                </c:pt>
                <c:pt idx="22">
                  <c:v>3512794</c:v>
                </c:pt>
                <c:pt idx="23">
                  <c:v>2712812</c:v>
                </c:pt>
                <c:pt idx="24">
                  <c:v>2458126</c:v>
                </c:pt>
                <c:pt idx="25">
                  <c:v>2399285</c:v>
                </c:pt>
                <c:pt idx="26">
                  <c:v>1095770</c:v>
                </c:pt>
                <c:pt idx="27">
                  <c:v>3983146</c:v>
                </c:pt>
                <c:pt idx="28">
                  <c:v>1556154</c:v>
                </c:pt>
                <c:pt idx="29">
                  <c:v>2226299</c:v>
                </c:pt>
                <c:pt idx="30">
                  <c:v>1367338</c:v>
                </c:pt>
                <c:pt idx="31">
                  <c:v>2212266</c:v>
                </c:pt>
                <c:pt idx="32">
                  <c:v>884490</c:v>
                </c:pt>
                <c:pt idx="33">
                  <c:v>2613413</c:v>
                </c:pt>
                <c:pt idx="34">
                  <c:v>1839020</c:v>
                </c:pt>
                <c:pt idx="35">
                  <c:v>1319195</c:v>
                </c:pt>
                <c:pt idx="36">
                  <c:v>1494319</c:v>
                </c:pt>
                <c:pt idx="37">
                  <c:v>800688</c:v>
                </c:pt>
                <c:pt idx="38">
                  <c:v>2210970</c:v>
                </c:pt>
                <c:pt idx="39">
                  <c:v>2325085</c:v>
                </c:pt>
                <c:pt idx="40">
                  <c:v>2333626</c:v>
                </c:pt>
                <c:pt idx="41">
                  <c:v>2246569</c:v>
                </c:pt>
                <c:pt idx="42">
                  <c:v>746562</c:v>
                </c:pt>
                <c:pt idx="43">
                  <c:v>2365570</c:v>
                </c:pt>
                <c:pt idx="44">
                  <c:v>1901797</c:v>
                </c:pt>
                <c:pt idx="45">
                  <c:v>2462573</c:v>
                </c:pt>
                <c:pt idx="46">
                  <c:v>2345110</c:v>
                </c:pt>
                <c:pt idx="47">
                  <c:v>2727390</c:v>
                </c:pt>
                <c:pt idx="48">
                  <c:v>1942740</c:v>
                </c:pt>
                <c:pt idx="49">
                  <c:v>3120369</c:v>
                </c:pt>
                <c:pt idx="50">
                  <c:v>2819225</c:v>
                </c:pt>
                <c:pt idx="51">
                  <c:v>4186882</c:v>
                </c:pt>
                <c:pt idx="52">
                  <c:v>2935900</c:v>
                </c:pt>
                <c:pt idx="53">
                  <c:v>3032081</c:v>
                </c:pt>
                <c:pt idx="54">
                  <c:v>3578814</c:v>
                </c:pt>
                <c:pt idx="55">
                  <c:v>441279</c:v>
                </c:pt>
                <c:pt idx="56">
                  <c:v>1271886</c:v>
                </c:pt>
                <c:pt idx="57">
                  <c:v>2728160</c:v>
                </c:pt>
                <c:pt idx="58">
                  <c:v>1978274</c:v>
                </c:pt>
                <c:pt idx="59">
                  <c:v>3638370</c:v>
                </c:pt>
                <c:pt idx="60">
                  <c:v>1045903</c:v>
                </c:pt>
                <c:pt idx="61">
                  <c:v>2241894</c:v>
                </c:pt>
                <c:pt idx="62">
                  <c:v>1448576</c:v>
                </c:pt>
                <c:pt idx="63">
                  <c:v>2003567</c:v>
                </c:pt>
                <c:pt idx="64">
                  <c:v>2060898</c:v>
                </c:pt>
                <c:pt idx="65">
                  <c:v>3407831</c:v>
                </c:pt>
                <c:pt idx="66">
                  <c:v>2288388</c:v>
                </c:pt>
                <c:pt idx="67">
                  <c:v>901535</c:v>
                </c:pt>
                <c:pt idx="68">
                  <c:v>1582361</c:v>
                </c:pt>
                <c:pt idx="69">
                  <c:v>3211879</c:v>
                </c:pt>
                <c:pt idx="70">
                  <c:v>1928539</c:v>
                </c:pt>
                <c:pt idx="71">
                  <c:v>4240501</c:v>
                </c:pt>
                <c:pt idx="72">
                  <c:v>2764034</c:v>
                </c:pt>
                <c:pt idx="73">
                  <c:v>1447512</c:v>
                </c:pt>
                <c:pt idx="74">
                  <c:v>4080355</c:v>
                </c:pt>
                <c:pt idx="75">
                  <c:v>2729882</c:v>
                </c:pt>
                <c:pt idx="76">
                  <c:v>2397499</c:v>
                </c:pt>
                <c:pt idx="77">
                  <c:v>2085745</c:v>
                </c:pt>
                <c:pt idx="78">
                  <c:v>3362622</c:v>
                </c:pt>
                <c:pt idx="79">
                  <c:v>1871165</c:v>
                </c:pt>
                <c:pt idx="80">
                  <c:v>2547197</c:v>
                </c:pt>
                <c:pt idx="81">
                  <c:v>1862856</c:v>
                </c:pt>
                <c:pt idx="82">
                  <c:v>1199714</c:v>
                </c:pt>
                <c:pt idx="83">
                  <c:v>2931288</c:v>
                </c:pt>
                <c:pt idx="84">
                  <c:v>4404647</c:v>
                </c:pt>
                <c:pt idx="85">
                  <c:v>1647100</c:v>
                </c:pt>
                <c:pt idx="86">
                  <c:v>2192371</c:v>
                </c:pt>
                <c:pt idx="87">
                  <c:v>1150710</c:v>
                </c:pt>
                <c:pt idx="88">
                  <c:v>2635740</c:v>
                </c:pt>
                <c:pt idx="89">
                  <c:v>2203758</c:v>
                </c:pt>
                <c:pt idx="90">
                  <c:v>1696315</c:v>
                </c:pt>
                <c:pt idx="91">
                  <c:v>1613436</c:v>
                </c:pt>
                <c:pt idx="92">
                  <c:v>2834759</c:v>
                </c:pt>
                <c:pt idx="93">
                  <c:v>1932648</c:v>
                </c:pt>
                <c:pt idx="94">
                  <c:v>2143712</c:v>
                </c:pt>
                <c:pt idx="95">
                  <c:v>455000</c:v>
                </c:pt>
                <c:pt idx="96">
                  <c:v>1975524</c:v>
                </c:pt>
                <c:pt idx="97">
                  <c:v>2849208</c:v>
                </c:pt>
                <c:pt idx="98">
                  <c:v>2193472</c:v>
                </c:pt>
                <c:pt idx="99">
                  <c:v>2682017</c:v>
                </c:pt>
                <c:pt idx="100">
                  <c:v>2949726</c:v>
                </c:pt>
                <c:pt idx="101">
                  <c:v>2589318</c:v>
                </c:pt>
                <c:pt idx="102">
                  <c:v>3257781</c:v>
                </c:pt>
                <c:pt idx="103">
                  <c:v>3195968</c:v>
                </c:pt>
                <c:pt idx="104">
                  <c:v>3244228</c:v>
                </c:pt>
                <c:pt idx="105">
                  <c:v>3535888</c:v>
                </c:pt>
                <c:pt idx="106">
                  <c:v>3884508</c:v>
                </c:pt>
                <c:pt idx="107">
                  <c:v>1766381</c:v>
                </c:pt>
                <c:pt idx="108">
                  <c:v>2608414</c:v>
                </c:pt>
                <c:pt idx="109">
                  <c:v>2240274</c:v>
                </c:pt>
                <c:pt idx="110">
                  <c:v>2619372</c:v>
                </c:pt>
                <c:pt idx="111">
                  <c:v>2122520</c:v>
                </c:pt>
                <c:pt idx="112">
                  <c:v>1555307</c:v>
                </c:pt>
                <c:pt idx="113">
                  <c:v>1922637</c:v>
                </c:pt>
                <c:pt idx="114">
                  <c:v>1985515</c:v>
                </c:pt>
                <c:pt idx="115">
                  <c:v>2410774</c:v>
                </c:pt>
                <c:pt idx="116">
                  <c:v>3696486</c:v>
                </c:pt>
                <c:pt idx="117">
                  <c:v>2478454</c:v>
                </c:pt>
                <c:pt idx="118">
                  <c:v>1086612</c:v>
                </c:pt>
                <c:pt idx="119">
                  <c:v>2481159</c:v>
                </c:pt>
                <c:pt idx="120">
                  <c:v>2182995</c:v>
                </c:pt>
                <c:pt idx="121">
                  <c:v>1479790</c:v>
                </c:pt>
                <c:pt idx="122">
                  <c:v>2822113</c:v>
                </c:pt>
                <c:pt idx="123">
                  <c:v>1429972</c:v>
                </c:pt>
                <c:pt idx="124">
                  <c:v>1802980</c:v>
                </c:pt>
                <c:pt idx="125">
                  <c:v>2038509</c:v>
                </c:pt>
                <c:pt idx="126">
                  <c:v>2592916</c:v>
                </c:pt>
                <c:pt idx="127">
                  <c:v>3138280</c:v>
                </c:pt>
                <c:pt idx="128">
                  <c:v>1210935</c:v>
                </c:pt>
                <c:pt idx="129">
                  <c:v>1478595</c:v>
                </c:pt>
                <c:pt idx="130">
                  <c:v>2858450</c:v>
                </c:pt>
                <c:pt idx="131">
                  <c:v>2325260</c:v>
                </c:pt>
                <c:pt idx="132">
                  <c:v>2994799</c:v>
                </c:pt>
                <c:pt idx="133">
                  <c:v>1275894</c:v>
                </c:pt>
                <c:pt idx="134">
                  <c:v>2724175</c:v>
                </c:pt>
                <c:pt idx="135">
                  <c:v>2111039</c:v>
                </c:pt>
                <c:pt idx="136">
                  <c:v>2475559</c:v>
                </c:pt>
                <c:pt idx="137">
                  <c:v>2729829</c:v>
                </c:pt>
                <c:pt idx="138">
                  <c:v>3481473</c:v>
                </c:pt>
                <c:pt idx="139">
                  <c:v>2119716</c:v>
                </c:pt>
                <c:pt idx="140">
                  <c:v>3762011</c:v>
                </c:pt>
                <c:pt idx="141">
                  <c:v>2918746</c:v>
                </c:pt>
                <c:pt idx="142">
                  <c:v>1359735</c:v>
                </c:pt>
                <c:pt idx="143">
                  <c:v>1165236</c:v>
                </c:pt>
                <c:pt idx="144">
                  <c:v>1785499</c:v>
                </c:pt>
                <c:pt idx="145">
                  <c:v>2474039</c:v>
                </c:pt>
                <c:pt idx="146">
                  <c:v>2223700</c:v>
                </c:pt>
                <c:pt idx="147">
                  <c:v>1836501</c:v>
                </c:pt>
                <c:pt idx="148">
                  <c:v>1983332</c:v>
                </c:pt>
                <c:pt idx="149">
                  <c:v>3580474</c:v>
                </c:pt>
                <c:pt idx="150">
                  <c:v>2004466</c:v>
                </c:pt>
                <c:pt idx="151">
                  <c:v>1124346</c:v>
                </c:pt>
                <c:pt idx="152">
                  <c:v>3701996</c:v>
                </c:pt>
                <c:pt idx="153">
                  <c:v>1337893</c:v>
                </c:pt>
                <c:pt idx="154">
                  <c:v>2109238</c:v>
                </c:pt>
                <c:pt idx="155">
                  <c:v>1630503</c:v>
                </c:pt>
                <c:pt idx="156">
                  <c:v>2720085</c:v>
                </c:pt>
                <c:pt idx="157">
                  <c:v>1876134</c:v>
                </c:pt>
                <c:pt idx="158">
                  <c:v>2421519</c:v>
                </c:pt>
                <c:pt idx="159">
                  <c:v>921205</c:v>
                </c:pt>
                <c:pt idx="160">
                  <c:v>3038090</c:v>
                </c:pt>
                <c:pt idx="161">
                  <c:v>2826297</c:v>
                </c:pt>
                <c:pt idx="162">
                  <c:v>1100028</c:v>
                </c:pt>
                <c:pt idx="163">
                  <c:v>1074255</c:v>
                </c:pt>
                <c:pt idx="164">
                  <c:v>2796553</c:v>
                </c:pt>
                <c:pt idx="165">
                  <c:v>1929874</c:v>
                </c:pt>
                <c:pt idx="166">
                  <c:v>2955312</c:v>
                </c:pt>
                <c:pt idx="167">
                  <c:v>2285367</c:v>
                </c:pt>
                <c:pt idx="168">
                  <c:v>1875868</c:v>
                </c:pt>
                <c:pt idx="169">
                  <c:v>3780359</c:v>
                </c:pt>
                <c:pt idx="170">
                  <c:v>853684</c:v>
                </c:pt>
                <c:pt idx="171">
                  <c:v>2508572</c:v>
                </c:pt>
                <c:pt idx="172">
                  <c:v>3287078</c:v>
                </c:pt>
                <c:pt idx="173">
                  <c:v>2099987</c:v>
                </c:pt>
                <c:pt idx="174">
                  <c:v>3079102</c:v>
                </c:pt>
                <c:pt idx="175">
                  <c:v>2155688</c:v>
                </c:pt>
                <c:pt idx="176">
                  <c:v>2321807</c:v>
                </c:pt>
                <c:pt idx="177">
                  <c:v>3275451</c:v>
                </c:pt>
                <c:pt idx="178">
                  <c:v>1015661</c:v>
                </c:pt>
                <c:pt idx="179">
                  <c:v>2756371</c:v>
                </c:pt>
                <c:pt idx="180">
                  <c:v>1349226</c:v>
                </c:pt>
                <c:pt idx="181">
                  <c:v>827336</c:v>
                </c:pt>
                <c:pt idx="182">
                  <c:v>2470258</c:v>
                </c:pt>
                <c:pt idx="183">
                  <c:v>1999004</c:v>
                </c:pt>
                <c:pt idx="184">
                  <c:v>2224478</c:v>
                </c:pt>
                <c:pt idx="185">
                  <c:v>1150552</c:v>
                </c:pt>
                <c:pt idx="186">
                  <c:v>2387240</c:v>
                </c:pt>
                <c:pt idx="187">
                  <c:v>2755690</c:v>
                </c:pt>
                <c:pt idx="188">
                  <c:v>1734766</c:v>
                </c:pt>
                <c:pt idx="189">
                  <c:v>3115270</c:v>
                </c:pt>
                <c:pt idx="190">
                  <c:v>2858622</c:v>
                </c:pt>
                <c:pt idx="191">
                  <c:v>1342131</c:v>
                </c:pt>
                <c:pt idx="192">
                  <c:v>1640116</c:v>
                </c:pt>
                <c:pt idx="193">
                  <c:v>2431304</c:v>
                </c:pt>
                <c:pt idx="194">
                  <c:v>2407315</c:v>
                </c:pt>
                <c:pt idx="195">
                  <c:v>3232751</c:v>
                </c:pt>
                <c:pt idx="196">
                  <c:v>2404471</c:v>
                </c:pt>
                <c:pt idx="197">
                  <c:v>2728196</c:v>
                </c:pt>
                <c:pt idx="198">
                  <c:v>2352870</c:v>
                </c:pt>
                <c:pt idx="199">
                  <c:v>2403718</c:v>
                </c:pt>
                <c:pt idx="200">
                  <c:v>2671169</c:v>
                </c:pt>
                <c:pt idx="201">
                  <c:v>1002402</c:v>
                </c:pt>
                <c:pt idx="202">
                  <c:v>1267184</c:v>
                </c:pt>
                <c:pt idx="203">
                  <c:v>2076416</c:v>
                </c:pt>
                <c:pt idx="204">
                  <c:v>2155515</c:v>
                </c:pt>
                <c:pt idx="205">
                  <c:v>3827883</c:v>
                </c:pt>
                <c:pt idx="206">
                  <c:v>2495619</c:v>
                </c:pt>
                <c:pt idx="207">
                  <c:v>3586270</c:v>
                </c:pt>
                <c:pt idx="208">
                  <c:v>2702994</c:v>
                </c:pt>
                <c:pt idx="209">
                  <c:v>833501</c:v>
                </c:pt>
                <c:pt idx="210">
                  <c:v>1558862</c:v>
                </c:pt>
                <c:pt idx="211">
                  <c:v>2351553</c:v>
                </c:pt>
                <c:pt idx="212">
                  <c:v>4743346</c:v>
                </c:pt>
                <c:pt idx="213">
                  <c:v>1543056</c:v>
                </c:pt>
                <c:pt idx="214">
                  <c:v>3887058</c:v>
                </c:pt>
                <c:pt idx="215">
                  <c:v>2167472</c:v>
                </c:pt>
                <c:pt idx="216">
                  <c:v>1980512</c:v>
                </c:pt>
                <c:pt idx="217">
                  <c:v>2698596</c:v>
                </c:pt>
                <c:pt idx="218">
                  <c:v>2005880</c:v>
                </c:pt>
                <c:pt idx="219">
                  <c:v>1876868</c:v>
                </c:pt>
                <c:pt idx="220">
                  <c:v>1837951</c:v>
                </c:pt>
                <c:pt idx="221">
                  <c:v>1611605</c:v>
                </c:pt>
                <c:pt idx="222">
                  <c:v>2765176</c:v>
                </c:pt>
                <c:pt idx="223">
                  <c:v>2394794</c:v>
                </c:pt>
                <c:pt idx="224">
                  <c:v>2947679</c:v>
                </c:pt>
                <c:pt idx="225">
                  <c:v>1159167</c:v>
                </c:pt>
                <c:pt idx="226">
                  <c:v>2741034</c:v>
                </c:pt>
                <c:pt idx="227">
                  <c:v>1615746</c:v>
                </c:pt>
                <c:pt idx="228">
                  <c:v>2291838</c:v>
                </c:pt>
                <c:pt idx="229">
                  <c:v>1542386</c:v>
                </c:pt>
                <c:pt idx="230">
                  <c:v>4090990</c:v>
                </c:pt>
                <c:pt idx="231">
                  <c:v>2765506</c:v>
                </c:pt>
                <c:pt idx="232">
                  <c:v>1960409</c:v>
                </c:pt>
                <c:pt idx="233">
                  <c:v>4719324</c:v>
                </c:pt>
                <c:pt idx="234">
                  <c:v>2279727</c:v>
                </c:pt>
                <c:pt idx="235">
                  <c:v>3720256</c:v>
                </c:pt>
                <c:pt idx="236">
                  <c:v>3042455</c:v>
                </c:pt>
                <c:pt idx="237">
                  <c:v>1391135</c:v>
                </c:pt>
                <c:pt idx="238">
                  <c:v>2692788</c:v>
                </c:pt>
                <c:pt idx="239">
                  <c:v>2074192</c:v>
                </c:pt>
                <c:pt idx="240">
                  <c:v>2039509</c:v>
                </c:pt>
                <c:pt idx="241">
                  <c:v>1084280</c:v>
                </c:pt>
                <c:pt idx="242">
                  <c:v>3113143</c:v>
                </c:pt>
                <c:pt idx="243">
                  <c:v>718919</c:v>
                </c:pt>
                <c:pt idx="244">
                  <c:v>1654221</c:v>
                </c:pt>
                <c:pt idx="245">
                  <c:v>1743669</c:v>
                </c:pt>
                <c:pt idx="246">
                  <c:v>3677518</c:v>
                </c:pt>
                <c:pt idx="247">
                  <c:v>1665820</c:v>
                </c:pt>
                <c:pt idx="248">
                  <c:v>2134655</c:v>
                </c:pt>
                <c:pt idx="249">
                  <c:v>1515222</c:v>
                </c:pt>
                <c:pt idx="250">
                  <c:v>946232</c:v>
                </c:pt>
                <c:pt idx="251">
                  <c:v>2254747</c:v>
                </c:pt>
                <c:pt idx="252">
                  <c:v>787440</c:v>
                </c:pt>
                <c:pt idx="253">
                  <c:v>1003159</c:v>
                </c:pt>
                <c:pt idx="254">
                  <c:v>2991259</c:v>
                </c:pt>
                <c:pt idx="255">
                  <c:v>2580761</c:v>
                </c:pt>
                <c:pt idx="256">
                  <c:v>1355246</c:v>
                </c:pt>
                <c:pt idx="257">
                  <c:v>3307978</c:v>
                </c:pt>
                <c:pt idx="258">
                  <c:v>3233455</c:v>
                </c:pt>
                <c:pt idx="259">
                  <c:v>755744</c:v>
                </c:pt>
                <c:pt idx="260">
                  <c:v>3603756</c:v>
                </c:pt>
                <c:pt idx="261">
                  <c:v>3859930</c:v>
                </c:pt>
                <c:pt idx="262">
                  <c:v>1493605</c:v>
                </c:pt>
                <c:pt idx="263">
                  <c:v>756213</c:v>
                </c:pt>
                <c:pt idx="264">
                  <c:v>3938857</c:v>
                </c:pt>
                <c:pt idx="265">
                  <c:v>3592216</c:v>
                </c:pt>
                <c:pt idx="266">
                  <c:v>633207</c:v>
                </c:pt>
                <c:pt idx="267">
                  <c:v>1773671</c:v>
                </c:pt>
                <c:pt idx="268">
                  <c:v>1630480</c:v>
                </c:pt>
                <c:pt idx="269">
                  <c:v>2664325</c:v>
                </c:pt>
                <c:pt idx="270">
                  <c:v>1107107</c:v>
                </c:pt>
                <c:pt idx="271">
                  <c:v>2550554</c:v>
                </c:pt>
                <c:pt idx="272">
                  <c:v>2635989</c:v>
                </c:pt>
                <c:pt idx="273">
                  <c:v>2145523</c:v>
                </c:pt>
                <c:pt idx="274">
                  <c:v>4463355</c:v>
                </c:pt>
                <c:pt idx="275">
                  <c:v>1873891</c:v>
                </c:pt>
                <c:pt idx="276">
                  <c:v>1097180</c:v>
                </c:pt>
                <c:pt idx="277">
                  <c:v>3176128</c:v>
                </c:pt>
                <c:pt idx="278">
                  <c:v>1274742</c:v>
                </c:pt>
                <c:pt idx="279">
                  <c:v>1792480</c:v>
                </c:pt>
                <c:pt idx="280">
                  <c:v>1541070</c:v>
                </c:pt>
                <c:pt idx="281">
                  <c:v>2777256</c:v>
                </c:pt>
                <c:pt idx="282">
                  <c:v>1253427</c:v>
                </c:pt>
                <c:pt idx="283">
                  <c:v>2068953</c:v>
                </c:pt>
                <c:pt idx="284">
                  <c:v>3037780</c:v>
                </c:pt>
                <c:pt idx="285">
                  <c:v>2608022</c:v>
                </c:pt>
                <c:pt idx="286">
                  <c:v>1893212</c:v>
                </c:pt>
                <c:pt idx="287">
                  <c:v>2069903</c:v>
                </c:pt>
                <c:pt idx="288">
                  <c:v>2253236</c:v>
                </c:pt>
                <c:pt idx="289">
                  <c:v>4746063</c:v>
                </c:pt>
                <c:pt idx="290">
                  <c:v>1958201</c:v>
                </c:pt>
                <c:pt idx="291">
                  <c:v>1182420</c:v>
                </c:pt>
                <c:pt idx="292">
                  <c:v>794249</c:v>
                </c:pt>
                <c:pt idx="293">
                  <c:v>2300108</c:v>
                </c:pt>
                <c:pt idx="294">
                  <c:v>2826735</c:v>
                </c:pt>
                <c:pt idx="295">
                  <c:v>2268829</c:v>
                </c:pt>
                <c:pt idx="296">
                  <c:v>1146047</c:v>
                </c:pt>
                <c:pt idx="297">
                  <c:v>1722653</c:v>
                </c:pt>
                <c:pt idx="298">
                  <c:v>778104</c:v>
                </c:pt>
                <c:pt idx="299">
                  <c:v>1635683</c:v>
                </c:pt>
                <c:pt idx="300">
                  <c:v>1013508</c:v>
                </c:pt>
                <c:pt idx="301">
                  <c:v>1490008</c:v>
                </c:pt>
                <c:pt idx="302">
                  <c:v>2334540</c:v>
                </c:pt>
                <c:pt idx="303">
                  <c:v>1196110</c:v>
                </c:pt>
                <c:pt idx="304">
                  <c:v>951043</c:v>
                </c:pt>
                <c:pt idx="305">
                  <c:v>1791664</c:v>
                </c:pt>
                <c:pt idx="306">
                  <c:v>2133952</c:v>
                </c:pt>
                <c:pt idx="307">
                  <c:v>3232573</c:v>
                </c:pt>
                <c:pt idx="308">
                  <c:v>2651001</c:v>
                </c:pt>
                <c:pt idx="309">
                  <c:v>1073564</c:v>
                </c:pt>
                <c:pt idx="310">
                  <c:v>1510082</c:v>
                </c:pt>
                <c:pt idx="311">
                  <c:v>1374296</c:v>
                </c:pt>
                <c:pt idx="312">
                  <c:v>3272119</c:v>
                </c:pt>
                <c:pt idx="313">
                  <c:v>1727228</c:v>
                </c:pt>
                <c:pt idx="314">
                  <c:v>2211469</c:v>
                </c:pt>
                <c:pt idx="315">
                  <c:v>2438564</c:v>
                </c:pt>
                <c:pt idx="316">
                  <c:v>1977500</c:v>
                </c:pt>
                <c:pt idx="317">
                  <c:v>1696389</c:v>
                </c:pt>
                <c:pt idx="318">
                  <c:v>2293872</c:v>
                </c:pt>
                <c:pt idx="319">
                  <c:v>3288637</c:v>
                </c:pt>
                <c:pt idx="320">
                  <c:v>2815200</c:v>
                </c:pt>
                <c:pt idx="321">
                  <c:v>1366588</c:v>
                </c:pt>
                <c:pt idx="322">
                  <c:v>895481</c:v>
                </c:pt>
                <c:pt idx="323">
                  <c:v>715804</c:v>
                </c:pt>
                <c:pt idx="324">
                  <c:v>2492381</c:v>
                </c:pt>
                <c:pt idx="325">
                  <c:v>1929021</c:v>
                </c:pt>
                <c:pt idx="326">
                  <c:v>2205975</c:v>
                </c:pt>
                <c:pt idx="327">
                  <c:v>1818208</c:v>
                </c:pt>
                <c:pt idx="328">
                  <c:v>1996590</c:v>
                </c:pt>
                <c:pt idx="329">
                  <c:v>2434688</c:v>
                </c:pt>
                <c:pt idx="330">
                  <c:v>2188021</c:v>
                </c:pt>
                <c:pt idx="331">
                  <c:v>1810709</c:v>
                </c:pt>
                <c:pt idx="332">
                  <c:v>1118611</c:v>
                </c:pt>
                <c:pt idx="333">
                  <c:v>3154270</c:v>
                </c:pt>
                <c:pt idx="334">
                  <c:v>3171215</c:v>
                </c:pt>
                <c:pt idx="335">
                  <c:v>2476899</c:v>
                </c:pt>
                <c:pt idx="336">
                  <c:v>842345</c:v>
                </c:pt>
                <c:pt idx="337">
                  <c:v>1380203</c:v>
                </c:pt>
                <c:pt idx="338">
                  <c:v>2305188</c:v>
                </c:pt>
                <c:pt idx="339">
                  <c:v>978080</c:v>
                </c:pt>
                <c:pt idx="340">
                  <c:v>3056113</c:v>
                </c:pt>
                <c:pt idx="341">
                  <c:v>821878</c:v>
                </c:pt>
                <c:pt idx="342">
                  <c:v>3677922</c:v>
                </c:pt>
                <c:pt idx="343">
                  <c:v>1927961</c:v>
                </c:pt>
                <c:pt idx="344">
                  <c:v>2896545</c:v>
                </c:pt>
                <c:pt idx="345">
                  <c:v>1286407</c:v>
                </c:pt>
                <c:pt idx="346">
                  <c:v>3542745</c:v>
                </c:pt>
                <c:pt idx="347">
                  <c:v>2356968</c:v>
                </c:pt>
                <c:pt idx="348">
                  <c:v>1750007</c:v>
                </c:pt>
                <c:pt idx="349">
                  <c:v>1496800</c:v>
                </c:pt>
                <c:pt idx="350">
                  <c:v>2842347</c:v>
                </c:pt>
                <c:pt idx="351">
                  <c:v>3522525</c:v>
                </c:pt>
                <c:pt idx="352">
                  <c:v>1975882</c:v>
                </c:pt>
                <c:pt idx="353">
                  <c:v>2387079</c:v>
                </c:pt>
                <c:pt idx="354">
                  <c:v>1053966</c:v>
                </c:pt>
                <c:pt idx="355">
                  <c:v>2181076</c:v>
                </c:pt>
                <c:pt idx="356">
                  <c:v>3536538</c:v>
                </c:pt>
                <c:pt idx="357">
                  <c:v>2478718</c:v>
                </c:pt>
                <c:pt idx="358">
                  <c:v>466020</c:v>
                </c:pt>
                <c:pt idx="359">
                  <c:v>1844866</c:v>
                </c:pt>
                <c:pt idx="360">
                  <c:v>1811367</c:v>
                </c:pt>
                <c:pt idx="361">
                  <c:v>2837066</c:v>
                </c:pt>
                <c:pt idx="362">
                  <c:v>2782176</c:v>
                </c:pt>
                <c:pt idx="363">
                  <c:v>1660547</c:v>
                </c:pt>
                <c:pt idx="364">
                  <c:v>2871441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1DD-4A6B-BC11-8695442AE691}"/>
            </c:ext>
          </c:extLst>
        </c:ser>
        <c:ser>
          <c:idx val="1"/>
          <c:order val="1"/>
          <c:tx>
            <c:strRef>
              <c:f>'q3'!$C$3</c:f>
              <c:strCache>
                <c:ptCount val="1"/>
                <c:pt idx="0">
                  <c:v>Sum of Total transaction</c:v>
                </c:pt>
              </c:strCache>
            </c:strRef>
          </c:tx>
          <c:spPr>
            <a:ln w="22225" cap="rnd">
              <a:solidFill>
                <a:schemeClr val="accent3">
                  <a:tint val="77000"/>
                </a:schemeClr>
              </a:solidFill>
            </a:ln>
            <a:effectLst>
              <a:glow rad="139700">
                <a:schemeClr val="accent3">
                  <a:tint val="77000"/>
                  <a:satMod val="175000"/>
                  <a:alpha val="14000"/>
                </a:schemeClr>
              </a:glow>
            </a:effectLst>
          </c:spPr>
          <c:marker>
            <c:symbol val="none"/>
          </c:marker>
          <c:cat>
            <c:strRef>
              <c:f>'q3'!$A$4:$A$370</c:f>
              <c:strCache>
                <c:ptCount val="366"/>
                <c:pt idx="0">
                  <c:v>820.25</c:v>
                </c:pt>
                <c:pt idx="1">
                  <c:v>965.4</c:v>
                </c:pt>
                <c:pt idx="2">
                  <c:v>1170.64</c:v>
                </c:pt>
                <c:pt idx="3">
                  <c:v>1392.67</c:v>
                </c:pt>
                <c:pt idx="4">
                  <c:v>1470.87</c:v>
                </c:pt>
                <c:pt idx="5">
                  <c:v>1510.3</c:v>
                </c:pt>
                <c:pt idx="6">
                  <c:v>1536.13</c:v>
                </c:pt>
                <c:pt idx="7">
                  <c:v>1560.02</c:v>
                </c:pt>
                <c:pt idx="8">
                  <c:v>1670.51</c:v>
                </c:pt>
                <c:pt idx="9">
                  <c:v>1681.86</c:v>
                </c:pt>
                <c:pt idx="10">
                  <c:v>1687.86</c:v>
                </c:pt>
                <c:pt idx="11">
                  <c:v>1730.43</c:v>
                </c:pt>
                <c:pt idx="12">
                  <c:v>1762.38</c:v>
                </c:pt>
                <c:pt idx="13">
                  <c:v>1882.98</c:v>
                </c:pt>
                <c:pt idx="14">
                  <c:v>1937.58</c:v>
                </c:pt>
                <c:pt idx="15">
                  <c:v>1978.27</c:v>
                </c:pt>
                <c:pt idx="16">
                  <c:v>1979.08</c:v>
                </c:pt>
                <c:pt idx="17">
                  <c:v>1993.69</c:v>
                </c:pt>
                <c:pt idx="18">
                  <c:v>2049.73</c:v>
                </c:pt>
                <c:pt idx="19">
                  <c:v>2080.14</c:v>
                </c:pt>
                <c:pt idx="20">
                  <c:v>2122.46</c:v>
                </c:pt>
                <c:pt idx="21">
                  <c:v>2124.95</c:v>
                </c:pt>
                <c:pt idx="22">
                  <c:v>2141.12</c:v>
                </c:pt>
                <c:pt idx="23">
                  <c:v>2149.14</c:v>
                </c:pt>
                <c:pt idx="24">
                  <c:v>2196.03</c:v>
                </c:pt>
                <c:pt idx="25">
                  <c:v>2356.59</c:v>
                </c:pt>
                <c:pt idx="26">
                  <c:v>2456.13</c:v>
                </c:pt>
                <c:pt idx="27">
                  <c:v>2485.28</c:v>
                </c:pt>
                <c:pt idx="28">
                  <c:v>2526.96</c:v>
                </c:pt>
                <c:pt idx="29">
                  <c:v>2570.66</c:v>
                </c:pt>
                <c:pt idx="30">
                  <c:v>2659.57</c:v>
                </c:pt>
                <c:pt idx="31">
                  <c:v>2692.02</c:v>
                </c:pt>
                <c:pt idx="32">
                  <c:v>2731.1</c:v>
                </c:pt>
                <c:pt idx="33">
                  <c:v>2780.15</c:v>
                </c:pt>
                <c:pt idx="34">
                  <c:v>2791.61</c:v>
                </c:pt>
                <c:pt idx="35">
                  <c:v>2916.98</c:v>
                </c:pt>
                <c:pt idx="36">
                  <c:v>2931.54</c:v>
                </c:pt>
                <c:pt idx="37">
                  <c:v>2976.31</c:v>
                </c:pt>
                <c:pt idx="38">
                  <c:v>2978.19</c:v>
                </c:pt>
                <c:pt idx="39">
                  <c:v>2982.2</c:v>
                </c:pt>
                <c:pt idx="40">
                  <c:v>2984.9</c:v>
                </c:pt>
                <c:pt idx="41">
                  <c:v>3066.12</c:v>
                </c:pt>
                <c:pt idx="42">
                  <c:v>3108.03</c:v>
                </c:pt>
                <c:pt idx="43">
                  <c:v>3141.27</c:v>
                </c:pt>
                <c:pt idx="44">
                  <c:v>3163.11</c:v>
                </c:pt>
                <c:pt idx="45">
                  <c:v>3182.42</c:v>
                </c:pt>
                <c:pt idx="46">
                  <c:v>3209.84</c:v>
                </c:pt>
                <c:pt idx="47">
                  <c:v>3224.01</c:v>
                </c:pt>
                <c:pt idx="48">
                  <c:v>3251.87</c:v>
                </c:pt>
                <c:pt idx="49">
                  <c:v>3253.24</c:v>
                </c:pt>
                <c:pt idx="50">
                  <c:v>3330.54</c:v>
                </c:pt>
                <c:pt idx="51">
                  <c:v>3331.1</c:v>
                </c:pt>
                <c:pt idx="52">
                  <c:v>3350.14</c:v>
                </c:pt>
                <c:pt idx="53">
                  <c:v>3417.73</c:v>
                </c:pt>
                <c:pt idx="54">
                  <c:v>3423.4</c:v>
                </c:pt>
                <c:pt idx="55">
                  <c:v>3432.64</c:v>
                </c:pt>
                <c:pt idx="56">
                  <c:v>3473.15</c:v>
                </c:pt>
                <c:pt idx="57">
                  <c:v>3498.01</c:v>
                </c:pt>
                <c:pt idx="58">
                  <c:v>3516.04</c:v>
                </c:pt>
                <c:pt idx="59">
                  <c:v>3542.81</c:v>
                </c:pt>
                <c:pt idx="60">
                  <c:v>3564.09</c:v>
                </c:pt>
                <c:pt idx="61">
                  <c:v>3565.75</c:v>
                </c:pt>
                <c:pt idx="62">
                  <c:v>3572.89</c:v>
                </c:pt>
                <c:pt idx="63">
                  <c:v>3594.77</c:v>
                </c:pt>
                <c:pt idx="64">
                  <c:v>3598.2</c:v>
                </c:pt>
                <c:pt idx="65">
                  <c:v>3628.09</c:v>
                </c:pt>
                <c:pt idx="66">
                  <c:v>3636.06</c:v>
                </c:pt>
                <c:pt idx="67">
                  <c:v>3640.93</c:v>
                </c:pt>
                <c:pt idx="68">
                  <c:v>3650.51</c:v>
                </c:pt>
                <c:pt idx="69">
                  <c:v>3651.7</c:v>
                </c:pt>
                <c:pt idx="70">
                  <c:v>3653.36</c:v>
                </c:pt>
                <c:pt idx="71">
                  <c:v>3655.96</c:v>
                </c:pt>
                <c:pt idx="72">
                  <c:v>3669.05</c:v>
                </c:pt>
                <c:pt idx="73">
                  <c:v>3672.79</c:v>
                </c:pt>
                <c:pt idx="74">
                  <c:v>3672.96</c:v>
                </c:pt>
                <c:pt idx="75">
                  <c:v>3684.18</c:v>
                </c:pt>
                <c:pt idx="76">
                  <c:v>3701.09</c:v>
                </c:pt>
                <c:pt idx="77">
                  <c:v>3718.6</c:v>
                </c:pt>
                <c:pt idx="78">
                  <c:v>3732.47</c:v>
                </c:pt>
                <c:pt idx="79">
                  <c:v>3736.63</c:v>
                </c:pt>
                <c:pt idx="80">
                  <c:v>3740.47</c:v>
                </c:pt>
                <c:pt idx="81">
                  <c:v>3752.13</c:v>
                </c:pt>
                <c:pt idx="82">
                  <c:v>3755.01</c:v>
                </c:pt>
                <c:pt idx="83">
                  <c:v>3767.58</c:v>
                </c:pt>
                <c:pt idx="84">
                  <c:v>3792.58</c:v>
                </c:pt>
                <c:pt idx="85">
                  <c:v>3794.22</c:v>
                </c:pt>
                <c:pt idx="86">
                  <c:v>3804.85</c:v>
                </c:pt>
                <c:pt idx="87">
                  <c:v>3817.89</c:v>
                </c:pt>
                <c:pt idx="88">
                  <c:v>3830.68</c:v>
                </c:pt>
                <c:pt idx="89">
                  <c:v>3837.87</c:v>
                </c:pt>
                <c:pt idx="90">
                  <c:v>3853.73</c:v>
                </c:pt>
                <c:pt idx="91">
                  <c:v>3862.1</c:v>
                </c:pt>
                <c:pt idx="92">
                  <c:v>3869.25</c:v>
                </c:pt>
                <c:pt idx="93">
                  <c:v>3877.2</c:v>
                </c:pt>
                <c:pt idx="94">
                  <c:v>3899.05</c:v>
                </c:pt>
                <c:pt idx="95">
                  <c:v>3980.23</c:v>
                </c:pt>
                <c:pt idx="96">
                  <c:v>3984</c:v>
                </c:pt>
                <c:pt idx="97">
                  <c:v>3993.64</c:v>
                </c:pt>
                <c:pt idx="98">
                  <c:v>3997.56</c:v>
                </c:pt>
                <c:pt idx="99">
                  <c:v>4028.1</c:v>
                </c:pt>
                <c:pt idx="100">
                  <c:v>4056.67</c:v>
                </c:pt>
                <c:pt idx="101">
                  <c:v>4079.34</c:v>
                </c:pt>
                <c:pt idx="102">
                  <c:v>4084.43</c:v>
                </c:pt>
                <c:pt idx="103">
                  <c:v>4097.22</c:v>
                </c:pt>
                <c:pt idx="104">
                  <c:v>4103.13</c:v>
                </c:pt>
                <c:pt idx="105">
                  <c:v>4105.63</c:v>
                </c:pt>
                <c:pt idx="106">
                  <c:v>4108.88</c:v>
                </c:pt>
                <c:pt idx="107">
                  <c:v>4116.22</c:v>
                </c:pt>
                <c:pt idx="108">
                  <c:v>4117.36</c:v>
                </c:pt>
                <c:pt idx="109">
                  <c:v>4120.94</c:v>
                </c:pt>
                <c:pt idx="110">
                  <c:v>4127.19</c:v>
                </c:pt>
                <c:pt idx="111">
                  <c:v>4131.19</c:v>
                </c:pt>
                <c:pt idx="112">
                  <c:v>4143.02</c:v>
                </c:pt>
                <c:pt idx="113">
                  <c:v>4152.13</c:v>
                </c:pt>
                <c:pt idx="114">
                  <c:v>4177.75</c:v>
                </c:pt>
                <c:pt idx="115">
                  <c:v>4177.76</c:v>
                </c:pt>
                <c:pt idx="116">
                  <c:v>4188.98</c:v>
                </c:pt>
                <c:pt idx="117">
                  <c:v>4227.39</c:v>
                </c:pt>
                <c:pt idx="118">
                  <c:v>4227.95</c:v>
                </c:pt>
                <c:pt idx="119">
                  <c:v>4234.31</c:v>
                </c:pt>
                <c:pt idx="120">
                  <c:v>4248.14</c:v>
                </c:pt>
                <c:pt idx="121">
                  <c:v>4249.21</c:v>
                </c:pt>
                <c:pt idx="122">
                  <c:v>4249.45</c:v>
                </c:pt>
                <c:pt idx="123">
                  <c:v>4260.92</c:v>
                </c:pt>
                <c:pt idx="124">
                  <c:v>4268.28</c:v>
                </c:pt>
                <c:pt idx="125">
                  <c:v>4283.56</c:v>
                </c:pt>
                <c:pt idx="126">
                  <c:v>4294.09</c:v>
                </c:pt>
                <c:pt idx="127">
                  <c:v>4296.81</c:v>
                </c:pt>
                <c:pt idx="128">
                  <c:v>4307.62</c:v>
                </c:pt>
                <c:pt idx="129">
                  <c:v>4310.85</c:v>
                </c:pt>
                <c:pt idx="130">
                  <c:v>4312.5</c:v>
                </c:pt>
                <c:pt idx="131">
                  <c:v>4327.02</c:v>
                </c:pt>
                <c:pt idx="132">
                  <c:v>4365.81</c:v>
                </c:pt>
                <c:pt idx="133">
                  <c:v>4370.67</c:v>
                </c:pt>
                <c:pt idx="134">
                  <c:v>4375.26</c:v>
                </c:pt>
                <c:pt idx="135">
                  <c:v>4393.03</c:v>
                </c:pt>
                <c:pt idx="136">
                  <c:v>4394.83</c:v>
                </c:pt>
                <c:pt idx="137">
                  <c:v>4395.73</c:v>
                </c:pt>
                <c:pt idx="138">
                  <c:v>4401.56</c:v>
                </c:pt>
                <c:pt idx="139">
                  <c:v>4408.06</c:v>
                </c:pt>
                <c:pt idx="140">
                  <c:v>4408.61</c:v>
                </c:pt>
                <c:pt idx="141">
                  <c:v>4409.19</c:v>
                </c:pt>
                <c:pt idx="142">
                  <c:v>4409.27</c:v>
                </c:pt>
                <c:pt idx="143">
                  <c:v>4415.27</c:v>
                </c:pt>
                <c:pt idx="144">
                  <c:v>4418.53</c:v>
                </c:pt>
                <c:pt idx="145">
                  <c:v>4428.32</c:v>
                </c:pt>
                <c:pt idx="146">
                  <c:v>4435.12</c:v>
                </c:pt>
                <c:pt idx="147">
                  <c:v>4437.58</c:v>
                </c:pt>
                <c:pt idx="148">
                  <c:v>4439.9</c:v>
                </c:pt>
                <c:pt idx="149">
                  <c:v>4441.38</c:v>
                </c:pt>
                <c:pt idx="150">
                  <c:v>4478.16</c:v>
                </c:pt>
                <c:pt idx="151">
                  <c:v>4478.79</c:v>
                </c:pt>
                <c:pt idx="152">
                  <c:v>4486.8</c:v>
                </c:pt>
                <c:pt idx="153">
                  <c:v>4506.42</c:v>
                </c:pt>
                <c:pt idx="154">
                  <c:v>4511.94</c:v>
                </c:pt>
                <c:pt idx="155">
                  <c:v>4514.85</c:v>
                </c:pt>
                <c:pt idx="156">
                  <c:v>4519.59</c:v>
                </c:pt>
                <c:pt idx="157">
                  <c:v>4521.31</c:v>
                </c:pt>
                <c:pt idx="158">
                  <c:v>4523.41</c:v>
                </c:pt>
                <c:pt idx="159">
                  <c:v>4553.01</c:v>
                </c:pt>
                <c:pt idx="160">
                  <c:v>4564.34</c:v>
                </c:pt>
                <c:pt idx="161">
                  <c:v>4571.31</c:v>
                </c:pt>
                <c:pt idx="162">
                  <c:v>4586.43</c:v>
                </c:pt>
                <c:pt idx="163">
                  <c:v>4593.58</c:v>
                </c:pt>
                <c:pt idx="164">
                  <c:v>4622.49</c:v>
                </c:pt>
                <c:pt idx="165">
                  <c:v>4626.87</c:v>
                </c:pt>
                <c:pt idx="166">
                  <c:v>4631.25</c:v>
                </c:pt>
                <c:pt idx="167">
                  <c:v>4639.99</c:v>
                </c:pt>
                <c:pt idx="168">
                  <c:v>4642.31</c:v>
                </c:pt>
                <c:pt idx="169">
                  <c:v>4642.34</c:v>
                </c:pt>
                <c:pt idx="170">
                  <c:v>4651.7</c:v>
                </c:pt>
                <c:pt idx="171">
                  <c:v>4653.81</c:v>
                </c:pt>
                <c:pt idx="172">
                  <c:v>4660.74</c:v>
                </c:pt>
                <c:pt idx="173">
                  <c:v>4661.61</c:v>
                </c:pt>
                <c:pt idx="174">
                  <c:v>4662.28</c:v>
                </c:pt>
                <c:pt idx="175">
                  <c:v>4663.67</c:v>
                </c:pt>
                <c:pt idx="176">
                  <c:v>4665.47</c:v>
                </c:pt>
                <c:pt idx="177">
                  <c:v>4668.34</c:v>
                </c:pt>
                <c:pt idx="178">
                  <c:v>4674.31</c:v>
                </c:pt>
                <c:pt idx="179">
                  <c:v>4683.99</c:v>
                </c:pt>
                <c:pt idx="180">
                  <c:v>4700.69</c:v>
                </c:pt>
                <c:pt idx="181">
                  <c:v>4734.68</c:v>
                </c:pt>
                <c:pt idx="182">
                  <c:v>4736.19</c:v>
                </c:pt>
                <c:pt idx="183">
                  <c:v>4737.08</c:v>
                </c:pt>
                <c:pt idx="184">
                  <c:v>4738.89</c:v>
                </c:pt>
                <c:pt idx="185">
                  <c:v>4740.91</c:v>
                </c:pt>
                <c:pt idx="186">
                  <c:v>4747</c:v>
                </c:pt>
                <c:pt idx="187">
                  <c:v>4749.49</c:v>
                </c:pt>
                <c:pt idx="188">
                  <c:v>4752.63</c:v>
                </c:pt>
                <c:pt idx="189">
                  <c:v>4771.32</c:v>
                </c:pt>
                <c:pt idx="190">
                  <c:v>4797.87</c:v>
                </c:pt>
                <c:pt idx="191">
                  <c:v>4798.34</c:v>
                </c:pt>
                <c:pt idx="192">
                  <c:v>4799.66</c:v>
                </c:pt>
                <c:pt idx="193">
                  <c:v>4801.66</c:v>
                </c:pt>
                <c:pt idx="194">
                  <c:v>4807.25</c:v>
                </c:pt>
                <c:pt idx="195">
                  <c:v>4831.31</c:v>
                </c:pt>
                <c:pt idx="196">
                  <c:v>4835.35</c:v>
                </c:pt>
                <c:pt idx="197">
                  <c:v>4842.68</c:v>
                </c:pt>
                <c:pt idx="198">
                  <c:v>4853.34</c:v>
                </c:pt>
                <c:pt idx="199">
                  <c:v>4855.19</c:v>
                </c:pt>
                <c:pt idx="200">
                  <c:v>4863.31</c:v>
                </c:pt>
                <c:pt idx="201">
                  <c:v>4890.41</c:v>
                </c:pt>
                <c:pt idx="202">
                  <c:v>4907.19</c:v>
                </c:pt>
                <c:pt idx="203">
                  <c:v>4916.14</c:v>
                </c:pt>
                <c:pt idx="204">
                  <c:v>4919.84</c:v>
                </c:pt>
                <c:pt idx="205">
                  <c:v>4925.35</c:v>
                </c:pt>
                <c:pt idx="206">
                  <c:v>4942.13</c:v>
                </c:pt>
                <c:pt idx="207">
                  <c:v>4946.56</c:v>
                </c:pt>
                <c:pt idx="208">
                  <c:v>4950.93</c:v>
                </c:pt>
                <c:pt idx="209">
                  <c:v>4969.84</c:v>
                </c:pt>
                <c:pt idx="210">
                  <c:v>4973.27</c:v>
                </c:pt>
                <c:pt idx="211">
                  <c:v>4973.98</c:v>
                </c:pt>
                <c:pt idx="212">
                  <c:v>4989.36</c:v>
                </c:pt>
                <c:pt idx="213">
                  <c:v>4991.44</c:v>
                </c:pt>
                <c:pt idx="214">
                  <c:v>5004.83</c:v>
                </c:pt>
                <c:pt idx="215">
                  <c:v>5007.32</c:v>
                </c:pt>
                <c:pt idx="216">
                  <c:v>5009.36</c:v>
                </c:pt>
                <c:pt idx="217">
                  <c:v>5015.98</c:v>
                </c:pt>
                <c:pt idx="218">
                  <c:v>5037.41</c:v>
                </c:pt>
                <c:pt idx="219">
                  <c:v>5073.51</c:v>
                </c:pt>
                <c:pt idx="220">
                  <c:v>5098.46</c:v>
                </c:pt>
                <c:pt idx="221">
                  <c:v>5100.89</c:v>
                </c:pt>
                <c:pt idx="222">
                  <c:v>5107.67</c:v>
                </c:pt>
                <c:pt idx="223">
                  <c:v>5113.63</c:v>
                </c:pt>
                <c:pt idx="224">
                  <c:v>5117.28</c:v>
                </c:pt>
                <c:pt idx="225">
                  <c:v>5133.7</c:v>
                </c:pt>
                <c:pt idx="226">
                  <c:v>5143.39</c:v>
                </c:pt>
                <c:pt idx="227">
                  <c:v>5143.59</c:v>
                </c:pt>
                <c:pt idx="228">
                  <c:v>5150.62</c:v>
                </c:pt>
                <c:pt idx="229">
                  <c:v>5154.78</c:v>
                </c:pt>
                <c:pt idx="230">
                  <c:v>5163.46</c:v>
                </c:pt>
                <c:pt idx="231">
                  <c:v>5178.57</c:v>
                </c:pt>
                <c:pt idx="232">
                  <c:v>5191.02</c:v>
                </c:pt>
                <c:pt idx="233">
                  <c:v>5192.8</c:v>
                </c:pt>
                <c:pt idx="234">
                  <c:v>5194.16</c:v>
                </c:pt>
                <c:pt idx="235">
                  <c:v>5196.64</c:v>
                </c:pt>
                <c:pt idx="236">
                  <c:v>5219.46</c:v>
                </c:pt>
                <c:pt idx="237">
                  <c:v>5220.16</c:v>
                </c:pt>
                <c:pt idx="238">
                  <c:v>5223.08</c:v>
                </c:pt>
                <c:pt idx="239">
                  <c:v>5230.76</c:v>
                </c:pt>
                <c:pt idx="240">
                  <c:v>5258.6</c:v>
                </c:pt>
                <c:pt idx="241">
                  <c:v>5271</c:v>
                </c:pt>
                <c:pt idx="242">
                  <c:v>5285.79</c:v>
                </c:pt>
                <c:pt idx="243">
                  <c:v>5287.02</c:v>
                </c:pt>
                <c:pt idx="244">
                  <c:v>5299.54</c:v>
                </c:pt>
                <c:pt idx="245">
                  <c:v>5305.79</c:v>
                </c:pt>
                <c:pt idx="246">
                  <c:v>5321.52</c:v>
                </c:pt>
                <c:pt idx="247">
                  <c:v>5327.25</c:v>
                </c:pt>
                <c:pt idx="248">
                  <c:v>5330.34</c:v>
                </c:pt>
                <c:pt idx="249">
                  <c:v>5346.18</c:v>
                </c:pt>
                <c:pt idx="250">
                  <c:v>5348.39</c:v>
                </c:pt>
                <c:pt idx="251">
                  <c:v>5358.1</c:v>
                </c:pt>
                <c:pt idx="252">
                  <c:v>5381.94</c:v>
                </c:pt>
                <c:pt idx="253">
                  <c:v>5400.77</c:v>
                </c:pt>
                <c:pt idx="254">
                  <c:v>5406.31</c:v>
                </c:pt>
                <c:pt idx="255">
                  <c:v>5407.55</c:v>
                </c:pt>
                <c:pt idx="256">
                  <c:v>5408.1</c:v>
                </c:pt>
                <c:pt idx="257">
                  <c:v>5411.39</c:v>
                </c:pt>
                <c:pt idx="258">
                  <c:v>5424.97</c:v>
                </c:pt>
                <c:pt idx="259">
                  <c:v>5441.62</c:v>
                </c:pt>
                <c:pt idx="260">
                  <c:v>5444.24</c:v>
                </c:pt>
                <c:pt idx="261">
                  <c:v>5457.58</c:v>
                </c:pt>
                <c:pt idx="262">
                  <c:v>5472.6</c:v>
                </c:pt>
                <c:pt idx="263">
                  <c:v>5475.15</c:v>
                </c:pt>
                <c:pt idx="264">
                  <c:v>5476.58</c:v>
                </c:pt>
                <c:pt idx="265">
                  <c:v>5484.92</c:v>
                </c:pt>
                <c:pt idx="266">
                  <c:v>5486.46</c:v>
                </c:pt>
                <c:pt idx="267">
                  <c:v>5511.57</c:v>
                </c:pt>
                <c:pt idx="268">
                  <c:v>5515.44</c:v>
                </c:pt>
                <c:pt idx="269">
                  <c:v>5519.73</c:v>
                </c:pt>
                <c:pt idx="270">
                  <c:v>5519.94</c:v>
                </c:pt>
                <c:pt idx="271">
                  <c:v>5546.67</c:v>
                </c:pt>
                <c:pt idx="272">
                  <c:v>5552.49</c:v>
                </c:pt>
                <c:pt idx="273">
                  <c:v>5556.17</c:v>
                </c:pt>
                <c:pt idx="274">
                  <c:v>5563.83</c:v>
                </c:pt>
                <c:pt idx="275">
                  <c:v>5587.49</c:v>
                </c:pt>
                <c:pt idx="276">
                  <c:v>5608.26</c:v>
                </c:pt>
                <c:pt idx="277">
                  <c:v>5612.93</c:v>
                </c:pt>
                <c:pt idx="278">
                  <c:v>5614.35</c:v>
                </c:pt>
                <c:pt idx="279">
                  <c:v>5659.34</c:v>
                </c:pt>
                <c:pt idx="280">
                  <c:v>5697.6</c:v>
                </c:pt>
                <c:pt idx="281">
                  <c:v>5717.07</c:v>
                </c:pt>
                <c:pt idx="282">
                  <c:v>5743.71</c:v>
                </c:pt>
                <c:pt idx="283">
                  <c:v>5753.56</c:v>
                </c:pt>
                <c:pt idx="284">
                  <c:v>5754.92</c:v>
                </c:pt>
                <c:pt idx="285">
                  <c:v>5780.26</c:v>
                </c:pt>
                <c:pt idx="286">
                  <c:v>5783.08</c:v>
                </c:pt>
                <c:pt idx="287">
                  <c:v>5789.42</c:v>
                </c:pt>
                <c:pt idx="288">
                  <c:v>5817.18</c:v>
                </c:pt>
                <c:pt idx="289">
                  <c:v>5819.58</c:v>
                </c:pt>
                <c:pt idx="290">
                  <c:v>5830.24</c:v>
                </c:pt>
                <c:pt idx="291">
                  <c:v>5844.64</c:v>
                </c:pt>
                <c:pt idx="292">
                  <c:v>5864.69</c:v>
                </c:pt>
                <c:pt idx="293">
                  <c:v>5872.23</c:v>
                </c:pt>
                <c:pt idx="294">
                  <c:v>5874.99</c:v>
                </c:pt>
                <c:pt idx="295">
                  <c:v>5880.22</c:v>
                </c:pt>
                <c:pt idx="296">
                  <c:v>5881.66</c:v>
                </c:pt>
                <c:pt idx="297">
                  <c:v>5931.73</c:v>
                </c:pt>
                <c:pt idx="298">
                  <c:v>5951.71</c:v>
                </c:pt>
                <c:pt idx="299">
                  <c:v>5981.51</c:v>
                </c:pt>
                <c:pt idx="300">
                  <c:v>6019.93</c:v>
                </c:pt>
                <c:pt idx="301">
                  <c:v>6046.6</c:v>
                </c:pt>
                <c:pt idx="302">
                  <c:v>6048.51</c:v>
                </c:pt>
                <c:pt idx="303">
                  <c:v>6053.18</c:v>
                </c:pt>
                <c:pt idx="304">
                  <c:v>6058.75</c:v>
                </c:pt>
                <c:pt idx="305">
                  <c:v>6066.29</c:v>
                </c:pt>
                <c:pt idx="306">
                  <c:v>6074.56</c:v>
                </c:pt>
                <c:pt idx="307">
                  <c:v>6076.38</c:v>
                </c:pt>
                <c:pt idx="308">
                  <c:v>6117.14</c:v>
                </c:pt>
                <c:pt idx="309">
                  <c:v>6143.34</c:v>
                </c:pt>
                <c:pt idx="310">
                  <c:v>6158.91</c:v>
                </c:pt>
                <c:pt idx="311">
                  <c:v>6168.04</c:v>
                </c:pt>
                <c:pt idx="312">
                  <c:v>6171.9</c:v>
                </c:pt>
                <c:pt idx="313">
                  <c:v>6268.28</c:v>
                </c:pt>
                <c:pt idx="314">
                  <c:v>6339.32</c:v>
                </c:pt>
                <c:pt idx="315">
                  <c:v>6375.08</c:v>
                </c:pt>
                <c:pt idx="316">
                  <c:v>6400.95</c:v>
                </c:pt>
                <c:pt idx="317">
                  <c:v>6426.69</c:v>
                </c:pt>
                <c:pt idx="318">
                  <c:v>6440.1</c:v>
                </c:pt>
                <c:pt idx="319">
                  <c:v>6473.53</c:v>
                </c:pt>
                <c:pt idx="320">
                  <c:v>6526.49</c:v>
                </c:pt>
                <c:pt idx="321">
                  <c:v>6546.58</c:v>
                </c:pt>
                <c:pt idx="322">
                  <c:v>6607.11</c:v>
                </c:pt>
                <c:pt idx="323">
                  <c:v>6699.69</c:v>
                </c:pt>
                <c:pt idx="324">
                  <c:v>6702.1</c:v>
                </c:pt>
                <c:pt idx="325">
                  <c:v>6713.1</c:v>
                </c:pt>
                <c:pt idx="326">
                  <c:v>6716.48</c:v>
                </c:pt>
                <c:pt idx="327">
                  <c:v>6727.61</c:v>
                </c:pt>
                <c:pt idx="328">
                  <c:v>6757.58</c:v>
                </c:pt>
                <c:pt idx="329">
                  <c:v>6771.55</c:v>
                </c:pt>
                <c:pt idx="330">
                  <c:v>6784.07</c:v>
                </c:pt>
                <c:pt idx="331">
                  <c:v>6809.46</c:v>
                </c:pt>
                <c:pt idx="332">
                  <c:v>6825.78</c:v>
                </c:pt>
                <c:pt idx="333">
                  <c:v>6852.38</c:v>
                </c:pt>
                <c:pt idx="334">
                  <c:v>6896.14</c:v>
                </c:pt>
                <c:pt idx="335">
                  <c:v>6904.23</c:v>
                </c:pt>
                <c:pt idx="336">
                  <c:v>6920.57</c:v>
                </c:pt>
                <c:pt idx="337">
                  <c:v>6924.5</c:v>
                </c:pt>
                <c:pt idx="338">
                  <c:v>6964.3</c:v>
                </c:pt>
                <c:pt idx="339">
                  <c:v>7049.13</c:v>
                </c:pt>
                <c:pt idx="340">
                  <c:v>7078.84</c:v>
                </c:pt>
                <c:pt idx="341">
                  <c:v>7079.52</c:v>
                </c:pt>
                <c:pt idx="342">
                  <c:v>7100.42</c:v>
                </c:pt>
                <c:pt idx="343">
                  <c:v>7116.98</c:v>
                </c:pt>
                <c:pt idx="344">
                  <c:v>7205.5</c:v>
                </c:pt>
                <c:pt idx="345">
                  <c:v>7246.84</c:v>
                </c:pt>
                <c:pt idx="346">
                  <c:v>7329.71</c:v>
                </c:pt>
                <c:pt idx="347">
                  <c:v>7376.39</c:v>
                </c:pt>
                <c:pt idx="348">
                  <c:v>7390.82</c:v>
                </c:pt>
                <c:pt idx="349">
                  <c:v>7396.87</c:v>
                </c:pt>
                <c:pt idx="350">
                  <c:v>7428.55</c:v>
                </c:pt>
                <c:pt idx="351">
                  <c:v>7434.31</c:v>
                </c:pt>
                <c:pt idx="352">
                  <c:v>7435.97</c:v>
                </c:pt>
                <c:pt idx="353">
                  <c:v>7449.65</c:v>
                </c:pt>
                <c:pt idx="354">
                  <c:v>7551.38</c:v>
                </c:pt>
                <c:pt idx="355">
                  <c:v>7556.93</c:v>
                </c:pt>
                <c:pt idx="356">
                  <c:v>7577.45</c:v>
                </c:pt>
                <c:pt idx="357">
                  <c:v>7612.73</c:v>
                </c:pt>
                <c:pt idx="358">
                  <c:v>7749.46</c:v>
                </c:pt>
                <c:pt idx="359">
                  <c:v>7897.2</c:v>
                </c:pt>
                <c:pt idx="360">
                  <c:v>7980.36</c:v>
                </c:pt>
                <c:pt idx="361">
                  <c:v>8287.83</c:v>
                </c:pt>
                <c:pt idx="362">
                  <c:v>8296.85</c:v>
                </c:pt>
                <c:pt idx="363">
                  <c:v>8349.02</c:v>
                </c:pt>
                <c:pt idx="364">
                  <c:v>8555.3</c:v>
                </c:pt>
                <c:pt idx="365">
                  <c:v>(blank)</c:v>
                </c:pt>
              </c:strCache>
            </c:strRef>
          </c:cat>
          <c:val>
            <c:numRef>
              <c:f>'q3'!$C$4:$C$370</c:f>
              <c:numCache>
                <c:formatCode>General</c:formatCode>
                <c:ptCount val="366"/>
                <c:pt idx="7">
                  <c:v>115441.48000000001</c:v>
                </c:pt>
                <c:pt idx="14">
                  <c:v>125942.70000000007</c:v>
                </c:pt>
                <c:pt idx="18">
                  <c:v>163978.4</c:v>
                </c:pt>
                <c:pt idx="53">
                  <c:v>379368.02999999991</c:v>
                </c:pt>
                <c:pt idx="67">
                  <c:v>152919.05999999988</c:v>
                </c:pt>
                <c:pt idx="130">
                  <c:v>439875</c:v>
                </c:pt>
                <c:pt idx="307">
                  <c:v>905380.62000000058</c:v>
                </c:pt>
                <c:pt idx="327">
                  <c:v>437294.64999999967</c:v>
                </c:pt>
                <c:pt idx="337">
                  <c:v>263131</c:v>
                </c:pt>
                <c:pt idx="350">
                  <c:v>675998.05</c:v>
                </c:pt>
                <c:pt idx="360">
                  <c:v>295273.31999999995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1DD-4A6B-BC11-8695442AE691}"/>
            </c:ext>
          </c:extLst>
        </c:ser>
        <c:dLbls>
          <c:dLblPos val="t"/>
          <c:showLegendKey val="0"/>
          <c:showVal val="0"/>
          <c:showCatName val="0"/>
          <c:showSerName val="0"/>
          <c:showPercent val="0"/>
          <c:showBubbleSize val="0"/>
        </c:dLbls>
        <c:upDownBars>
          <c:gapWidth val="150"/>
          <c:upBars>
            <c:spPr>
              <a:solidFill>
                <a:schemeClr val="lt1">
                  <a:lumMod val="85000"/>
                </a:schemeClr>
              </a:solidFill>
              <a:ln w="9525">
                <a:solidFill>
                  <a:schemeClr val="dk1">
                    <a:lumMod val="50000"/>
                  </a:schemeClr>
                </a:solidFill>
                <a:round/>
              </a:ln>
              <a:effectLst/>
            </c:spPr>
          </c:upBars>
          <c:downBars>
            <c:spPr>
              <a:solidFill>
                <a:schemeClr val="dk1">
                  <a:lumMod val="50000"/>
                  <a:lumOff val="50000"/>
                </a:schemeClr>
              </a:solidFill>
              <a:ln w="9525">
                <a:solidFill>
                  <a:schemeClr val="dk1">
                    <a:lumMod val="75000"/>
                  </a:schemeClr>
                </a:solidFill>
                <a:round/>
              </a:ln>
              <a:effectLst/>
            </c:spPr>
          </c:downBars>
        </c:upDownBars>
        <c:smooth val="0"/>
        <c:axId val="1804414983"/>
        <c:axId val="1804417031"/>
      </c:lineChart>
      <c:catAx>
        <c:axId val="1804414983"/>
        <c:scaling>
          <c:orientation val="minMax"/>
        </c:scaling>
        <c:delete val="0"/>
        <c:axPos val="b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04417031"/>
        <c:crosses val="autoZero"/>
        <c:auto val="1"/>
        <c:lblAlgn val="ctr"/>
        <c:lblOffset val="100"/>
        <c:noMultiLvlLbl val="0"/>
      </c:catAx>
      <c:valAx>
        <c:axId val="1804417031"/>
        <c:scaling>
          <c:orientation val="minMax"/>
        </c:scaling>
        <c:delete val="0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0441498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>
                  <a:lumMod val="7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dk1">
        <a:lumMod val="75000"/>
        <a:lumOff val="25000"/>
      </a:schemeClr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[projecttttttt.xlsx]q4!PivotTable1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cap="none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Product Category Performance</a:t>
            </a:r>
          </a:p>
        </c:rich>
      </c:tx>
      <c:layout>
        <c:manualLayout>
          <c:xMode val="edge"/>
          <c:yMode val="edge"/>
          <c:x val="0.11543783772513004"/>
          <c:y val="4.3448452345600623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cap="none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noFill/>
          <a:ln w="9525" cap="flat" cmpd="sng" algn="ctr">
            <a:solidFill>
              <a:schemeClr val="accent2"/>
            </a:solidFill>
            <a:miter lim="800000"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noFill/>
          <a:ln w="9525" cap="flat" cmpd="sng" algn="ctr">
            <a:solidFill>
              <a:schemeClr val="accent2"/>
            </a:solidFill>
            <a:miter lim="800000"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noFill/>
          <a:ln w="9525" cap="flat" cmpd="sng" algn="ctr">
            <a:solidFill>
              <a:schemeClr val="accent2"/>
            </a:solidFill>
            <a:miter lim="800000"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noFill/>
          <a:ln w="9525" cap="flat" cmpd="sng" algn="ctr">
            <a:solidFill>
              <a:schemeClr val="accent2"/>
            </a:solidFill>
            <a:miter lim="800000"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noFill/>
          <a:ln w="9525" cap="flat" cmpd="sng" algn="ctr">
            <a:solidFill>
              <a:schemeClr val="accent2"/>
            </a:solidFill>
            <a:miter lim="800000"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noFill/>
          <a:ln w="9525" cap="flat" cmpd="sng" algn="ctr">
            <a:solidFill>
              <a:schemeClr val="accent2"/>
            </a:solidFill>
            <a:miter lim="800000"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noFill/>
          <a:ln w="9525" cap="flat" cmpd="sng" algn="ctr">
            <a:solidFill>
              <a:schemeClr val="accent2"/>
            </a:solidFill>
            <a:miter lim="800000"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noFill/>
          <a:ln w="9525" cap="flat" cmpd="sng" algn="ctr">
            <a:solidFill>
              <a:schemeClr val="accent2"/>
            </a:solidFill>
            <a:miter lim="800000"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noFill/>
          <a:ln w="9525" cap="flat" cmpd="sng" algn="ctr">
            <a:solidFill>
              <a:schemeClr val="accent2"/>
            </a:solidFill>
            <a:miter lim="800000"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noFill/>
          <a:ln w="9525" cap="flat" cmpd="sng" algn="ctr">
            <a:solidFill>
              <a:schemeClr val="accent2"/>
            </a:solidFill>
            <a:miter lim="800000"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noFill/>
          <a:ln w="9525" cap="flat" cmpd="sng" algn="ctr">
            <a:solidFill>
              <a:schemeClr val="accent2"/>
            </a:solidFill>
            <a:miter lim="800000"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noFill/>
          <a:ln w="9525" cap="flat" cmpd="sng" algn="ctr">
            <a:solidFill>
              <a:schemeClr val="accent2"/>
            </a:solidFill>
            <a:miter lim="800000"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'q4'!$B$4</c:f>
              <c:strCache>
                <c:ptCount val="1"/>
                <c:pt idx="0">
                  <c:v>Sum of CustomerID</c:v>
                </c:pt>
              </c:strCache>
            </c:strRef>
          </c:tx>
          <c:spPr>
            <a:noFill/>
            <a:ln w="9525" cap="flat" cmpd="sng" algn="ctr">
              <a:solidFill>
                <a:schemeClr val="accent2"/>
              </a:solidFill>
              <a:miter lim="800000"/>
            </a:ln>
            <a:effectLst>
              <a:glow rad="63500">
                <a:schemeClr val="accent2">
                  <a:satMod val="175000"/>
                  <a:alpha val="25000"/>
                </a:schemeClr>
              </a:glow>
            </a:effectLst>
          </c:spPr>
          <c:invertIfNegative val="0"/>
          <c:cat>
            <c:strRef>
              <c:f>'q4'!$A$5:$A$27</c:f>
              <c:strCache>
                <c:ptCount val="22"/>
                <c:pt idx="0">
                  <c:v>Accessories</c:v>
                </c:pt>
                <c:pt idx="1">
                  <c:v>Android</c:v>
                </c:pt>
                <c:pt idx="2">
                  <c:v>Apparel</c:v>
                </c:pt>
                <c:pt idx="3">
                  <c:v>Backpacks</c:v>
                </c:pt>
                <c:pt idx="4">
                  <c:v>Bags</c:v>
                </c:pt>
                <c:pt idx="5">
                  <c:v>Bottles</c:v>
                </c:pt>
                <c:pt idx="6">
                  <c:v>Drinkware</c:v>
                </c:pt>
                <c:pt idx="7">
                  <c:v>Fun</c:v>
                </c:pt>
                <c:pt idx="8">
                  <c:v>Gift Cards</c:v>
                </c:pt>
                <c:pt idx="9">
                  <c:v>Google</c:v>
                </c:pt>
                <c:pt idx="10">
                  <c:v>Headgear</c:v>
                </c:pt>
                <c:pt idx="11">
                  <c:v>Housewares</c:v>
                </c:pt>
                <c:pt idx="12">
                  <c:v>Lifestyle</c:v>
                </c:pt>
                <c:pt idx="13">
                  <c:v>More Bags</c:v>
                </c:pt>
                <c:pt idx="14">
                  <c:v>Nest</c:v>
                </c:pt>
                <c:pt idx="15">
                  <c:v>Nest-Canada</c:v>
                </c:pt>
                <c:pt idx="16">
                  <c:v>Nest-USA</c:v>
                </c:pt>
                <c:pt idx="17">
                  <c:v>Notebooks</c:v>
                </c:pt>
                <c:pt idx="18">
                  <c:v>Notebooks &amp; Journals</c:v>
                </c:pt>
                <c:pt idx="19">
                  <c:v>Office</c:v>
                </c:pt>
                <c:pt idx="20">
                  <c:v>Waze</c:v>
                </c:pt>
                <c:pt idx="21">
                  <c:v>(blank)</c:v>
                </c:pt>
              </c:strCache>
            </c:strRef>
          </c:cat>
          <c:val>
            <c:numRef>
              <c:f>'q4'!$B$5:$B$27</c:f>
              <c:numCache>
                <c:formatCode>General</c:formatCode>
                <c:ptCount val="22"/>
                <c:pt idx="0">
                  <c:v>3569078</c:v>
                </c:pt>
                <c:pt idx="1">
                  <c:v>657493</c:v>
                </c:pt>
                <c:pt idx="2">
                  <c:v>277940304</c:v>
                </c:pt>
                <c:pt idx="3">
                  <c:v>1365005</c:v>
                </c:pt>
                <c:pt idx="4">
                  <c:v>28875720</c:v>
                </c:pt>
                <c:pt idx="5">
                  <c:v>4137890</c:v>
                </c:pt>
                <c:pt idx="6">
                  <c:v>53550558</c:v>
                </c:pt>
                <c:pt idx="7">
                  <c:v>2498531</c:v>
                </c:pt>
                <c:pt idx="8">
                  <c:v>2471852</c:v>
                </c:pt>
                <c:pt idx="9">
                  <c:v>1622575</c:v>
                </c:pt>
                <c:pt idx="10">
                  <c:v>11745473</c:v>
                </c:pt>
                <c:pt idx="11">
                  <c:v>1856995</c:v>
                </c:pt>
                <c:pt idx="12">
                  <c:v>47343378</c:v>
                </c:pt>
                <c:pt idx="13">
                  <c:v>724142</c:v>
                </c:pt>
                <c:pt idx="14">
                  <c:v>33467123</c:v>
                </c:pt>
                <c:pt idx="15">
                  <c:v>4804171</c:v>
                </c:pt>
                <c:pt idx="16">
                  <c:v>215561345</c:v>
                </c:pt>
                <c:pt idx="18">
                  <c:v>11438159</c:v>
                </c:pt>
                <c:pt idx="19">
                  <c:v>100077881</c:v>
                </c:pt>
                <c:pt idx="20">
                  <c:v>8501597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0B6-40E3-941D-0C44BCABFCAC}"/>
            </c:ext>
          </c:extLst>
        </c:ser>
        <c:ser>
          <c:idx val="1"/>
          <c:order val="1"/>
          <c:tx>
            <c:strRef>
              <c:f>'q4'!$C$4</c:f>
              <c:strCache>
                <c:ptCount val="1"/>
                <c:pt idx="0">
                  <c:v>Sum of Quantity</c:v>
                </c:pt>
              </c:strCache>
            </c:strRef>
          </c:tx>
          <c:spPr>
            <a:noFill/>
            <a:ln w="9525" cap="flat" cmpd="sng" algn="ctr">
              <a:solidFill>
                <a:schemeClr val="accent4"/>
              </a:solidFill>
              <a:miter lim="800000"/>
            </a:ln>
            <a:effectLst>
              <a:glow rad="63500">
                <a:schemeClr val="accent4">
                  <a:satMod val="175000"/>
                  <a:alpha val="25000"/>
                </a:schemeClr>
              </a:glow>
            </a:effectLst>
          </c:spPr>
          <c:invertIfNegative val="0"/>
          <c:cat>
            <c:strRef>
              <c:f>'q4'!$A$5:$A$27</c:f>
              <c:strCache>
                <c:ptCount val="22"/>
                <c:pt idx="0">
                  <c:v>Accessories</c:v>
                </c:pt>
                <c:pt idx="1">
                  <c:v>Android</c:v>
                </c:pt>
                <c:pt idx="2">
                  <c:v>Apparel</c:v>
                </c:pt>
                <c:pt idx="3">
                  <c:v>Backpacks</c:v>
                </c:pt>
                <c:pt idx="4">
                  <c:v>Bags</c:v>
                </c:pt>
                <c:pt idx="5">
                  <c:v>Bottles</c:v>
                </c:pt>
                <c:pt idx="6">
                  <c:v>Drinkware</c:v>
                </c:pt>
                <c:pt idx="7">
                  <c:v>Fun</c:v>
                </c:pt>
                <c:pt idx="8">
                  <c:v>Gift Cards</c:v>
                </c:pt>
                <c:pt idx="9">
                  <c:v>Google</c:v>
                </c:pt>
                <c:pt idx="10">
                  <c:v>Headgear</c:v>
                </c:pt>
                <c:pt idx="11">
                  <c:v>Housewares</c:v>
                </c:pt>
                <c:pt idx="12">
                  <c:v>Lifestyle</c:v>
                </c:pt>
                <c:pt idx="13">
                  <c:v>More Bags</c:v>
                </c:pt>
                <c:pt idx="14">
                  <c:v>Nest</c:v>
                </c:pt>
                <c:pt idx="15">
                  <c:v>Nest-Canada</c:v>
                </c:pt>
                <c:pt idx="16">
                  <c:v>Nest-USA</c:v>
                </c:pt>
                <c:pt idx="17">
                  <c:v>Notebooks</c:v>
                </c:pt>
                <c:pt idx="18">
                  <c:v>Notebooks &amp; Journals</c:v>
                </c:pt>
                <c:pt idx="19">
                  <c:v>Office</c:v>
                </c:pt>
                <c:pt idx="20">
                  <c:v>Waze</c:v>
                </c:pt>
                <c:pt idx="21">
                  <c:v>(blank)</c:v>
                </c:pt>
              </c:strCache>
            </c:strRef>
          </c:cat>
          <c:val>
            <c:numRef>
              <c:f>'q4'!$C$5:$C$27</c:f>
              <c:numCache>
                <c:formatCode>General</c:formatCode>
                <c:ptCount val="22"/>
                <c:pt idx="0">
                  <c:v>1097</c:v>
                </c:pt>
                <c:pt idx="1">
                  <c:v>45</c:v>
                </c:pt>
                <c:pt idx="2">
                  <c:v>32438</c:v>
                </c:pt>
                <c:pt idx="3">
                  <c:v>113</c:v>
                </c:pt>
                <c:pt idx="4">
                  <c:v>15273</c:v>
                </c:pt>
                <c:pt idx="5">
                  <c:v>2090</c:v>
                </c:pt>
                <c:pt idx="6">
                  <c:v>30501</c:v>
                </c:pt>
                <c:pt idx="7">
                  <c:v>834</c:v>
                </c:pt>
                <c:pt idx="8">
                  <c:v>206</c:v>
                </c:pt>
                <c:pt idx="9">
                  <c:v>575</c:v>
                </c:pt>
                <c:pt idx="10">
                  <c:v>3533</c:v>
                </c:pt>
                <c:pt idx="11">
                  <c:v>2484</c:v>
                </c:pt>
                <c:pt idx="12">
                  <c:v>24881</c:v>
                </c:pt>
                <c:pt idx="13">
                  <c:v>144</c:v>
                </c:pt>
                <c:pt idx="14">
                  <c:v>2837</c:v>
                </c:pt>
                <c:pt idx="15">
                  <c:v>469</c:v>
                </c:pt>
                <c:pt idx="16">
                  <c:v>21430</c:v>
                </c:pt>
                <c:pt idx="18">
                  <c:v>9556</c:v>
                </c:pt>
                <c:pt idx="19">
                  <c:v>88383</c:v>
                </c:pt>
                <c:pt idx="20">
                  <c:v>1144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0B6-40E3-941D-0C44BCABFCAC}"/>
            </c:ext>
          </c:extLst>
        </c:ser>
        <c:ser>
          <c:idx val="2"/>
          <c:order val="2"/>
          <c:tx>
            <c:strRef>
              <c:f>'q4'!$D$4</c:f>
              <c:strCache>
                <c:ptCount val="1"/>
                <c:pt idx="0">
                  <c:v>Sum of Avg_Price</c:v>
                </c:pt>
              </c:strCache>
            </c:strRef>
          </c:tx>
          <c:spPr>
            <a:noFill/>
            <a:ln w="9525" cap="flat" cmpd="sng" algn="ctr">
              <a:solidFill>
                <a:schemeClr val="accent6"/>
              </a:solidFill>
              <a:miter lim="800000"/>
            </a:ln>
            <a:effectLst>
              <a:glow rad="63500">
                <a:schemeClr val="accent6">
                  <a:satMod val="175000"/>
                  <a:alpha val="25000"/>
                </a:schemeClr>
              </a:glow>
            </a:effectLst>
          </c:spPr>
          <c:invertIfNegative val="0"/>
          <c:cat>
            <c:strRef>
              <c:f>'q4'!$A$5:$A$27</c:f>
              <c:strCache>
                <c:ptCount val="22"/>
                <c:pt idx="0">
                  <c:v>Accessories</c:v>
                </c:pt>
                <c:pt idx="1">
                  <c:v>Android</c:v>
                </c:pt>
                <c:pt idx="2">
                  <c:v>Apparel</c:v>
                </c:pt>
                <c:pt idx="3">
                  <c:v>Backpacks</c:v>
                </c:pt>
                <c:pt idx="4">
                  <c:v>Bags</c:v>
                </c:pt>
                <c:pt idx="5">
                  <c:v>Bottles</c:v>
                </c:pt>
                <c:pt idx="6">
                  <c:v>Drinkware</c:v>
                </c:pt>
                <c:pt idx="7">
                  <c:v>Fun</c:v>
                </c:pt>
                <c:pt idx="8">
                  <c:v>Gift Cards</c:v>
                </c:pt>
                <c:pt idx="9">
                  <c:v>Google</c:v>
                </c:pt>
                <c:pt idx="10">
                  <c:v>Headgear</c:v>
                </c:pt>
                <c:pt idx="11">
                  <c:v>Housewares</c:v>
                </c:pt>
                <c:pt idx="12">
                  <c:v>Lifestyle</c:v>
                </c:pt>
                <c:pt idx="13">
                  <c:v>More Bags</c:v>
                </c:pt>
                <c:pt idx="14">
                  <c:v>Nest</c:v>
                </c:pt>
                <c:pt idx="15">
                  <c:v>Nest-Canada</c:v>
                </c:pt>
                <c:pt idx="16">
                  <c:v>Nest-USA</c:v>
                </c:pt>
                <c:pt idx="17">
                  <c:v>Notebooks</c:v>
                </c:pt>
                <c:pt idx="18">
                  <c:v>Notebooks &amp; Journals</c:v>
                </c:pt>
                <c:pt idx="19">
                  <c:v>Office</c:v>
                </c:pt>
                <c:pt idx="20">
                  <c:v>Waze</c:v>
                </c:pt>
                <c:pt idx="21">
                  <c:v>(blank)</c:v>
                </c:pt>
              </c:strCache>
            </c:strRef>
          </c:cat>
          <c:val>
            <c:numRef>
              <c:f>'q4'!$D$5:$D$27</c:f>
              <c:numCache>
                <c:formatCode>General</c:formatCode>
                <c:ptCount val="22"/>
                <c:pt idx="0">
                  <c:v>1921.39</c:v>
                </c:pt>
                <c:pt idx="1">
                  <c:v>683.85000000000025</c:v>
                </c:pt>
                <c:pt idx="2">
                  <c:v>358695.3199999886</c:v>
                </c:pt>
                <c:pt idx="3">
                  <c:v>7124.1299999999919</c:v>
                </c:pt>
                <c:pt idx="4">
                  <c:v>56141.559999999496</c:v>
                </c:pt>
                <c:pt idx="5">
                  <c:v>921.17000000000075</c:v>
                </c:pt>
                <c:pt idx="6">
                  <c:v>37257.280000000537</c:v>
                </c:pt>
                <c:pt idx="7">
                  <c:v>1079.0100000000025</c:v>
                </c:pt>
                <c:pt idx="8">
                  <c:v>17706.760000000002</c:v>
                </c:pt>
                <c:pt idx="9">
                  <c:v>1726.8500000000008</c:v>
                </c:pt>
                <c:pt idx="10">
                  <c:v>12243.189999999975</c:v>
                </c:pt>
                <c:pt idx="11">
                  <c:v>251.39000000000007</c:v>
                </c:pt>
                <c:pt idx="12">
                  <c:v>11935.359999999831</c:v>
                </c:pt>
                <c:pt idx="13">
                  <c:v>909.74000000000069</c:v>
                </c:pt>
                <c:pt idx="14">
                  <c:v>426897.92000000057</c:v>
                </c:pt>
                <c:pt idx="15">
                  <c:v>49846.10999999995</c:v>
                </c:pt>
                <c:pt idx="16">
                  <c:v>1742262.209999996</c:v>
                </c:pt>
                <c:pt idx="18">
                  <c:v>8807.1199999999535</c:v>
                </c:pt>
                <c:pt idx="19">
                  <c:v>24554.090000001081</c:v>
                </c:pt>
                <c:pt idx="20">
                  <c:v>3660.7499999999827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0B6-40E3-941D-0C44BCABFCAC}"/>
            </c:ext>
          </c:extLst>
        </c:ser>
        <c:ser>
          <c:idx val="3"/>
          <c:order val="3"/>
          <c:tx>
            <c:strRef>
              <c:f>'q4'!$E$4</c:f>
              <c:strCache>
                <c:ptCount val="1"/>
                <c:pt idx="0">
                  <c:v>Sum of GST</c:v>
                </c:pt>
              </c:strCache>
            </c:strRef>
          </c:tx>
          <c:spPr>
            <a:noFill/>
            <a:ln w="9525" cap="flat" cmpd="sng" algn="ctr">
              <a:solidFill>
                <a:schemeClr val="accent2">
                  <a:lumMod val="60000"/>
                </a:schemeClr>
              </a:solidFill>
              <a:miter lim="800000"/>
            </a:ln>
            <a:effectLst>
              <a:glow rad="63500">
                <a:schemeClr val="accent2">
                  <a:lumMod val="60000"/>
                  <a:satMod val="175000"/>
                  <a:alpha val="25000"/>
                </a:schemeClr>
              </a:glow>
            </a:effectLst>
          </c:spPr>
          <c:invertIfNegative val="0"/>
          <c:cat>
            <c:strRef>
              <c:f>'q4'!$A$5:$A$27</c:f>
              <c:strCache>
                <c:ptCount val="22"/>
                <c:pt idx="0">
                  <c:v>Accessories</c:v>
                </c:pt>
                <c:pt idx="1">
                  <c:v>Android</c:v>
                </c:pt>
                <c:pt idx="2">
                  <c:v>Apparel</c:v>
                </c:pt>
                <c:pt idx="3">
                  <c:v>Backpacks</c:v>
                </c:pt>
                <c:pt idx="4">
                  <c:v>Bags</c:v>
                </c:pt>
                <c:pt idx="5">
                  <c:v>Bottles</c:v>
                </c:pt>
                <c:pt idx="6">
                  <c:v>Drinkware</c:v>
                </c:pt>
                <c:pt idx="7">
                  <c:v>Fun</c:v>
                </c:pt>
                <c:pt idx="8">
                  <c:v>Gift Cards</c:v>
                </c:pt>
                <c:pt idx="9">
                  <c:v>Google</c:v>
                </c:pt>
                <c:pt idx="10">
                  <c:v>Headgear</c:v>
                </c:pt>
                <c:pt idx="11">
                  <c:v>Housewares</c:v>
                </c:pt>
                <c:pt idx="12">
                  <c:v>Lifestyle</c:v>
                </c:pt>
                <c:pt idx="13">
                  <c:v>More Bags</c:v>
                </c:pt>
                <c:pt idx="14">
                  <c:v>Nest</c:v>
                </c:pt>
                <c:pt idx="15">
                  <c:v>Nest-Canada</c:v>
                </c:pt>
                <c:pt idx="16">
                  <c:v>Nest-USA</c:v>
                </c:pt>
                <c:pt idx="17">
                  <c:v>Notebooks</c:v>
                </c:pt>
                <c:pt idx="18">
                  <c:v>Notebooks &amp; Journals</c:v>
                </c:pt>
                <c:pt idx="19">
                  <c:v>Office</c:v>
                </c:pt>
                <c:pt idx="20">
                  <c:v>Waze</c:v>
                </c:pt>
                <c:pt idx="21">
                  <c:v>(blank)</c:v>
                </c:pt>
              </c:strCache>
            </c:strRef>
          </c:cat>
          <c:val>
            <c:numRef>
              <c:f>'q4'!$E$5:$E$27</c:f>
              <c:numCache>
                <c:formatCode>General</c:formatCode>
                <c:ptCount val="22"/>
                <c:pt idx="0">
                  <c:v>23.400000000000063</c:v>
                </c:pt>
                <c:pt idx="1">
                  <c:v>4.3000000000000007</c:v>
                </c:pt>
                <c:pt idx="2">
                  <c:v>3262.6799999991322</c:v>
                </c:pt>
                <c:pt idx="3">
                  <c:v>8.8999999999999844</c:v>
                </c:pt>
                <c:pt idx="4">
                  <c:v>338.76000000001028</c:v>
                </c:pt>
                <c:pt idx="5">
                  <c:v>13.400000000000055</c:v>
                </c:pt>
                <c:pt idx="6">
                  <c:v>626.93999999998493</c:v>
                </c:pt>
                <c:pt idx="7">
                  <c:v>28.799999999999965</c:v>
                </c:pt>
                <c:pt idx="8">
                  <c:v>7.9499999999999797</c:v>
                </c:pt>
                <c:pt idx="9">
                  <c:v>10.499999999999979</c:v>
                </c:pt>
                <c:pt idx="10">
                  <c:v>38.549999999999947</c:v>
                </c:pt>
                <c:pt idx="11">
                  <c:v>14.639999999999963</c:v>
                </c:pt>
                <c:pt idx="12">
                  <c:v>556.56000000000449</c:v>
                </c:pt>
                <c:pt idx="13">
                  <c:v>8.2799999999999958</c:v>
                </c:pt>
                <c:pt idx="14">
                  <c:v>109.8999999999959</c:v>
                </c:pt>
                <c:pt idx="15">
                  <c:v>31.70000000000018</c:v>
                </c:pt>
                <c:pt idx="16">
                  <c:v>1401.299999999821</c:v>
                </c:pt>
                <c:pt idx="18">
                  <c:v>37.45000000000001</c:v>
                </c:pt>
                <c:pt idx="19">
                  <c:v>651.30000000007954</c:v>
                </c:pt>
                <c:pt idx="20">
                  <c:v>99.720000000001264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0B6-40E3-941D-0C44BCABFCAC}"/>
            </c:ext>
          </c:extLst>
        </c:ser>
        <c:dLbls>
          <c:dLblPos val="outEnd"/>
          <c:showLegendKey val="0"/>
          <c:showVal val="0"/>
          <c:showCatName val="0"/>
          <c:showSerName val="0"/>
          <c:showPercent val="0"/>
          <c:showBubbleSize val="0"/>
        </c:dLbls>
        <c:gapWidth val="182"/>
        <c:overlap val="-50"/>
        <c:axId val="1729326087"/>
        <c:axId val="1901609991"/>
      </c:barChart>
      <c:catAx>
        <c:axId val="172932608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01609991"/>
        <c:crosses val="autoZero"/>
        <c:auto val="1"/>
        <c:lblAlgn val="ctr"/>
        <c:lblOffset val="100"/>
        <c:noMultiLvlLbl val="0"/>
      </c:catAx>
      <c:valAx>
        <c:axId val="1901609991"/>
        <c:scaling>
          <c:orientation val="minMax"/>
        </c:scaling>
        <c:delete val="0"/>
        <c:axPos val="b"/>
        <c:majorGridlines>
          <c:spPr>
            <a:ln w="9525" cap="flat" cmpd="sng" algn="ctr">
              <a:gradFill>
                <a:gsLst>
                  <a:gs pos="0">
                    <a:schemeClr val="dk1">
                      <a:lumMod val="65000"/>
                      <a:lumOff val="35000"/>
                    </a:schemeClr>
                  </a:gs>
                  <a:gs pos="100000">
                    <a:schemeClr val="dk1">
                      <a:lumMod val="75000"/>
                      <a:lumOff val="25000"/>
                    </a:schemeClr>
                  </a:gs>
                </a:gsLst>
                <a:lin ang="108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932608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egendEntry>
        <c:idx val="0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>
                  <a:lumMod val="7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dk1">
        <a:lumMod val="75000"/>
        <a:lumOff val="25000"/>
      </a:schemeClr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[projecttttttt.xlsx]q7!PivotTable1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/>
              <a:t>Gender-Based Revenue Analysis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tint val="100000"/>
                  <a:shade val="100000"/>
                  <a:satMod val="13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tint val="100000"/>
                  <a:shade val="100000"/>
                  <a:satMod val="13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tint val="100000"/>
                  <a:shade val="100000"/>
                  <a:satMod val="13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1">
                  <a:tint val="100000"/>
                  <a:shade val="100000"/>
                  <a:satMod val="13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1">
                  <a:tint val="100000"/>
                  <a:shade val="100000"/>
                  <a:satMod val="13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 rotWithShape="1">
            <a:gsLst>
              <a:gs pos="0">
                <a:schemeClr val="accent1">
                  <a:tint val="100000"/>
                  <a:shade val="100000"/>
                  <a:satMod val="13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'q7'!$B$3</c:f>
              <c:strCache>
                <c:ptCount val="1"/>
                <c:pt idx="0">
                  <c:v>Sum of Offline_Spend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100000"/>
                    <a:shade val="100000"/>
                    <a:satMod val="130000"/>
                  </a:schemeClr>
                </a:gs>
                <a:gs pos="100000">
                  <a:schemeClr val="accent1">
                    <a:tint val="50000"/>
                    <a:shade val="100000"/>
                    <a:satMod val="350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76200" dist="38100" dir="5400000" rotWithShape="0">
                <a:srgbClr val="000000">
                  <a:alpha val="7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 prst="hardEdge"/>
            </a:sp3d>
          </c:spPr>
          <c:invertIfNegative val="0"/>
          <c:cat>
            <c:strRef>
              <c:f>'q7'!$A$4:$A$7</c:f>
              <c:strCache>
                <c:ptCount val="3"/>
                <c:pt idx="0">
                  <c:v>F</c:v>
                </c:pt>
                <c:pt idx="1">
                  <c:v>M</c:v>
                </c:pt>
                <c:pt idx="2">
                  <c:v>(blank)</c:v>
                </c:pt>
              </c:strCache>
            </c:strRef>
          </c:cat>
          <c:val>
            <c:numRef>
              <c:f>'q7'!$B$4:$B$7</c:f>
              <c:numCache>
                <c:formatCode>General</c:formatCode>
                <c:ptCount val="3"/>
                <c:pt idx="0">
                  <c:v>94474600</c:v>
                </c:pt>
                <c:pt idx="1">
                  <c:v>55348700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979-4A9C-AA8E-4CAAD52AB3FC}"/>
            </c:ext>
          </c:extLst>
        </c:ser>
        <c:ser>
          <c:idx val="1"/>
          <c:order val="1"/>
          <c:tx>
            <c:strRef>
              <c:f>'q7'!$C$3</c:f>
              <c:strCache>
                <c:ptCount val="1"/>
                <c:pt idx="0">
                  <c:v>Sum of Online_Spend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tint val="100000"/>
                    <a:shade val="100000"/>
                    <a:satMod val="130000"/>
                  </a:schemeClr>
                </a:gs>
                <a:gs pos="100000">
                  <a:schemeClr val="accent3">
                    <a:tint val="50000"/>
                    <a:shade val="100000"/>
                    <a:satMod val="350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76200" dist="38100" dir="5400000" rotWithShape="0">
                <a:srgbClr val="000000">
                  <a:alpha val="7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 prst="hardEdge"/>
            </a:sp3d>
          </c:spPr>
          <c:invertIfNegative val="0"/>
          <c:cat>
            <c:strRef>
              <c:f>'q7'!$A$4:$A$7</c:f>
              <c:strCache>
                <c:ptCount val="3"/>
                <c:pt idx="0">
                  <c:v>F</c:v>
                </c:pt>
                <c:pt idx="1">
                  <c:v>M</c:v>
                </c:pt>
                <c:pt idx="2">
                  <c:v>(blank)</c:v>
                </c:pt>
              </c:strCache>
            </c:strRef>
          </c:cat>
          <c:val>
            <c:numRef>
              <c:f>'q7'!$C$4:$C$7</c:f>
              <c:numCache>
                <c:formatCode>General</c:formatCode>
                <c:ptCount val="3"/>
                <c:pt idx="0">
                  <c:v>62706916.470004208</c:v>
                </c:pt>
                <c:pt idx="1">
                  <c:v>37483990.549999669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979-4A9C-AA8E-4CAAD52AB3F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92028424"/>
        <c:axId val="92042760"/>
      </c:barChart>
      <c:catAx>
        <c:axId val="9202842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2042760"/>
        <c:crosses val="autoZero"/>
        <c:auto val="1"/>
        <c:lblAlgn val="ctr"/>
        <c:lblOffset val="100"/>
        <c:noMultiLvlLbl val="0"/>
      </c:catAx>
      <c:valAx>
        <c:axId val="9204276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20284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'q8'!$A$4:$A$10</cx:f>
        <cx:lvl ptCount="7">
          <cx:pt idx="0">California</cx:pt>
          <cx:pt idx="1">Chicago</cx:pt>
          <cx:pt idx="2">New Jersey</cx:pt>
          <cx:pt idx="3">New York</cx:pt>
          <cx:pt idx="4">Washington DC</cx:pt>
          <cx:pt idx="5">(blank)</cx:pt>
          <cx:pt idx="6">Grand Total</cx:pt>
        </cx:lvl>
      </cx:strDim>
      <cx:numDim type="size">
        <cx:f>'q8'!$B$4:$B$10</cx:f>
        <cx:lvl ptCount="7" formatCode="General">
          <cx:pt idx="0">844933.70999995386</cx:pt>
          <cx:pt idx="1">954156.84999994934</cx:pt>
          <cx:pt idx="2">239317.77999999881</cx:pt>
          <cx:pt idx="3">574321.17999998643</cx:pt>
          <cx:pt idx="4">151895.67999999961</cx:pt>
          <cx:pt idx="6">2764625.1999998884</cx:pt>
        </cx:lvl>
      </cx:numDim>
    </cx:data>
  </cx:chartData>
  <cx:chart>
    <cx:title pos="t" align="ctr" overlay="0"/>
    <cx:plotArea>
      <cx:plotAreaRegion>
        <cx:series layoutId="treemap" uniqueId="{80105FB7-4B2E-4286-A88C-9CC153531AE9}">
          <cx:tx>
            <cx:txData>
              <cx:f>'q8'!$B$3</cx:f>
              <cx:v>Sum of Avg_Price</cx:v>
            </cx:txData>
          </cx:tx>
          <cx:dataLabels pos="inEnd">
            <cx:visibility seriesName="0" categoryName="1" value="0"/>
          </cx:dataLabels>
          <cx:dataId val="0"/>
          <cx:layoutPr>
            <cx:parentLabelLayout val="overlapping"/>
          </cx:layoutPr>
        </cx:series>
      </cx:plotAreaRegion>
    </cx:plotArea>
    <cx:legend pos="t" align="ctr" overlay="0">
      <cx:txPr>
        <a:bodyPr vertOverflow="overflow" horzOverflow="overflow" wrap="square" lIns="0" tIns="0" rIns="0" bIns="0"/>
        <a:lstStyle/>
        <a:p>
          <a:pPr algn="ctr" rtl="0">
            <a:defRPr sz="1200" b="0" i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defRPr>
          </a:pPr>
          <a:endParaRPr/>
        </a:p>
      </cx:txPr>
    </cx:legend>
  </cx:chart>
  <cx:spPr>
    <a:solidFill>
      <a:schemeClr val="tx2">
        <a:lumMod val="90000"/>
      </a:schemeClr>
    </a:solidFill>
  </cx:spPr>
</cx:chartSpace>
</file>

<file path=ppt/charts/colors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6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9">
  <cs:axisTitle>
    <cs:lnRef idx="0"/>
    <cs:fillRef idx="0"/>
    <cs:effectRef idx="0"/>
    <cs:fontRef idx="minor">
      <a:schemeClr val="lt1">
        <a:lumMod val="75000"/>
      </a:schemeClr>
    </cs:fontRef>
    <cs:defRPr sz="1197" b="1" kern="1200"/>
  </cs:axisTitle>
  <cs:categoryAxis>
    <cs:lnRef idx="0"/>
    <cs:fillRef idx="0"/>
    <cs:effectRef idx="0"/>
    <cs:fontRef idx="minor">
      <a:schemeClr val="lt1">
        <a:lumMod val="75000"/>
      </a:schemeClr>
    </cs:fontRef>
    <cs:defRPr sz="1197" kern="1200"/>
  </cs:categoryAxis>
  <cs:chartArea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>
        <a:lumMod val="75000"/>
      </a:schemeClr>
    </cs:fontRef>
    <cs:defRPr sz="1197" kern="1200"/>
  </cs:dataLabel>
  <cs:dataLabelCallout>
    <cs:lnRef idx="0"/>
    <cs:fillRef idx="0"/>
    <cs:effectRef idx="0"/>
    <cs:fontRef idx="minor">
      <a:schemeClr val="lt1">
        <a:lumMod val="15000"/>
        <a:lumOff val="85000"/>
      </a:schemeClr>
    </cs:fontRef>
    <cs:spPr>
      <a:solidFill>
        <a:schemeClr val="dk1">
          <a:lumMod val="65000"/>
          <a:lumOff val="35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3D>
  <cs:dataPointLine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22225" cap="rnd">
        <a:solidFill>
          <a:schemeClr val="phClr"/>
        </a:solidFill>
      </a:ln>
      <a:effectLst>
        <a:glow rad="139700">
          <a:schemeClr val="phClr">
            <a:satMod val="175000"/>
            <a:alpha val="14000"/>
          </a:schemeClr>
        </a:glow>
      </a:effectLst>
    </cs:spPr>
  </cs:dataPointLine>
  <cs:dataPointMarker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lumMod val="60000"/>
          <a:lumOff val="40000"/>
        </a:schemeClr>
      </a:solidFill>
      <a:effectLst>
        <a:glow rad="63500">
          <a:schemeClr val="phClr">
            <a:satMod val="175000"/>
            <a:alpha val="25000"/>
          </a:schemeClr>
        </a:glow>
      </a:effectLst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dk1">
            <a:lumMod val="50000"/>
            <a:lumOff val="50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7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0">
              <a:schemeClr val="dk1">
                <a:lumMod val="65000"/>
                <a:lumOff val="35000"/>
              </a:schemeClr>
            </a:gs>
            <a:gs pos="100000">
              <a:schemeClr val="dk1">
                <a:lumMod val="75000"/>
                <a:lumOff val="25000"/>
              </a:schemeClr>
            </a:gs>
          </a:gsLst>
          <a:lin ang="10800000" scaled="0"/>
        </a:gradFill>
        <a:round/>
      </a:ln>
      <a:effectLst/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  <a:alpha val="25000"/>
              </a:schemeClr>
            </a:gs>
            <a:gs pos="0">
              <a:schemeClr val="dk1">
                <a:lumMod val="65000"/>
                <a:lumOff val="35000"/>
                <a:alpha val="2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lt1">
        <a:lumMod val="7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85000"/>
      </a:schemeClr>
    </cs:fontRef>
    <cs:defRPr sz="1862" b="1" kern="1200" cap="none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25400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85000"/>
        </a:schemeClr>
      </a:solidFill>
      <a:ln w="9525">
        <a:solidFill>
          <a:schemeClr val="dk1">
            <a:lumMod val="50000"/>
          </a:schemeClr>
        </a:solidFill>
        <a:round/>
      </a:ln>
    </cs:spPr>
  </cs:upBar>
  <cs:valueAxis>
    <cs:lnRef idx="0"/>
    <cs:fillRef idx="0"/>
    <cs:effectRef idx="0"/>
    <cs:fontRef idx="minor">
      <a:schemeClr val="lt1">
        <a:lumMod val="7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57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tx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77">
  <cs:axisTitle>
    <cs:lnRef idx="0"/>
    <cs:fillRef idx="0"/>
    <cs:effectRef idx="0"/>
    <cs:fontRef idx="minor">
      <a:schemeClr val="lt1">
        <a:lumMod val="85000"/>
      </a:schemeClr>
    </cs:fontRef>
    <cs:defRPr sz="1197" kern="1200"/>
  </cs:axisTitle>
  <cs:categoryAxis>
    <cs:lnRef idx="0"/>
    <cs:fillRef idx="0"/>
    <cs:effectRef idx="0"/>
    <cs:fontRef idx="minor">
      <a:schemeClr val="lt1">
        <a:lumMod val="85000"/>
      </a:schemeClr>
    </cs:fontRef>
    <cs:spPr>
      <a:ln w="9575" cap="flat" cmpd="sng" algn="ctr">
        <a:solidFill>
          <a:schemeClr val="lt1">
            <a:lumMod val="75000"/>
          </a:schemeClr>
        </a:solidFill>
        <a:round/>
        <a:headEnd type="none" w="sm" len="sm"/>
        <a:tailEnd type="none" w="sm" len="sm"/>
      </a:ln>
    </cs:spPr>
    <cs:defRPr sz="1197" b="1" kern="1200" cap="all" baseline="0"/>
  </cs:categoryAxis>
  <cs:chartArea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lt1">
            <a:lumMod val="7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lt1">
        <a:lumMod val="85000"/>
      </a:schemeClr>
    </cs:fontRef>
    <cs:spPr>
      <a:solidFill>
        <a:schemeClr val="dk1">
          <a:lumMod val="65000"/>
          <a:lumOff val="35000"/>
        </a:schemeClr>
      </a:solidFill>
      <a:ln>
        <a:solidFill>
          <a:schemeClr val="lt1">
            <a:lumMod val="50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gradFill>
        <a:gsLst>
          <a:gs pos="100000">
            <a:schemeClr val="phClr"/>
          </a:gs>
          <a:gs pos="0">
            <a:schemeClr val="phClr">
              <a:lumMod val="75000"/>
            </a:schemeClr>
          </a:gs>
        </a:gsLst>
        <a:lin ang="0" scaled="1"/>
      </a:gradFill>
      <a:effectLst>
        <a:innerShdw dist="12700" dir="16200000">
          <a:schemeClr val="lt1">
            <a:alpha val="75000"/>
          </a:schemeClr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>
        <a:gsLst>
          <a:gs pos="100000">
            <a:schemeClr val="phClr"/>
          </a:gs>
          <a:gs pos="0">
            <a:schemeClr val="phClr">
              <a:lumMod val="75000"/>
            </a:schemeClr>
          </a:gs>
        </a:gsLst>
        <a:lin ang="0" scaled="1"/>
      </a:gradFill>
      <a:effectLst>
        <a:innerShdw dist="12700" dir="16200000">
          <a:schemeClr val="lt1">
            <a:alpha val="75000"/>
          </a:schemeClr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540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50000"/>
      </a:schemeClr>
    </cs:fontRef>
    <cs:spPr>
      <a:ln w="9525">
        <a:solidFill>
          <a:schemeClr val="lt1">
            <a:lumMod val="50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7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lt1">
            <a:alpha val="4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lt1">
            <a:alpha val="4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prstDash val="sysDot"/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6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bg1">
        <a:lumMod val="85000"/>
      </a:schemeClr>
    </cs:fontRef>
    <cs:spPr>
      <a:ln w="19050" cap="flat" cmpd="sng" algn="ctr">
        <a:solidFill>
          <a:schemeClr val="bg1">
            <a:lumMod val="85000"/>
          </a:schemeClr>
        </a:solidFill>
        <a:round/>
        <a:headEnd type="none" w="sm" len="sm"/>
        <a:tailEnd type="none" w="sm" len="sm"/>
      </a:ln>
    </cs:spPr>
    <cs:defRPr sz="1197" b="1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seriesLine>
  <cs:title>
    <cs:lnRef idx="0"/>
    <cs:fillRef idx="0"/>
    <cs:effectRef idx="0"/>
    <cs:fontRef idx="major">
      <a:schemeClr val="lt1">
        <a:lumMod val="8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85000"/>
        </a:schemeClr>
      </a:solidFill>
      <a:ln w="9525">
        <a:solidFill>
          <a:schemeClr val="dk1">
            <a:lumMod val="50000"/>
          </a:schemeClr>
        </a:solidFill>
        <a:round/>
      </a:ln>
    </cs:spPr>
  </cs:upBar>
  <cs:valueAxis>
    <cs:lnRef idx="0"/>
    <cs:fillRef idx="0"/>
    <cs:effectRef idx="0"/>
    <cs:fontRef idx="minor">
      <a:schemeClr val="lt1">
        <a:lumMod val="7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36">
  <cs:axisTitle>
    <cs:lnRef idx="0"/>
    <cs:fillRef idx="0"/>
    <cs:effectRef idx="0"/>
    <cs:fontRef idx="minor">
      <a:schemeClr val="lt1">
        <a:lumMod val="75000"/>
      </a:schemeClr>
    </cs:fontRef>
    <cs:defRPr sz="1197" b="1" kern="1200"/>
  </cs:axisTitle>
  <cs:categoryAxis>
    <cs:lnRef idx="0"/>
    <cs:fillRef idx="0"/>
    <cs:effectRef idx="0"/>
    <cs:fontRef idx="minor">
      <a:schemeClr val="lt1">
        <a:lumMod val="75000"/>
      </a:schemeClr>
    </cs:fontRef>
    <cs:defRPr sz="1197" kern="1200"/>
  </cs:categoryAxis>
  <cs:chartArea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>
        <a:lumMod val="75000"/>
      </a:schemeClr>
    </cs:fontRef>
    <cs:defRPr sz="1197" kern="1200"/>
  </cs:dataLabel>
  <cs:dataLabelCallout>
    <cs:lnRef idx="0"/>
    <cs:fillRef idx="0"/>
    <cs:effectRef idx="0"/>
    <cs:fontRef idx="minor">
      <a:schemeClr val="lt1">
        <a:lumMod val="15000"/>
        <a:lumOff val="85000"/>
      </a:schemeClr>
    </cs:fontRef>
    <cs:spPr>
      <a:solidFill>
        <a:schemeClr val="dk1">
          <a:lumMod val="65000"/>
          <a:lumOff val="35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3D>
  <cs:dataPointLine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22225" cap="rnd">
        <a:solidFill>
          <a:schemeClr val="phClr"/>
        </a:solidFill>
      </a:ln>
      <a:effectLst>
        <a:glow rad="139700">
          <a:schemeClr val="phClr">
            <a:satMod val="175000"/>
            <a:alpha val="14000"/>
          </a:schemeClr>
        </a:glow>
      </a:effectLst>
    </cs:spPr>
  </cs:dataPointLine>
  <cs:dataPointMarker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lumMod val="60000"/>
          <a:lumOff val="40000"/>
        </a:schemeClr>
      </a:solidFill>
      <a:effectLst>
        <a:glow rad="63500">
          <a:schemeClr val="phClr">
            <a:satMod val="175000"/>
            <a:alpha val="25000"/>
          </a:schemeClr>
        </a:glow>
      </a:effectLst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dk1">
            <a:lumMod val="50000"/>
            <a:lumOff val="50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7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</a:schemeClr>
            </a:gs>
            <a:gs pos="0">
              <a:schemeClr val="dk1">
                <a:lumMod val="65000"/>
                <a:lumOff val="3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  <a:alpha val="25000"/>
              </a:schemeClr>
            </a:gs>
            <a:gs pos="0">
              <a:schemeClr val="dk1">
                <a:lumMod val="65000"/>
                <a:lumOff val="35000"/>
                <a:alpha val="2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lt1">
        <a:lumMod val="7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85000"/>
      </a:schemeClr>
    </cs:fontRef>
    <cs:defRPr sz="1862" b="1" kern="1200" cap="none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25400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85000"/>
        </a:schemeClr>
      </a:solidFill>
      <a:ln w="9525">
        <a:solidFill>
          <a:schemeClr val="dk1">
            <a:lumMod val="50000"/>
          </a:schemeClr>
        </a:solidFill>
        <a:round/>
      </a:ln>
    </cs:spPr>
  </cs:upBar>
  <cs:valueAxis>
    <cs:lnRef idx="0"/>
    <cs:fillRef idx="0"/>
    <cs:effectRef idx="0"/>
    <cs:fontRef idx="minor">
      <a:schemeClr val="lt1">
        <a:lumMod val="7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339">
  <cs:axisTitle>
    <cs:lnRef idx="0"/>
    <cs:fillRef idx="0"/>
    <cs:effectRef idx="0"/>
    <cs:fontRef idx="minor">
      <a:schemeClr val="lt1">
        <a:lumMod val="75000"/>
      </a:schemeClr>
    </cs:fontRef>
    <cs:defRPr sz="1197" b="1" kern="1200"/>
  </cs:axisTitle>
  <cs:categoryAxis>
    <cs:lnRef idx="0"/>
    <cs:fillRef idx="0"/>
    <cs:effectRef idx="0"/>
    <cs:fontRef idx="minor">
      <a:schemeClr val="lt1">
        <a:lumMod val="75000"/>
      </a:schemeClr>
    </cs:fontRef>
    <cs:defRPr sz="1197" kern="1200"/>
  </cs:categoryAxis>
  <cs:chartArea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>
        <a:lumMod val="75000"/>
      </a:schemeClr>
    </cs:fontRef>
    <cs:defRPr sz="1197" kern="1200"/>
  </cs:dataLabel>
  <cs:dataLabelCallout>
    <cs:lnRef idx="0"/>
    <cs:fillRef idx="0"/>
    <cs:effectRef idx="0"/>
    <cs:fontRef idx="minor">
      <a:schemeClr val="lt1">
        <a:lumMod val="15000"/>
        <a:lumOff val="85000"/>
      </a:schemeClr>
    </cs:fontRef>
    <cs:spPr>
      <a:solidFill>
        <a:schemeClr val="dk1">
          <a:lumMod val="65000"/>
          <a:lumOff val="35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3D>
  <cs:dataPointLine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22225" cap="rnd">
        <a:solidFill>
          <a:schemeClr val="phClr"/>
        </a:solidFill>
      </a:ln>
      <a:effectLst>
        <a:glow rad="139700">
          <a:schemeClr val="phClr">
            <a:satMod val="175000"/>
            <a:alpha val="14000"/>
          </a:schemeClr>
        </a:glow>
      </a:effectLst>
    </cs:spPr>
  </cs:dataPointLine>
  <cs:dataPointMarker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lumMod val="60000"/>
          <a:lumOff val="40000"/>
        </a:schemeClr>
      </a:solidFill>
      <a:effectLst>
        <a:glow rad="63500">
          <a:schemeClr val="phClr">
            <a:satMod val="175000"/>
            <a:alpha val="25000"/>
          </a:schemeClr>
        </a:glow>
      </a:effectLst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dk1">
            <a:lumMod val="50000"/>
            <a:lumOff val="50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7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0">
              <a:schemeClr val="dk1">
                <a:lumMod val="65000"/>
                <a:lumOff val="35000"/>
              </a:schemeClr>
            </a:gs>
            <a:gs pos="100000">
              <a:schemeClr val="dk1">
                <a:lumMod val="75000"/>
                <a:lumOff val="25000"/>
              </a:schemeClr>
            </a:gs>
          </a:gsLst>
          <a:lin ang="10800000" scaled="0"/>
        </a:gradFill>
        <a:round/>
      </a:ln>
      <a:effectLst/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  <a:alpha val="25000"/>
              </a:schemeClr>
            </a:gs>
            <a:gs pos="0">
              <a:schemeClr val="dk1">
                <a:lumMod val="65000"/>
                <a:lumOff val="35000"/>
                <a:alpha val="2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lt1">
        <a:lumMod val="7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85000"/>
      </a:schemeClr>
    </cs:fontRef>
    <cs:defRPr sz="1862" b="1" kern="1200" cap="none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25400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85000"/>
        </a:schemeClr>
      </a:solidFill>
      <a:ln w="9525">
        <a:solidFill>
          <a:schemeClr val="dk1">
            <a:lumMod val="50000"/>
          </a:schemeClr>
        </a:solidFill>
        <a:round/>
      </a:ln>
    </cs:spPr>
  </cs:upBar>
  <cs:valueAxis>
    <cs:lnRef idx="0"/>
    <cs:fillRef idx="0"/>
    <cs:effectRef idx="0"/>
    <cs:fontRef idx="minor">
      <a:schemeClr val="lt1">
        <a:lumMod val="7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304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tx1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2" name="Google Shape;2102;g12df2f0ffa6_1_403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3" name="Google Shape;2103;g12df2f0ffa6_1_403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3" name="Google Shape;2203;g12de7a90d27_0_17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4" name="Google Shape;2204;g12de7a90d27_0_17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4" name="Google Shape;2244;g12de7a90d27_0_17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5" name="Google Shape;2245;g12de7a90d27_0_17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4" name="Google Shape;2274;g12e5514972d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5" name="Google Shape;2275;g12e5514972d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2" name="Google Shape;2292;g12e5514972d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3" name="Google Shape;2293;g12e5514972d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0" name="Google Shape;2300;g12e5514972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1" name="Google Shape;2301;g12e5514972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9" name="Google Shape;2309;g12e5514972d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0" name="Google Shape;2310;g12e5514972d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8" name="Google Shape;2318;g12e5514972d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9" name="Google Shape;2319;g12e5514972d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7" name="Google Shape;2387;g12e5514972d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8" name="Google Shape;2388;g12e5514972d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3" name="Google Shape;2393;g12de7a90d27_0_16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4" name="Google Shape;2394;g12de7a90d27_0_16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3" name="Google Shape;2463;gf4041860db_0_298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4" name="Google Shape;2464;gf4041860db_0_298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4" name="Google Shape;2594;gf4041860db_0_299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5" name="Google Shape;2595;gf4041860db_0_299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458461" y="-321271"/>
            <a:ext cx="10059175" cy="5791575"/>
            <a:chOff x="-458461" y="-321271"/>
            <a:chExt cx="10059175" cy="5791575"/>
          </a:xfrm>
        </p:grpSpPr>
        <p:grpSp>
          <p:nvGrpSpPr>
            <p:cNvPr id="10" name="Google Shape;10;p2"/>
            <p:cNvGrpSpPr/>
            <p:nvPr/>
          </p:nvGrpSpPr>
          <p:grpSpPr>
            <a:xfrm flipH="1">
              <a:off x="-458461" y="-245071"/>
              <a:ext cx="9830575" cy="5715375"/>
              <a:chOff x="-358925" y="-303650"/>
              <a:chExt cx="9830575" cy="5715375"/>
            </a:xfrm>
          </p:grpSpPr>
          <p:cxnSp>
            <p:nvCxnSpPr>
              <p:cNvPr id="11" name="Google Shape;11;p2"/>
              <p:cNvCxnSpPr/>
              <p:nvPr/>
            </p:nvCxnSpPr>
            <p:spPr>
              <a:xfrm rot="10800000" flipH="1">
                <a:off x="-282200" y="-303650"/>
                <a:ext cx="1052400" cy="607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" name="Google Shape;12;p2"/>
              <p:cNvCxnSpPr/>
              <p:nvPr/>
            </p:nvCxnSpPr>
            <p:spPr>
              <a:xfrm rot="10800000" flipH="1">
                <a:off x="-281950" y="-236675"/>
                <a:ext cx="1425600" cy="822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" name="Google Shape;13;p2"/>
              <p:cNvCxnSpPr/>
              <p:nvPr/>
            </p:nvCxnSpPr>
            <p:spPr>
              <a:xfrm rot="10800000" flipH="1">
                <a:off x="-358925" y="-155350"/>
                <a:ext cx="1851000" cy="1068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" name="Google Shape;14;p2"/>
              <p:cNvCxnSpPr/>
              <p:nvPr/>
            </p:nvCxnSpPr>
            <p:spPr>
              <a:xfrm rot="10800000" flipH="1">
                <a:off x="-267650" y="-115750"/>
                <a:ext cx="2180400" cy="125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" name="Google Shape;15;p2"/>
              <p:cNvCxnSpPr/>
              <p:nvPr/>
            </p:nvCxnSpPr>
            <p:spPr>
              <a:xfrm rot="10800000" flipH="1">
                <a:off x="-229800" y="-86050"/>
                <a:ext cx="2580300" cy="1489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" name="Google Shape;16;p2"/>
              <p:cNvCxnSpPr/>
              <p:nvPr/>
            </p:nvCxnSpPr>
            <p:spPr>
              <a:xfrm rot="10800000" flipH="1">
                <a:off x="-212775" y="-127750"/>
                <a:ext cx="3125100" cy="1804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" name="Google Shape;17;p2"/>
              <p:cNvCxnSpPr/>
              <p:nvPr/>
            </p:nvCxnSpPr>
            <p:spPr>
              <a:xfrm rot="10800000" flipH="1">
                <a:off x="-180475" y="-165575"/>
                <a:ext cx="3648000" cy="210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" name="Google Shape;18;p2"/>
              <p:cNvCxnSpPr/>
              <p:nvPr/>
            </p:nvCxnSpPr>
            <p:spPr>
              <a:xfrm rot="10800000" flipH="1">
                <a:off x="-227000" y="-146700"/>
                <a:ext cx="4150500" cy="2396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" name="Google Shape;19;p2"/>
              <p:cNvCxnSpPr/>
              <p:nvPr/>
            </p:nvCxnSpPr>
            <p:spPr>
              <a:xfrm rot="10800000" flipH="1">
                <a:off x="-285775" y="-133000"/>
                <a:ext cx="4675200" cy="2699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" name="Google Shape;20;p2"/>
              <p:cNvCxnSpPr/>
              <p:nvPr/>
            </p:nvCxnSpPr>
            <p:spPr>
              <a:xfrm rot="10800000" flipH="1">
                <a:off x="-254975" y="-209000"/>
                <a:ext cx="5265600" cy="303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" name="Google Shape;21;p2"/>
              <p:cNvCxnSpPr/>
              <p:nvPr/>
            </p:nvCxnSpPr>
            <p:spPr>
              <a:xfrm rot="10800000" flipH="1">
                <a:off x="-230325" y="-171400"/>
                <a:ext cx="5665200" cy="327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" name="Google Shape;22;p2"/>
              <p:cNvCxnSpPr/>
              <p:nvPr/>
            </p:nvCxnSpPr>
            <p:spPr>
              <a:xfrm rot="10800000" flipH="1">
                <a:off x="-203625" y="-162575"/>
                <a:ext cx="6111900" cy="3528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" name="Google Shape;23;p2"/>
              <p:cNvCxnSpPr/>
              <p:nvPr/>
            </p:nvCxnSpPr>
            <p:spPr>
              <a:xfrm rot="10800000" flipH="1">
                <a:off x="-212500" y="-179425"/>
                <a:ext cx="6639600" cy="3833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4" name="Google Shape;24;p2"/>
              <p:cNvCxnSpPr/>
              <p:nvPr/>
            </p:nvCxnSpPr>
            <p:spPr>
              <a:xfrm rot="10800000" flipH="1">
                <a:off x="-237200" y="-171550"/>
                <a:ext cx="7140000" cy="4122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" name="Google Shape;25;p2"/>
              <p:cNvCxnSpPr/>
              <p:nvPr/>
            </p:nvCxnSpPr>
            <p:spPr>
              <a:xfrm rot="10800000" flipH="1">
                <a:off x="-208450" y="-169925"/>
                <a:ext cx="7598100" cy="4386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" name="Google Shape;26;p2"/>
              <p:cNvCxnSpPr/>
              <p:nvPr/>
            </p:nvCxnSpPr>
            <p:spPr>
              <a:xfrm rot="10800000" flipH="1">
                <a:off x="-126875" y="-166100"/>
                <a:ext cx="7999200" cy="4618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" name="Google Shape;27;p2"/>
              <p:cNvCxnSpPr/>
              <p:nvPr/>
            </p:nvCxnSpPr>
            <p:spPr>
              <a:xfrm rot="10800000" flipH="1">
                <a:off x="-175950" y="-237725"/>
                <a:ext cx="8661600" cy="500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" name="Google Shape;28;p2"/>
              <p:cNvCxnSpPr/>
              <p:nvPr/>
            </p:nvCxnSpPr>
            <p:spPr>
              <a:xfrm rot="10800000" flipH="1">
                <a:off x="-230050" y="-244075"/>
                <a:ext cx="9215700" cy="5320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" name="Google Shape;29;p2"/>
              <p:cNvCxnSpPr/>
              <p:nvPr/>
            </p:nvCxnSpPr>
            <p:spPr>
              <a:xfrm rot="10800000" flipH="1">
                <a:off x="-150500" y="-149375"/>
                <a:ext cx="9462000" cy="5462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" name="Google Shape;30;p2"/>
              <p:cNvCxnSpPr/>
              <p:nvPr/>
            </p:nvCxnSpPr>
            <p:spPr>
              <a:xfrm rot="10800000" flipH="1">
                <a:off x="277300" y="105750"/>
                <a:ext cx="9081600" cy="5243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" name="Google Shape;31;p2"/>
              <p:cNvCxnSpPr/>
              <p:nvPr/>
            </p:nvCxnSpPr>
            <p:spPr>
              <a:xfrm rot="10800000" flipH="1">
                <a:off x="846950" y="376800"/>
                <a:ext cx="8531400" cy="4925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" name="Google Shape;32;p2"/>
              <p:cNvCxnSpPr/>
              <p:nvPr/>
            </p:nvCxnSpPr>
            <p:spPr>
              <a:xfrm rot="10800000" flipH="1">
                <a:off x="1349000" y="635275"/>
                <a:ext cx="8071500" cy="465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" name="Google Shape;33;p2"/>
              <p:cNvCxnSpPr/>
              <p:nvPr/>
            </p:nvCxnSpPr>
            <p:spPr>
              <a:xfrm rot="10800000" flipH="1">
                <a:off x="1864375" y="918950"/>
                <a:ext cx="7554300" cy="4361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" name="Google Shape;34;p2"/>
              <p:cNvCxnSpPr/>
              <p:nvPr/>
            </p:nvCxnSpPr>
            <p:spPr>
              <a:xfrm rot="10800000" flipH="1">
                <a:off x="2403950" y="1170550"/>
                <a:ext cx="7067700" cy="408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" name="Google Shape;35;p2"/>
              <p:cNvCxnSpPr/>
              <p:nvPr/>
            </p:nvCxnSpPr>
            <p:spPr>
              <a:xfrm rot="10800000" flipH="1">
                <a:off x="2718375" y="1495625"/>
                <a:ext cx="6679800" cy="3856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6" name="Google Shape;36;p2"/>
              <p:cNvCxnSpPr/>
              <p:nvPr/>
            </p:nvCxnSpPr>
            <p:spPr>
              <a:xfrm rot="10800000" flipH="1">
                <a:off x="3297700" y="1822900"/>
                <a:ext cx="6023100" cy="3477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7" name="Google Shape;37;p2"/>
              <p:cNvCxnSpPr/>
              <p:nvPr/>
            </p:nvCxnSpPr>
            <p:spPr>
              <a:xfrm rot="10800000" flipH="1">
                <a:off x="3726050" y="2104125"/>
                <a:ext cx="5597100" cy="3231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" name="Google Shape;38;p2"/>
              <p:cNvCxnSpPr/>
              <p:nvPr/>
            </p:nvCxnSpPr>
            <p:spPr>
              <a:xfrm rot="10800000" flipH="1">
                <a:off x="4244875" y="2361600"/>
                <a:ext cx="5121600" cy="295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" name="Google Shape;39;p2"/>
              <p:cNvCxnSpPr/>
              <p:nvPr/>
            </p:nvCxnSpPr>
            <p:spPr>
              <a:xfrm rot="10800000" flipH="1">
                <a:off x="4742850" y="2657525"/>
                <a:ext cx="4600200" cy="2655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0" name="Google Shape;40;p2"/>
              <p:cNvCxnSpPr/>
              <p:nvPr/>
            </p:nvCxnSpPr>
            <p:spPr>
              <a:xfrm rot="10800000" flipH="1">
                <a:off x="5210850" y="2937150"/>
                <a:ext cx="4137300" cy="2388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1" name="Google Shape;41;p2"/>
              <p:cNvCxnSpPr/>
              <p:nvPr/>
            </p:nvCxnSpPr>
            <p:spPr>
              <a:xfrm rot="10800000" flipH="1">
                <a:off x="5725550" y="3223700"/>
                <a:ext cx="3615300" cy="208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" name="Google Shape;42;p2"/>
              <p:cNvCxnSpPr/>
              <p:nvPr/>
            </p:nvCxnSpPr>
            <p:spPr>
              <a:xfrm rot="10800000" flipH="1">
                <a:off x="6217950" y="3515950"/>
                <a:ext cx="3106500" cy="1793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3" name="Google Shape;43;p2"/>
              <p:cNvCxnSpPr/>
              <p:nvPr/>
            </p:nvCxnSpPr>
            <p:spPr>
              <a:xfrm rot="10800000" flipH="1">
                <a:off x="6716500" y="3797450"/>
                <a:ext cx="2609700" cy="1506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4" name="Google Shape;44;p2"/>
              <p:cNvCxnSpPr/>
              <p:nvPr/>
            </p:nvCxnSpPr>
            <p:spPr>
              <a:xfrm rot="10800000" flipH="1">
                <a:off x="7199175" y="4100700"/>
                <a:ext cx="2091000" cy="1207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" name="Google Shape;45;p2"/>
              <p:cNvCxnSpPr/>
              <p:nvPr/>
            </p:nvCxnSpPr>
            <p:spPr>
              <a:xfrm rot="10800000" flipH="1">
                <a:off x="7718000" y="4338975"/>
                <a:ext cx="1648800" cy="951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6" name="Google Shape;46;p2"/>
              <p:cNvCxnSpPr/>
              <p:nvPr/>
            </p:nvCxnSpPr>
            <p:spPr>
              <a:xfrm rot="10800000" flipH="1">
                <a:off x="8129050" y="4607075"/>
                <a:ext cx="1263000" cy="729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7" name="Google Shape;47;p2"/>
              <p:cNvCxnSpPr/>
              <p:nvPr/>
            </p:nvCxnSpPr>
            <p:spPr>
              <a:xfrm rot="10800000" flipH="1">
                <a:off x="8487200" y="4879525"/>
                <a:ext cx="921600" cy="532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48" name="Google Shape;48;p2"/>
            <p:cNvGrpSpPr/>
            <p:nvPr/>
          </p:nvGrpSpPr>
          <p:grpSpPr>
            <a:xfrm rot="10800000">
              <a:off x="-229861" y="-321271"/>
              <a:ext cx="9830575" cy="5715375"/>
              <a:chOff x="-358925" y="-303650"/>
              <a:chExt cx="9830575" cy="5715375"/>
            </a:xfrm>
          </p:grpSpPr>
          <p:cxnSp>
            <p:nvCxnSpPr>
              <p:cNvPr id="49" name="Google Shape;49;p2"/>
              <p:cNvCxnSpPr/>
              <p:nvPr/>
            </p:nvCxnSpPr>
            <p:spPr>
              <a:xfrm rot="10800000" flipH="1">
                <a:off x="-282200" y="-303650"/>
                <a:ext cx="1052400" cy="607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0" name="Google Shape;50;p2"/>
              <p:cNvCxnSpPr/>
              <p:nvPr/>
            </p:nvCxnSpPr>
            <p:spPr>
              <a:xfrm rot="10800000" flipH="1">
                <a:off x="-281950" y="-236675"/>
                <a:ext cx="1425600" cy="822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1" name="Google Shape;51;p2"/>
              <p:cNvCxnSpPr/>
              <p:nvPr/>
            </p:nvCxnSpPr>
            <p:spPr>
              <a:xfrm rot="10800000" flipH="1">
                <a:off x="-358925" y="-155350"/>
                <a:ext cx="1851000" cy="1068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2" name="Google Shape;52;p2"/>
              <p:cNvCxnSpPr/>
              <p:nvPr/>
            </p:nvCxnSpPr>
            <p:spPr>
              <a:xfrm rot="10800000" flipH="1">
                <a:off x="-267650" y="-115750"/>
                <a:ext cx="2180400" cy="125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" name="Google Shape;53;p2"/>
              <p:cNvCxnSpPr/>
              <p:nvPr/>
            </p:nvCxnSpPr>
            <p:spPr>
              <a:xfrm rot="10800000" flipH="1">
                <a:off x="-229800" y="-86050"/>
                <a:ext cx="2580300" cy="1489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4" name="Google Shape;54;p2"/>
              <p:cNvCxnSpPr/>
              <p:nvPr/>
            </p:nvCxnSpPr>
            <p:spPr>
              <a:xfrm rot="10800000" flipH="1">
                <a:off x="-212775" y="-127750"/>
                <a:ext cx="3125100" cy="1804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5" name="Google Shape;55;p2"/>
              <p:cNvCxnSpPr/>
              <p:nvPr/>
            </p:nvCxnSpPr>
            <p:spPr>
              <a:xfrm rot="10800000" flipH="1">
                <a:off x="-180475" y="-165575"/>
                <a:ext cx="3648000" cy="210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6" name="Google Shape;56;p2"/>
              <p:cNvCxnSpPr/>
              <p:nvPr/>
            </p:nvCxnSpPr>
            <p:spPr>
              <a:xfrm rot="10800000" flipH="1">
                <a:off x="-227000" y="-146700"/>
                <a:ext cx="4150500" cy="2396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7" name="Google Shape;57;p2"/>
              <p:cNvCxnSpPr/>
              <p:nvPr/>
            </p:nvCxnSpPr>
            <p:spPr>
              <a:xfrm rot="10800000" flipH="1">
                <a:off x="-285775" y="-133000"/>
                <a:ext cx="4675200" cy="2699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8" name="Google Shape;58;p2"/>
              <p:cNvCxnSpPr/>
              <p:nvPr/>
            </p:nvCxnSpPr>
            <p:spPr>
              <a:xfrm rot="10800000" flipH="1">
                <a:off x="-254975" y="-209000"/>
                <a:ext cx="5265600" cy="303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9" name="Google Shape;59;p2"/>
              <p:cNvCxnSpPr/>
              <p:nvPr/>
            </p:nvCxnSpPr>
            <p:spPr>
              <a:xfrm rot="10800000" flipH="1">
                <a:off x="-230325" y="-171400"/>
                <a:ext cx="5665200" cy="327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0" name="Google Shape;60;p2"/>
              <p:cNvCxnSpPr/>
              <p:nvPr/>
            </p:nvCxnSpPr>
            <p:spPr>
              <a:xfrm rot="10800000" flipH="1">
                <a:off x="-203625" y="-162575"/>
                <a:ext cx="6111900" cy="3528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1" name="Google Shape;61;p2"/>
              <p:cNvCxnSpPr/>
              <p:nvPr/>
            </p:nvCxnSpPr>
            <p:spPr>
              <a:xfrm rot="10800000" flipH="1">
                <a:off x="-212500" y="-179425"/>
                <a:ext cx="6639600" cy="3833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" name="Google Shape;62;p2"/>
              <p:cNvCxnSpPr/>
              <p:nvPr/>
            </p:nvCxnSpPr>
            <p:spPr>
              <a:xfrm rot="10800000" flipH="1">
                <a:off x="-237200" y="-171550"/>
                <a:ext cx="7140000" cy="4122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3" name="Google Shape;63;p2"/>
              <p:cNvCxnSpPr/>
              <p:nvPr/>
            </p:nvCxnSpPr>
            <p:spPr>
              <a:xfrm rot="10800000" flipH="1">
                <a:off x="-208450" y="-169925"/>
                <a:ext cx="7598100" cy="4386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" name="Google Shape;64;p2"/>
              <p:cNvCxnSpPr/>
              <p:nvPr/>
            </p:nvCxnSpPr>
            <p:spPr>
              <a:xfrm rot="10800000" flipH="1">
                <a:off x="-126875" y="-166100"/>
                <a:ext cx="7999200" cy="4618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5" name="Google Shape;65;p2"/>
              <p:cNvCxnSpPr/>
              <p:nvPr/>
            </p:nvCxnSpPr>
            <p:spPr>
              <a:xfrm rot="10800000" flipH="1">
                <a:off x="-175950" y="-237725"/>
                <a:ext cx="8661600" cy="500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6" name="Google Shape;66;p2"/>
              <p:cNvCxnSpPr/>
              <p:nvPr/>
            </p:nvCxnSpPr>
            <p:spPr>
              <a:xfrm rot="10800000" flipH="1">
                <a:off x="-230050" y="-244075"/>
                <a:ext cx="9215700" cy="5320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7" name="Google Shape;67;p2"/>
              <p:cNvCxnSpPr/>
              <p:nvPr/>
            </p:nvCxnSpPr>
            <p:spPr>
              <a:xfrm rot="10800000" flipH="1">
                <a:off x="-150500" y="-149375"/>
                <a:ext cx="9462000" cy="5462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" name="Google Shape;68;p2"/>
              <p:cNvCxnSpPr/>
              <p:nvPr/>
            </p:nvCxnSpPr>
            <p:spPr>
              <a:xfrm rot="10800000" flipH="1">
                <a:off x="277300" y="105750"/>
                <a:ext cx="9081600" cy="5243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" name="Google Shape;69;p2"/>
              <p:cNvCxnSpPr/>
              <p:nvPr/>
            </p:nvCxnSpPr>
            <p:spPr>
              <a:xfrm rot="10800000" flipH="1">
                <a:off x="846950" y="376800"/>
                <a:ext cx="8531400" cy="4925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0" name="Google Shape;70;p2"/>
              <p:cNvCxnSpPr/>
              <p:nvPr/>
            </p:nvCxnSpPr>
            <p:spPr>
              <a:xfrm rot="10800000" flipH="1">
                <a:off x="1349000" y="635275"/>
                <a:ext cx="8071500" cy="465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1" name="Google Shape;71;p2"/>
              <p:cNvCxnSpPr/>
              <p:nvPr/>
            </p:nvCxnSpPr>
            <p:spPr>
              <a:xfrm rot="10800000" flipH="1">
                <a:off x="1864375" y="918950"/>
                <a:ext cx="7554300" cy="4361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2" name="Google Shape;72;p2"/>
              <p:cNvCxnSpPr/>
              <p:nvPr/>
            </p:nvCxnSpPr>
            <p:spPr>
              <a:xfrm rot="10800000" flipH="1">
                <a:off x="2403950" y="1170550"/>
                <a:ext cx="7067700" cy="408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3" name="Google Shape;73;p2"/>
              <p:cNvCxnSpPr/>
              <p:nvPr/>
            </p:nvCxnSpPr>
            <p:spPr>
              <a:xfrm rot="10800000" flipH="1">
                <a:off x="2718375" y="1495625"/>
                <a:ext cx="6679800" cy="3856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4" name="Google Shape;74;p2"/>
              <p:cNvCxnSpPr/>
              <p:nvPr/>
            </p:nvCxnSpPr>
            <p:spPr>
              <a:xfrm rot="10800000" flipH="1">
                <a:off x="3297700" y="1822900"/>
                <a:ext cx="6023100" cy="3477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5" name="Google Shape;75;p2"/>
              <p:cNvCxnSpPr/>
              <p:nvPr/>
            </p:nvCxnSpPr>
            <p:spPr>
              <a:xfrm rot="10800000" flipH="1">
                <a:off x="3726050" y="2104125"/>
                <a:ext cx="5597100" cy="3231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6" name="Google Shape;76;p2"/>
              <p:cNvCxnSpPr/>
              <p:nvPr/>
            </p:nvCxnSpPr>
            <p:spPr>
              <a:xfrm rot="10800000" flipH="1">
                <a:off x="4244875" y="2361600"/>
                <a:ext cx="5121600" cy="295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7" name="Google Shape;77;p2"/>
              <p:cNvCxnSpPr/>
              <p:nvPr/>
            </p:nvCxnSpPr>
            <p:spPr>
              <a:xfrm rot="10800000" flipH="1">
                <a:off x="4742850" y="2657525"/>
                <a:ext cx="4600200" cy="2655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8" name="Google Shape;78;p2"/>
              <p:cNvCxnSpPr/>
              <p:nvPr/>
            </p:nvCxnSpPr>
            <p:spPr>
              <a:xfrm rot="10800000" flipH="1">
                <a:off x="5210850" y="2937150"/>
                <a:ext cx="4137300" cy="2388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9" name="Google Shape;79;p2"/>
              <p:cNvCxnSpPr/>
              <p:nvPr/>
            </p:nvCxnSpPr>
            <p:spPr>
              <a:xfrm rot="10800000" flipH="1">
                <a:off x="5725550" y="3223700"/>
                <a:ext cx="3615300" cy="208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0" name="Google Shape;80;p2"/>
              <p:cNvCxnSpPr/>
              <p:nvPr/>
            </p:nvCxnSpPr>
            <p:spPr>
              <a:xfrm rot="10800000" flipH="1">
                <a:off x="6217950" y="3515950"/>
                <a:ext cx="3106500" cy="1793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1" name="Google Shape;81;p2"/>
              <p:cNvCxnSpPr/>
              <p:nvPr/>
            </p:nvCxnSpPr>
            <p:spPr>
              <a:xfrm rot="10800000" flipH="1">
                <a:off x="6716500" y="3797450"/>
                <a:ext cx="2609700" cy="1506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2" name="Google Shape;82;p2"/>
              <p:cNvCxnSpPr/>
              <p:nvPr/>
            </p:nvCxnSpPr>
            <p:spPr>
              <a:xfrm rot="10800000" flipH="1">
                <a:off x="7199175" y="4100700"/>
                <a:ext cx="2091000" cy="1207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3" name="Google Shape;83;p2"/>
              <p:cNvCxnSpPr/>
              <p:nvPr/>
            </p:nvCxnSpPr>
            <p:spPr>
              <a:xfrm rot="10800000" flipH="1">
                <a:off x="7718000" y="4338975"/>
                <a:ext cx="1648800" cy="951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4" name="Google Shape;84;p2"/>
              <p:cNvCxnSpPr/>
              <p:nvPr/>
            </p:nvCxnSpPr>
            <p:spPr>
              <a:xfrm rot="10800000" flipH="1">
                <a:off x="8129050" y="4607075"/>
                <a:ext cx="1263000" cy="729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5" name="Google Shape;85;p2"/>
              <p:cNvCxnSpPr/>
              <p:nvPr/>
            </p:nvCxnSpPr>
            <p:spPr>
              <a:xfrm rot="10800000" flipH="1">
                <a:off x="8487200" y="4879525"/>
                <a:ext cx="921600" cy="532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86" name="Google Shape;86;p2"/>
          <p:cNvSpPr txBox="1">
            <a:spLocks noGrp="1"/>
          </p:cNvSpPr>
          <p:nvPr>
            <p:ph type="ctrTitle"/>
          </p:nvPr>
        </p:nvSpPr>
        <p:spPr>
          <a:xfrm>
            <a:off x="2061092" y="1347675"/>
            <a:ext cx="6367800" cy="170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87" name="Google Shape;87;p2"/>
          <p:cNvSpPr txBox="1">
            <a:spLocks noGrp="1"/>
          </p:cNvSpPr>
          <p:nvPr>
            <p:ph type="subTitle" idx="1"/>
          </p:nvPr>
        </p:nvSpPr>
        <p:spPr>
          <a:xfrm>
            <a:off x="2061092" y="3065675"/>
            <a:ext cx="6367800" cy="41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>
                <a:solidFill>
                  <a:srgbClr val="FFFFFF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>
                <a:solidFill>
                  <a:srgbClr val="FFFFFF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>
                <a:solidFill>
                  <a:srgbClr val="FFFFFF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>
                <a:solidFill>
                  <a:srgbClr val="FFFFFF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>
                <a:solidFill>
                  <a:srgbClr val="FFFFFF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>
                <a:solidFill>
                  <a:srgbClr val="FFFFFF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>
                <a:solidFill>
                  <a:srgbClr val="FFFFFF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grpSp>
        <p:nvGrpSpPr>
          <p:cNvPr id="88" name="Google Shape;88;p2"/>
          <p:cNvGrpSpPr/>
          <p:nvPr/>
        </p:nvGrpSpPr>
        <p:grpSpPr>
          <a:xfrm flipH="1">
            <a:off x="246" y="1384364"/>
            <a:ext cx="3863499" cy="3798516"/>
            <a:chOff x="3133537" y="-308699"/>
            <a:chExt cx="6010422" cy="5452155"/>
          </a:xfrm>
        </p:grpSpPr>
        <p:sp>
          <p:nvSpPr>
            <p:cNvPr id="89" name="Google Shape;89;p2"/>
            <p:cNvSpPr/>
            <p:nvPr/>
          </p:nvSpPr>
          <p:spPr>
            <a:xfrm>
              <a:off x="3201565" y="-185790"/>
              <a:ext cx="5942394" cy="5329246"/>
            </a:xfrm>
            <a:custGeom>
              <a:avLst/>
              <a:gdLst/>
              <a:ahLst/>
              <a:cxnLst/>
              <a:rect l="l" t="t" r="r" b="b"/>
              <a:pathLst>
                <a:path w="90413" h="81084" extrusionOk="0">
                  <a:moveTo>
                    <a:pt x="90412" y="1"/>
                  </a:moveTo>
                  <a:lnTo>
                    <a:pt x="3084" y="50747"/>
                  </a:lnTo>
                  <a:cubicBezTo>
                    <a:pt x="1293" y="51801"/>
                    <a:pt x="239" y="51702"/>
                    <a:pt x="0" y="53075"/>
                  </a:cubicBezTo>
                  <a:lnTo>
                    <a:pt x="0" y="55104"/>
                  </a:lnTo>
                  <a:cubicBezTo>
                    <a:pt x="20" y="56675"/>
                    <a:pt x="1055" y="58247"/>
                    <a:pt x="3123" y="59440"/>
                  </a:cubicBezTo>
                  <a:lnTo>
                    <a:pt x="40641" y="81083"/>
                  </a:lnTo>
                  <a:lnTo>
                    <a:pt x="88642" y="81083"/>
                  </a:lnTo>
                  <a:cubicBezTo>
                    <a:pt x="89617" y="81083"/>
                    <a:pt x="90412" y="80288"/>
                    <a:pt x="90412" y="79313"/>
                  </a:cubicBezTo>
                  <a:lnTo>
                    <a:pt x="9041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3133537" y="-308699"/>
              <a:ext cx="6010420" cy="5452152"/>
            </a:xfrm>
            <a:custGeom>
              <a:avLst/>
              <a:gdLst/>
              <a:ahLst/>
              <a:cxnLst/>
              <a:rect l="l" t="t" r="r" b="b"/>
              <a:pathLst>
                <a:path w="91448" h="82954" extrusionOk="0">
                  <a:moveTo>
                    <a:pt x="91447" y="1"/>
                  </a:moveTo>
                  <a:lnTo>
                    <a:pt x="4119" y="50767"/>
                  </a:lnTo>
                  <a:cubicBezTo>
                    <a:pt x="1" y="53154"/>
                    <a:pt x="21" y="57033"/>
                    <a:pt x="4158" y="59440"/>
                  </a:cubicBezTo>
                  <a:lnTo>
                    <a:pt x="44899" y="82953"/>
                  </a:lnTo>
                  <a:lnTo>
                    <a:pt x="89677" y="82953"/>
                  </a:lnTo>
                  <a:cubicBezTo>
                    <a:pt x="90652" y="82953"/>
                    <a:pt x="91447" y="82158"/>
                    <a:pt x="91447" y="81183"/>
                  </a:cubicBezTo>
                  <a:lnTo>
                    <a:pt x="9144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3"/>
          <p:cNvGrpSpPr/>
          <p:nvPr/>
        </p:nvGrpSpPr>
        <p:grpSpPr>
          <a:xfrm>
            <a:off x="-458461" y="-321271"/>
            <a:ext cx="10059175" cy="5791575"/>
            <a:chOff x="-458461" y="-321271"/>
            <a:chExt cx="10059175" cy="5791575"/>
          </a:xfrm>
        </p:grpSpPr>
        <p:grpSp>
          <p:nvGrpSpPr>
            <p:cNvPr id="93" name="Google Shape;93;p3"/>
            <p:cNvGrpSpPr/>
            <p:nvPr/>
          </p:nvGrpSpPr>
          <p:grpSpPr>
            <a:xfrm flipH="1">
              <a:off x="-458461" y="-245071"/>
              <a:ext cx="9830575" cy="5715375"/>
              <a:chOff x="-358925" y="-303650"/>
              <a:chExt cx="9830575" cy="5715375"/>
            </a:xfrm>
          </p:grpSpPr>
          <p:cxnSp>
            <p:nvCxnSpPr>
              <p:cNvPr id="94" name="Google Shape;94;p3"/>
              <p:cNvCxnSpPr/>
              <p:nvPr/>
            </p:nvCxnSpPr>
            <p:spPr>
              <a:xfrm rot="10800000" flipH="1">
                <a:off x="-282200" y="-303650"/>
                <a:ext cx="1052400" cy="607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5" name="Google Shape;95;p3"/>
              <p:cNvCxnSpPr/>
              <p:nvPr/>
            </p:nvCxnSpPr>
            <p:spPr>
              <a:xfrm rot="10800000" flipH="1">
                <a:off x="-281950" y="-236675"/>
                <a:ext cx="1425600" cy="822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6" name="Google Shape;96;p3"/>
              <p:cNvCxnSpPr/>
              <p:nvPr/>
            </p:nvCxnSpPr>
            <p:spPr>
              <a:xfrm rot="10800000" flipH="1">
                <a:off x="-358925" y="-155350"/>
                <a:ext cx="1851000" cy="1068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7" name="Google Shape;97;p3"/>
              <p:cNvCxnSpPr/>
              <p:nvPr/>
            </p:nvCxnSpPr>
            <p:spPr>
              <a:xfrm rot="10800000" flipH="1">
                <a:off x="-267650" y="-115750"/>
                <a:ext cx="2180400" cy="125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8" name="Google Shape;98;p3"/>
              <p:cNvCxnSpPr/>
              <p:nvPr/>
            </p:nvCxnSpPr>
            <p:spPr>
              <a:xfrm rot="10800000" flipH="1">
                <a:off x="-229800" y="-86050"/>
                <a:ext cx="2580300" cy="1489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9" name="Google Shape;99;p3"/>
              <p:cNvCxnSpPr/>
              <p:nvPr/>
            </p:nvCxnSpPr>
            <p:spPr>
              <a:xfrm rot="10800000" flipH="1">
                <a:off x="-212775" y="-127750"/>
                <a:ext cx="3125100" cy="1804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0" name="Google Shape;100;p3"/>
              <p:cNvCxnSpPr/>
              <p:nvPr/>
            </p:nvCxnSpPr>
            <p:spPr>
              <a:xfrm rot="10800000" flipH="1">
                <a:off x="-180475" y="-165575"/>
                <a:ext cx="3648000" cy="210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1" name="Google Shape;101;p3"/>
              <p:cNvCxnSpPr/>
              <p:nvPr/>
            </p:nvCxnSpPr>
            <p:spPr>
              <a:xfrm rot="10800000" flipH="1">
                <a:off x="-227000" y="-146700"/>
                <a:ext cx="4150500" cy="2396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" name="Google Shape;102;p3"/>
              <p:cNvCxnSpPr/>
              <p:nvPr/>
            </p:nvCxnSpPr>
            <p:spPr>
              <a:xfrm rot="10800000" flipH="1">
                <a:off x="-285775" y="-133000"/>
                <a:ext cx="4675200" cy="2699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3" name="Google Shape;103;p3"/>
              <p:cNvCxnSpPr/>
              <p:nvPr/>
            </p:nvCxnSpPr>
            <p:spPr>
              <a:xfrm rot="10800000" flipH="1">
                <a:off x="-254975" y="-209000"/>
                <a:ext cx="5265600" cy="303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4" name="Google Shape;104;p3"/>
              <p:cNvCxnSpPr/>
              <p:nvPr/>
            </p:nvCxnSpPr>
            <p:spPr>
              <a:xfrm rot="10800000" flipH="1">
                <a:off x="-230325" y="-171400"/>
                <a:ext cx="5665200" cy="327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5" name="Google Shape;105;p3"/>
              <p:cNvCxnSpPr/>
              <p:nvPr/>
            </p:nvCxnSpPr>
            <p:spPr>
              <a:xfrm rot="10800000" flipH="1">
                <a:off x="-203625" y="-162575"/>
                <a:ext cx="6111900" cy="3528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6" name="Google Shape;106;p3"/>
              <p:cNvCxnSpPr/>
              <p:nvPr/>
            </p:nvCxnSpPr>
            <p:spPr>
              <a:xfrm rot="10800000" flipH="1">
                <a:off x="-212500" y="-179425"/>
                <a:ext cx="6639600" cy="3833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7" name="Google Shape;107;p3"/>
              <p:cNvCxnSpPr/>
              <p:nvPr/>
            </p:nvCxnSpPr>
            <p:spPr>
              <a:xfrm rot="10800000" flipH="1">
                <a:off x="-237200" y="-171550"/>
                <a:ext cx="7140000" cy="4122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8" name="Google Shape;108;p3"/>
              <p:cNvCxnSpPr/>
              <p:nvPr/>
            </p:nvCxnSpPr>
            <p:spPr>
              <a:xfrm rot="10800000" flipH="1">
                <a:off x="-208450" y="-169925"/>
                <a:ext cx="7598100" cy="4386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9" name="Google Shape;109;p3"/>
              <p:cNvCxnSpPr/>
              <p:nvPr/>
            </p:nvCxnSpPr>
            <p:spPr>
              <a:xfrm rot="10800000" flipH="1">
                <a:off x="-126875" y="-166100"/>
                <a:ext cx="7999200" cy="4618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0" name="Google Shape;110;p3"/>
              <p:cNvCxnSpPr/>
              <p:nvPr/>
            </p:nvCxnSpPr>
            <p:spPr>
              <a:xfrm rot="10800000" flipH="1">
                <a:off x="-175950" y="-237725"/>
                <a:ext cx="8661600" cy="500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1" name="Google Shape;111;p3"/>
              <p:cNvCxnSpPr/>
              <p:nvPr/>
            </p:nvCxnSpPr>
            <p:spPr>
              <a:xfrm rot="10800000" flipH="1">
                <a:off x="-230050" y="-244075"/>
                <a:ext cx="9215700" cy="5320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2" name="Google Shape;112;p3"/>
              <p:cNvCxnSpPr/>
              <p:nvPr/>
            </p:nvCxnSpPr>
            <p:spPr>
              <a:xfrm rot="10800000" flipH="1">
                <a:off x="-150500" y="-149375"/>
                <a:ext cx="9462000" cy="5462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3" name="Google Shape;113;p3"/>
              <p:cNvCxnSpPr/>
              <p:nvPr/>
            </p:nvCxnSpPr>
            <p:spPr>
              <a:xfrm rot="10800000" flipH="1">
                <a:off x="277300" y="105750"/>
                <a:ext cx="9081600" cy="5243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4" name="Google Shape;114;p3"/>
              <p:cNvCxnSpPr/>
              <p:nvPr/>
            </p:nvCxnSpPr>
            <p:spPr>
              <a:xfrm rot="10800000" flipH="1">
                <a:off x="846950" y="376800"/>
                <a:ext cx="8531400" cy="4925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5" name="Google Shape;115;p3"/>
              <p:cNvCxnSpPr/>
              <p:nvPr/>
            </p:nvCxnSpPr>
            <p:spPr>
              <a:xfrm rot="10800000" flipH="1">
                <a:off x="1349000" y="635275"/>
                <a:ext cx="8071500" cy="465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6" name="Google Shape;116;p3"/>
              <p:cNvCxnSpPr/>
              <p:nvPr/>
            </p:nvCxnSpPr>
            <p:spPr>
              <a:xfrm rot="10800000" flipH="1">
                <a:off x="1864375" y="918950"/>
                <a:ext cx="7554300" cy="4361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7" name="Google Shape;117;p3"/>
              <p:cNvCxnSpPr/>
              <p:nvPr/>
            </p:nvCxnSpPr>
            <p:spPr>
              <a:xfrm rot="10800000" flipH="1">
                <a:off x="2403950" y="1170550"/>
                <a:ext cx="7067700" cy="408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8" name="Google Shape;118;p3"/>
              <p:cNvCxnSpPr/>
              <p:nvPr/>
            </p:nvCxnSpPr>
            <p:spPr>
              <a:xfrm rot="10800000" flipH="1">
                <a:off x="2718375" y="1495625"/>
                <a:ext cx="6679800" cy="3856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9" name="Google Shape;119;p3"/>
              <p:cNvCxnSpPr/>
              <p:nvPr/>
            </p:nvCxnSpPr>
            <p:spPr>
              <a:xfrm rot="10800000" flipH="1">
                <a:off x="3297700" y="1822900"/>
                <a:ext cx="6023100" cy="3477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0" name="Google Shape;120;p3"/>
              <p:cNvCxnSpPr/>
              <p:nvPr/>
            </p:nvCxnSpPr>
            <p:spPr>
              <a:xfrm rot="10800000" flipH="1">
                <a:off x="3726050" y="2104125"/>
                <a:ext cx="5597100" cy="3231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1" name="Google Shape;121;p3"/>
              <p:cNvCxnSpPr/>
              <p:nvPr/>
            </p:nvCxnSpPr>
            <p:spPr>
              <a:xfrm rot="10800000" flipH="1">
                <a:off x="4244875" y="2361600"/>
                <a:ext cx="5121600" cy="295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2" name="Google Shape;122;p3"/>
              <p:cNvCxnSpPr/>
              <p:nvPr/>
            </p:nvCxnSpPr>
            <p:spPr>
              <a:xfrm rot="10800000" flipH="1">
                <a:off x="4742850" y="2657525"/>
                <a:ext cx="4600200" cy="2655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3" name="Google Shape;123;p3"/>
              <p:cNvCxnSpPr/>
              <p:nvPr/>
            </p:nvCxnSpPr>
            <p:spPr>
              <a:xfrm rot="10800000" flipH="1">
                <a:off x="5210850" y="2937150"/>
                <a:ext cx="4137300" cy="2388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4" name="Google Shape;124;p3"/>
              <p:cNvCxnSpPr/>
              <p:nvPr/>
            </p:nvCxnSpPr>
            <p:spPr>
              <a:xfrm rot="10800000" flipH="1">
                <a:off x="5725550" y="3223700"/>
                <a:ext cx="3615300" cy="208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5" name="Google Shape;125;p3"/>
              <p:cNvCxnSpPr/>
              <p:nvPr/>
            </p:nvCxnSpPr>
            <p:spPr>
              <a:xfrm rot="10800000" flipH="1">
                <a:off x="6217950" y="3515950"/>
                <a:ext cx="3106500" cy="1793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6" name="Google Shape;126;p3"/>
              <p:cNvCxnSpPr/>
              <p:nvPr/>
            </p:nvCxnSpPr>
            <p:spPr>
              <a:xfrm rot="10800000" flipH="1">
                <a:off x="6716500" y="3797450"/>
                <a:ext cx="2609700" cy="1506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7" name="Google Shape;127;p3"/>
              <p:cNvCxnSpPr/>
              <p:nvPr/>
            </p:nvCxnSpPr>
            <p:spPr>
              <a:xfrm rot="10800000" flipH="1">
                <a:off x="7199175" y="4100700"/>
                <a:ext cx="2091000" cy="1207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8" name="Google Shape;128;p3"/>
              <p:cNvCxnSpPr/>
              <p:nvPr/>
            </p:nvCxnSpPr>
            <p:spPr>
              <a:xfrm rot="10800000" flipH="1">
                <a:off x="7718000" y="4338975"/>
                <a:ext cx="1648800" cy="951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9" name="Google Shape;129;p3"/>
              <p:cNvCxnSpPr/>
              <p:nvPr/>
            </p:nvCxnSpPr>
            <p:spPr>
              <a:xfrm rot="10800000" flipH="1">
                <a:off x="8129050" y="4607075"/>
                <a:ext cx="1263000" cy="729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0" name="Google Shape;130;p3"/>
              <p:cNvCxnSpPr/>
              <p:nvPr/>
            </p:nvCxnSpPr>
            <p:spPr>
              <a:xfrm rot="10800000" flipH="1">
                <a:off x="8487200" y="4879525"/>
                <a:ext cx="921600" cy="532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31" name="Google Shape;131;p3"/>
            <p:cNvGrpSpPr/>
            <p:nvPr/>
          </p:nvGrpSpPr>
          <p:grpSpPr>
            <a:xfrm rot="10800000">
              <a:off x="-229861" y="-321271"/>
              <a:ext cx="9830575" cy="5715375"/>
              <a:chOff x="-358925" y="-303650"/>
              <a:chExt cx="9830575" cy="5715375"/>
            </a:xfrm>
          </p:grpSpPr>
          <p:cxnSp>
            <p:nvCxnSpPr>
              <p:cNvPr id="132" name="Google Shape;132;p3"/>
              <p:cNvCxnSpPr/>
              <p:nvPr/>
            </p:nvCxnSpPr>
            <p:spPr>
              <a:xfrm rot="10800000" flipH="1">
                <a:off x="-282200" y="-303650"/>
                <a:ext cx="1052400" cy="607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3" name="Google Shape;133;p3"/>
              <p:cNvCxnSpPr/>
              <p:nvPr/>
            </p:nvCxnSpPr>
            <p:spPr>
              <a:xfrm rot="10800000" flipH="1">
                <a:off x="-281950" y="-236675"/>
                <a:ext cx="1425600" cy="822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4" name="Google Shape;134;p3"/>
              <p:cNvCxnSpPr/>
              <p:nvPr/>
            </p:nvCxnSpPr>
            <p:spPr>
              <a:xfrm rot="10800000" flipH="1">
                <a:off x="-358925" y="-155350"/>
                <a:ext cx="1851000" cy="1068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5" name="Google Shape;135;p3"/>
              <p:cNvCxnSpPr/>
              <p:nvPr/>
            </p:nvCxnSpPr>
            <p:spPr>
              <a:xfrm rot="10800000" flipH="1">
                <a:off x="-267650" y="-115750"/>
                <a:ext cx="2180400" cy="125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6" name="Google Shape;136;p3"/>
              <p:cNvCxnSpPr/>
              <p:nvPr/>
            </p:nvCxnSpPr>
            <p:spPr>
              <a:xfrm rot="10800000" flipH="1">
                <a:off x="-229800" y="-86050"/>
                <a:ext cx="2580300" cy="1489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7" name="Google Shape;137;p3"/>
              <p:cNvCxnSpPr/>
              <p:nvPr/>
            </p:nvCxnSpPr>
            <p:spPr>
              <a:xfrm rot="10800000" flipH="1">
                <a:off x="-212775" y="-127750"/>
                <a:ext cx="3125100" cy="1804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8" name="Google Shape;138;p3"/>
              <p:cNvCxnSpPr/>
              <p:nvPr/>
            </p:nvCxnSpPr>
            <p:spPr>
              <a:xfrm rot="10800000" flipH="1">
                <a:off x="-180475" y="-165575"/>
                <a:ext cx="3648000" cy="210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9" name="Google Shape;139;p3"/>
              <p:cNvCxnSpPr/>
              <p:nvPr/>
            </p:nvCxnSpPr>
            <p:spPr>
              <a:xfrm rot="10800000" flipH="1">
                <a:off x="-227000" y="-146700"/>
                <a:ext cx="4150500" cy="2396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0" name="Google Shape;140;p3"/>
              <p:cNvCxnSpPr/>
              <p:nvPr/>
            </p:nvCxnSpPr>
            <p:spPr>
              <a:xfrm rot="10800000" flipH="1">
                <a:off x="-285775" y="-133000"/>
                <a:ext cx="4675200" cy="2699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1" name="Google Shape;141;p3"/>
              <p:cNvCxnSpPr/>
              <p:nvPr/>
            </p:nvCxnSpPr>
            <p:spPr>
              <a:xfrm rot="10800000" flipH="1">
                <a:off x="-254975" y="-209000"/>
                <a:ext cx="5265600" cy="303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2" name="Google Shape;142;p3"/>
              <p:cNvCxnSpPr/>
              <p:nvPr/>
            </p:nvCxnSpPr>
            <p:spPr>
              <a:xfrm rot="10800000" flipH="1">
                <a:off x="-230325" y="-171400"/>
                <a:ext cx="5665200" cy="327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3" name="Google Shape;143;p3"/>
              <p:cNvCxnSpPr/>
              <p:nvPr/>
            </p:nvCxnSpPr>
            <p:spPr>
              <a:xfrm rot="10800000" flipH="1">
                <a:off x="-203625" y="-162575"/>
                <a:ext cx="6111900" cy="3528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4" name="Google Shape;144;p3"/>
              <p:cNvCxnSpPr/>
              <p:nvPr/>
            </p:nvCxnSpPr>
            <p:spPr>
              <a:xfrm rot="10800000" flipH="1">
                <a:off x="-212500" y="-179425"/>
                <a:ext cx="6639600" cy="3833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5" name="Google Shape;145;p3"/>
              <p:cNvCxnSpPr/>
              <p:nvPr/>
            </p:nvCxnSpPr>
            <p:spPr>
              <a:xfrm rot="10800000" flipH="1">
                <a:off x="-237200" y="-171550"/>
                <a:ext cx="7140000" cy="4122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6" name="Google Shape;146;p3"/>
              <p:cNvCxnSpPr/>
              <p:nvPr/>
            </p:nvCxnSpPr>
            <p:spPr>
              <a:xfrm rot="10800000" flipH="1">
                <a:off x="-208450" y="-169925"/>
                <a:ext cx="7598100" cy="4386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7" name="Google Shape;147;p3"/>
              <p:cNvCxnSpPr/>
              <p:nvPr/>
            </p:nvCxnSpPr>
            <p:spPr>
              <a:xfrm rot="10800000" flipH="1">
                <a:off x="-126875" y="-166100"/>
                <a:ext cx="7999200" cy="4618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8" name="Google Shape;148;p3"/>
              <p:cNvCxnSpPr/>
              <p:nvPr/>
            </p:nvCxnSpPr>
            <p:spPr>
              <a:xfrm rot="10800000" flipH="1">
                <a:off x="-175950" y="-237725"/>
                <a:ext cx="8661600" cy="500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9" name="Google Shape;149;p3"/>
              <p:cNvCxnSpPr/>
              <p:nvPr/>
            </p:nvCxnSpPr>
            <p:spPr>
              <a:xfrm rot="10800000" flipH="1">
                <a:off x="-230050" y="-244075"/>
                <a:ext cx="9215700" cy="5320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0" name="Google Shape;150;p3"/>
              <p:cNvCxnSpPr/>
              <p:nvPr/>
            </p:nvCxnSpPr>
            <p:spPr>
              <a:xfrm rot="10800000" flipH="1">
                <a:off x="-150500" y="-149375"/>
                <a:ext cx="9462000" cy="5462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1" name="Google Shape;151;p3"/>
              <p:cNvCxnSpPr/>
              <p:nvPr/>
            </p:nvCxnSpPr>
            <p:spPr>
              <a:xfrm rot="10800000" flipH="1">
                <a:off x="277300" y="105750"/>
                <a:ext cx="9081600" cy="5243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2" name="Google Shape;152;p3"/>
              <p:cNvCxnSpPr/>
              <p:nvPr/>
            </p:nvCxnSpPr>
            <p:spPr>
              <a:xfrm rot="10800000" flipH="1">
                <a:off x="846950" y="376800"/>
                <a:ext cx="8531400" cy="4925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3" name="Google Shape;153;p3"/>
              <p:cNvCxnSpPr/>
              <p:nvPr/>
            </p:nvCxnSpPr>
            <p:spPr>
              <a:xfrm rot="10800000" flipH="1">
                <a:off x="1349000" y="635275"/>
                <a:ext cx="8071500" cy="465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4" name="Google Shape;154;p3"/>
              <p:cNvCxnSpPr/>
              <p:nvPr/>
            </p:nvCxnSpPr>
            <p:spPr>
              <a:xfrm rot="10800000" flipH="1">
                <a:off x="1864375" y="918950"/>
                <a:ext cx="7554300" cy="4361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5" name="Google Shape;155;p3"/>
              <p:cNvCxnSpPr/>
              <p:nvPr/>
            </p:nvCxnSpPr>
            <p:spPr>
              <a:xfrm rot="10800000" flipH="1">
                <a:off x="2403950" y="1170550"/>
                <a:ext cx="7067700" cy="408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6" name="Google Shape;156;p3"/>
              <p:cNvCxnSpPr/>
              <p:nvPr/>
            </p:nvCxnSpPr>
            <p:spPr>
              <a:xfrm rot="10800000" flipH="1">
                <a:off x="2718375" y="1495625"/>
                <a:ext cx="6679800" cy="3856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7" name="Google Shape;157;p3"/>
              <p:cNvCxnSpPr/>
              <p:nvPr/>
            </p:nvCxnSpPr>
            <p:spPr>
              <a:xfrm rot="10800000" flipH="1">
                <a:off x="3297700" y="1822900"/>
                <a:ext cx="6023100" cy="3477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8" name="Google Shape;158;p3"/>
              <p:cNvCxnSpPr/>
              <p:nvPr/>
            </p:nvCxnSpPr>
            <p:spPr>
              <a:xfrm rot="10800000" flipH="1">
                <a:off x="3726050" y="2104125"/>
                <a:ext cx="5597100" cy="3231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9" name="Google Shape;159;p3"/>
              <p:cNvCxnSpPr/>
              <p:nvPr/>
            </p:nvCxnSpPr>
            <p:spPr>
              <a:xfrm rot="10800000" flipH="1">
                <a:off x="4244875" y="2361600"/>
                <a:ext cx="5121600" cy="295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0" name="Google Shape;160;p3"/>
              <p:cNvCxnSpPr/>
              <p:nvPr/>
            </p:nvCxnSpPr>
            <p:spPr>
              <a:xfrm rot="10800000" flipH="1">
                <a:off x="4742850" y="2657525"/>
                <a:ext cx="4600200" cy="2655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1" name="Google Shape;161;p3"/>
              <p:cNvCxnSpPr/>
              <p:nvPr/>
            </p:nvCxnSpPr>
            <p:spPr>
              <a:xfrm rot="10800000" flipH="1">
                <a:off x="5210850" y="2937150"/>
                <a:ext cx="4137300" cy="2388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2" name="Google Shape;162;p3"/>
              <p:cNvCxnSpPr/>
              <p:nvPr/>
            </p:nvCxnSpPr>
            <p:spPr>
              <a:xfrm rot="10800000" flipH="1">
                <a:off x="5725550" y="3223700"/>
                <a:ext cx="3615300" cy="208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3" name="Google Shape;163;p3"/>
              <p:cNvCxnSpPr/>
              <p:nvPr/>
            </p:nvCxnSpPr>
            <p:spPr>
              <a:xfrm rot="10800000" flipH="1">
                <a:off x="6217950" y="3515950"/>
                <a:ext cx="3106500" cy="1793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4" name="Google Shape;164;p3"/>
              <p:cNvCxnSpPr/>
              <p:nvPr/>
            </p:nvCxnSpPr>
            <p:spPr>
              <a:xfrm rot="10800000" flipH="1">
                <a:off x="6716500" y="3797450"/>
                <a:ext cx="2609700" cy="1506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5" name="Google Shape;165;p3"/>
              <p:cNvCxnSpPr/>
              <p:nvPr/>
            </p:nvCxnSpPr>
            <p:spPr>
              <a:xfrm rot="10800000" flipH="1">
                <a:off x="7199175" y="4100700"/>
                <a:ext cx="2091000" cy="1207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6" name="Google Shape;166;p3"/>
              <p:cNvCxnSpPr/>
              <p:nvPr/>
            </p:nvCxnSpPr>
            <p:spPr>
              <a:xfrm rot="10800000" flipH="1">
                <a:off x="7718000" y="4338975"/>
                <a:ext cx="1648800" cy="951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7" name="Google Shape;167;p3"/>
              <p:cNvCxnSpPr/>
              <p:nvPr/>
            </p:nvCxnSpPr>
            <p:spPr>
              <a:xfrm rot="10800000" flipH="1">
                <a:off x="8129050" y="4607075"/>
                <a:ext cx="1263000" cy="729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8" name="Google Shape;168;p3"/>
              <p:cNvCxnSpPr/>
              <p:nvPr/>
            </p:nvCxnSpPr>
            <p:spPr>
              <a:xfrm rot="10800000" flipH="1">
                <a:off x="8487200" y="4879525"/>
                <a:ext cx="921600" cy="532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69" name="Google Shape;169;p3"/>
          <p:cNvSpPr txBox="1">
            <a:spLocks noGrp="1"/>
          </p:cNvSpPr>
          <p:nvPr>
            <p:ph type="title"/>
          </p:nvPr>
        </p:nvSpPr>
        <p:spPr>
          <a:xfrm>
            <a:off x="717600" y="2352150"/>
            <a:ext cx="4017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0" name="Google Shape;170;p3"/>
          <p:cNvSpPr txBox="1">
            <a:spLocks noGrp="1"/>
          </p:cNvSpPr>
          <p:nvPr>
            <p:ph type="title" idx="2" hasCustomPrompt="1"/>
          </p:nvPr>
        </p:nvSpPr>
        <p:spPr>
          <a:xfrm>
            <a:off x="717600" y="1528000"/>
            <a:ext cx="1535400" cy="65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9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71" name="Google Shape;171;p3"/>
          <p:cNvSpPr txBox="1">
            <a:spLocks noGrp="1"/>
          </p:cNvSpPr>
          <p:nvPr>
            <p:ph type="subTitle" idx="1"/>
          </p:nvPr>
        </p:nvSpPr>
        <p:spPr>
          <a:xfrm>
            <a:off x="715100" y="3193950"/>
            <a:ext cx="4017900" cy="42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72" name="Google Shape;172;p3"/>
          <p:cNvGrpSpPr/>
          <p:nvPr/>
        </p:nvGrpSpPr>
        <p:grpSpPr>
          <a:xfrm flipH="1">
            <a:off x="-2208532" y="-1825065"/>
            <a:ext cx="4017967" cy="3644766"/>
            <a:chOff x="3166062" y="1034326"/>
            <a:chExt cx="6010422" cy="5452155"/>
          </a:xfrm>
        </p:grpSpPr>
        <p:sp>
          <p:nvSpPr>
            <p:cNvPr id="173" name="Google Shape;173;p3"/>
            <p:cNvSpPr/>
            <p:nvPr/>
          </p:nvSpPr>
          <p:spPr>
            <a:xfrm>
              <a:off x="3234090" y="1157235"/>
              <a:ext cx="5942394" cy="5329246"/>
            </a:xfrm>
            <a:custGeom>
              <a:avLst/>
              <a:gdLst/>
              <a:ahLst/>
              <a:cxnLst/>
              <a:rect l="l" t="t" r="r" b="b"/>
              <a:pathLst>
                <a:path w="90413" h="81084" extrusionOk="0">
                  <a:moveTo>
                    <a:pt x="90412" y="1"/>
                  </a:moveTo>
                  <a:lnTo>
                    <a:pt x="3084" y="50747"/>
                  </a:lnTo>
                  <a:cubicBezTo>
                    <a:pt x="1293" y="51801"/>
                    <a:pt x="239" y="51702"/>
                    <a:pt x="0" y="53075"/>
                  </a:cubicBezTo>
                  <a:lnTo>
                    <a:pt x="0" y="55104"/>
                  </a:lnTo>
                  <a:cubicBezTo>
                    <a:pt x="20" y="56675"/>
                    <a:pt x="1055" y="58247"/>
                    <a:pt x="3123" y="59440"/>
                  </a:cubicBezTo>
                  <a:lnTo>
                    <a:pt x="40641" y="81083"/>
                  </a:lnTo>
                  <a:lnTo>
                    <a:pt x="88642" y="81083"/>
                  </a:lnTo>
                  <a:cubicBezTo>
                    <a:pt x="89617" y="81083"/>
                    <a:pt x="90412" y="80288"/>
                    <a:pt x="90412" y="79313"/>
                  </a:cubicBezTo>
                  <a:lnTo>
                    <a:pt x="9041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3"/>
            <p:cNvSpPr/>
            <p:nvPr/>
          </p:nvSpPr>
          <p:spPr>
            <a:xfrm>
              <a:off x="3166062" y="1034326"/>
              <a:ext cx="6010420" cy="5452152"/>
            </a:xfrm>
            <a:custGeom>
              <a:avLst/>
              <a:gdLst/>
              <a:ahLst/>
              <a:cxnLst/>
              <a:rect l="l" t="t" r="r" b="b"/>
              <a:pathLst>
                <a:path w="91448" h="82954" extrusionOk="0">
                  <a:moveTo>
                    <a:pt x="91447" y="1"/>
                  </a:moveTo>
                  <a:lnTo>
                    <a:pt x="4119" y="50767"/>
                  </a:lnTo>
                  <a:cubicBezTo>
                    <a:pt x="1" y="53154"/>
                    <a:pt x="21" y="57033"/>
                    <a:pt x="4158" y="59440"/>
                  </a:cubicBezTo>
                  <a:lnTo>
                    <a:pt x="44899" y="82953"/>
                  </a:lnTo>
                  <a:lnTo>
                    <a:pt x="89677" y="82953"/>
                  </a:lnTo>
                  <a:cubicBezTo>
                    <a:pt x="90652" y="82953"/>
                    <a:pt x="91447" y="82158"/>
                    <a:pt x="91447" y="81183"/>
                  </a:cubicBezTo>
                  <a:lnTo>
                    <a:pt x="9144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5" name="Google Shape;175;p3"/>
          <p:cNvGrpSpPr/>
          <p:nvPr/>
        </p:nvGrpSpPr>
        <p:grpSpPr>
          <a:xfrm>
            <a:off x="4497249" y="804357"/>
            <a:ext cx="5111263" cy="4704119"/>
            <a:chOff x="3133537" y="-308699"/>
            <a:chExt cx="6010422" cy="5452155"/>
          </a:xfrm>
        </p:grpSpPr>
        <p:sp>
          <p:nvSpPr>
            <p:cNvPr id="176" name="Google Shape;176;p3"/>
            <p:cNvSpPr/>
            <p:nvPr/>
          </p:nvSpPr>
          <p:spPr>
            <a:xfrm>
              <a:off x="3201565" y="-185790"/>
              <a:ext cx="5942394" cy="5329246"/>
            </a:xfrm>
            <a:custGeom>
              <a:avLst/>
              <a:gdLst/>
              <a:ahLst/>
              <a:cxnLst/>
              <a:rect l="l" t="t" r="r" b="b"/>
              <a:pathLst>
                <a:path w="90413" h="81084" extrusionOk="0">
                  <a:moveTo>
                    <a:pt x="90412" y="1"/>
                  </a:moveTo>
                  <a:lnTo>
                    <a:pt x="3084" y="50747"/>
                  </a:lnTo>
                  <a:cubicBezTo>
                    <a:pt x="1293" y="51801"/>
                    <a:pt x="239" y="51702"/>
                    <a:pt x="0" y="53075"/>
                  </a:cubicBezTo>
                  <a:lnTo>
                    <a:pt x="0" y="55104"/>
                  </a:lnTo>
                  <a:cubicBezTo>
                    <a:pt x="20" y="56675"/>
                    <a:pt x="1055" y="58247"/>
                    <a:pt x="3123" y="59440"/>
                  </a:cubicBezTo>
                  <a:lnTo>
                    <a:pt x="40641" y="81083"/>
                  </a:lnTo>
                  <a:lnTo>
                    <a:pt x="88642" y="81083"/>
                  </a:lnTo>
                  <a:cubicBezTo>
                    <a:pt x="89617" y="81083"/>
                    <a:pt x="90412" y="80288"/>
                    <a:pt x="90412" y="79313"/>
                  </a:cubicBezTo>
                  <a:lnTo>
                    <a:pt x="9041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3"/>
            <p:cNvSpPr/>
            <p:nvPr/>
          </p:nvSpPr>
          <p:spPr>
            <a:xfrm>
              <a:off x="3133537" y="-308699"/>
              <a:ext cx="6010420" cy="5452152"/>
            </a:xfrm>
            <a:custGeom>
              <a:avLst/>
              <a:gdLst/>
              <a:ahLst/>
              <a:cxnLst/>
              <a:rect l="l" t="t" r="r" b="b"/>
              <a:pathLst>
                <a:path w="91448" h="82954" extrusionOk="0">
                  <a:moveTo>
                    <a:pt x="91447" y="1"/>
                  </a:moveTo>
                  <a:lnTo>
                    <a:pt x="4119" y="50767"/>
                  </a:lnTo>
                  <a:cubicBezTo>
                    <a:pt x="1" y="53154"/>
                    <a:pt x="21" y="57033"/>
                    <a:pt x="4158" y="59440"/>
                  </a:cubicBezTo>
                  <a:lnTo>
                    <a:pt x="44899" y="82953"/>
                  </a:lnTo>
                  <a:lnTo>
                    <a:pt x="89677" y="82953"/>
                  </a:lnTo>
                  <a:cubicBezTo>
                    <a:pt x="90652" y="82953"/>
                    <a:pt x="91447" y="82158"/>
                    <a:pt x="91447" y="81183"/>
                  </a:cubicBezTo>
                  <a:lnTo>
                    <a:pt x="9144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" name="Google Shape;179;p4"/>
          <p:cNvGrpSpPr/>
          <p:nvPr/>
        </p:nvGrpSpPr>
        <p:grpSpPr>
          <a:xfrm>
            <a:off x="-458461" y="-321271"/>
            <a:ext cx="10059175" cy="5791575"/>
            <a:chOff x="-458461" y="-321271"/>
            <a:chExt cx="10059175" cy="5791575"/>
          </a:xfrm>
        </p:grpSpPr>
        <p:grpSp>
          <p:nvGrpSpPr>
            <p:cNvPr id="180" name="Google Shape;180;p4"/>
            <p:cNvGrpSpPr/>
            <p:nvPr/>
          </p:nvGrpSpPr>
          <p:grpSpPr>
            <a:xfrm flipH="1">
              <a:off x="-458461" y="-245071"/>
              <a:ext cx="9830575" cy="5715375"/>
              <a:chOff x="-358925" y="-303650"/>
              <a:chExt cx="9830575" cy="5715375"/>
            </a:xfrm>
          </p:grpSpPr>
          <p:cxnSp>
            <p:nvCxnSpPr>
              <p:cNvPr id="181" name="Google Shape;181;p4"/>
              <p:cNvCxnSpPr/>
              <p:nvPr/>
            </p:nvCxnSpPr>
            <p:spPr>
              <a:xfrm rot="10800000" flipH="1">
                <a:off x="-282200" y="-303650"/>
                <a:ext cx="1052400" cy="607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2" name="Google Shape;182;p4"/>
              <p:cNvCxnSpPr/>
              <p:nvPr/>
            </p:nvCxnSpPr>
            <p:spPr>
              <a:xfrm rot="10800000" flipH="1">
                <a:off x="-281950" y="-236675"/>
                <a:ext cx="1425600" cy="822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3" name="Google Shape;183;p4"/>
              <p:cNvCxnSpPr/>
              <p:nvPr/>
            </p:nvCxnSpPr>
            <p:spPr>
              <a:xfrm rot="10800000" flipH="1">
                <a:off x="-358925" y="-155350"/>
                <a:ext cx="1851000" cy="1068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4" name="Google Shape;184;p4"/>
              <p:cNvCxnSpPr/>
              <p:nvPr/>
            </p:nvCxnSpPr>
            <p:spPr>
              <a:xfrm rot="10800000" flipH="1">
                <a:off x="-267650" y="-115750"/>
                <a:ext cx="2180400" cy="125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5" name="Google Shape;185;p4"/>
              <p:cNvCxnSpPr/>
              <p:nvPr/>
            </p:nvCxnSpPr>
            <p:spPr>
              <a:xfrm rot="10800000" flipH="1">
                <a:off x="-229800" y="-86050"/>
                <a:ext cx="2580300" cy="1489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6" name="Google Shape;186;p4"/>
              <p:cNvCxnSpPr/>
              <p:nvPr/>
            </p:nvCxnSpPr>
            <p:spPr>
              <a:xfrm rot="10800000" flipH="1">
                <a:off x="-212775" y="-127750"/>
                <a:ext cx="3125100" cy="1804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7" name="Google Shape;187;p4"/>
              <p:cNvCxnSpPr/>
              <p:nvPr/>
            </p:nvCxnSpPr>
            <p:spPr>
              <a:xfrm rot="10800000" flipH="1">
                <a:off x="-180475" y="-165575"/>
                <a:ext cx="3648000" cy="210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8" name="Google Shape;188;p4"/>
              <p:cNvCxnSpPr/>
              <p:nvPr/>
            </p:nvCxnSpPr>
            <p:spPr>
              <a:xfrm rot="10800000" flipH="1">
                <a:off x="-227000" y="-146700"/>
                <a:ext cx="4150500" cy="2396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9" name="Google Shape;189;p4"/>
              <p:cNvCxnSpPr/>
              <p:nvPr/>
            </p:nvCxnSpPr>
            <p:spPr>
              <a:xfrm rot="10800000" flipH="1">
                <a:off x="-285775" y="-133000"/>
                <a:ext cx="4675200" cy="2699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0" name="Google Shape;190;p4"/>
              <p:cNvCxnSpPr/>
              <p:nvPr/>
            </p:nvCxnSpPr>
            <p:spPr>
              <a:xfrm rot="10800000" flipH="1">
                <a:off x="-254975" y="-209000"/>
                <a:ext cx="5265600" cy="303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1" name="Google Shape;191;p4"/>
              <p:cNvCxnSpPr/>
              <p:nvPr/>
            </p:nvCxnSpPr>
            <p:spPr>
              <a:xfrm rot="10800000" flipH="1">
                <a:off x="-230325" y="-171400"/>
                <a:ext cx="5665200" cy="327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2" name="Google Shape;192;p4"/>
              <p:cNvCxnSpPr/>
              <p:nvPr/>
            </p:nvCxnSpPr>
            <p:spPr>
              <a:xfrm rot="10800000" flipH="1">
                <a:off x="-203625" y="-162575"/>
                <a:ext cx="6111900" cy="3528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3" name="Google Shape;193;p4"/>
              <p:cNvCxnSpPr/>
              <p:nvPr/>
            </p:nvCxnSpPr>
            <p:spPr>
              <a:xfrm rot="10800000" flipH="1">
                <a:off x="-212500" y="-179425"/>
                <a:ext cx="6639600" cy="3833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4" name="Google Shape;194;p4"/>
              <p:cNvCxnSpPr/>
              <p:nvPr/>
            </p:nvCxnSpPr>
            <p:spPr>
              <a:xfrm rot="10800000" flipH="1">
                <a:off x="-237200" y="-171550"/>
                <a:ext cx="7140000" cy="4122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5" name="Google Shape;195;p4"/>
              <p:cNvCxnSpPr/>
              <p:nvPr/>
            </p:nvCxnSpPr>
            <p:spPr>
              <a:xfrm rot="10800000" flipH="1">
                <a:off x="-208450" y="-169925"/>
                <a:ext cx="7598100" cy="4386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6" name="Google Shape;196;p4"/>
              <p:cNvCxnSpPr/>
              <p:nvPr/>
            </p:nvCxnSpPr>
            <p:spPr>
              <a:xfrm rot="10800000" flipH="1">
                <a:off x="-126875" y="-166100"/>
                <a:ext cx="7999200" cy="4618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7" name="Google Shape;197;p4"/>
              <p:cNvCxnSpPr/>
              <p:nvPr/>
            </p:nvCxnSpPr>
            <p:spPr>
              <a:xfrm rot="10800000" flipH="1">
                <a:off x="-175950" y="-237725"/>
                <a:ext cx="8661600" cy="500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8" name="Google Shape;198;p4"/>
              <p:cNvCxnSpPr/>
              <p:nvPr/>
            </p:nvCxnSpPr>
            <p:spPr>
              <a:xfrm rot="10800000" flipH="1">
                <a:off x="-230050" y="-244075"/>
                <a:ext cx="9215700" cy="5320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9" name="Google Shape;199;p4"/>
              <p:cNvCxnSpPr/>
              <p:nvPr/>
            </p:nvCxnSpPr>
            <p:spPr>
              <a:xfrm rot="10800000" flipH="1">
                <a:off x="-150500" y="-149375"/>
                <a:ext cx="9462000" cy="5462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0" name="Google Shape;200;p4"/>
              <p:cNvCxnSpPr/>
              <p:nvPr/>
            </p:nvCxnSpPr>
            <p:spPr>
              <a:xfrm rot="10800000" flipH="1">
                <a:off x="277300" y="105750"/>
                <a:ext cx="9081600" cy="5243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1" name="Google Shape;201;p4"/>
              <p:cNvCxnSpPr/>
              <p:nvPr/>
            </p:nvCxnSpPr>
            <p:spPr>
              <a:xfrm rot="10800000" flipH="1">
                <a:off x="846950" y="376800"/>
                <a:ext cx="8531400" cy="4925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2" name="Google Shape;202;p4"/>
              <p:cNvCxnSpPr/>
              <p:nvPr/>
            </p:nvCxnSpPr>
            <p:spPr>
              <a:xfrm rot="10800000" flipH="1">
                <a:off x="1349000" y="635275"/>
                <a:ext cx="8071500" cy="465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3" name="Google Shape;203;p4"/>
              <p:cNvCxnSpPr/>
              <p:nvPr/>
            </p:nvCxnSpPr>
            <p:spPr>
              <a:xfrm rot="10800000" flipH="1">
                <a:off x="1864375" y="918950"/>
                <a:ext cx="7554300" cy="4361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4" name="Google Shape;204;p4"/>
              <p:cNvCxnSpPr/>
              <p:nvPr/>
            </p:nvCxnSpPr>
            <p:spPr>
              <a:xfrm rot="10800000" flipH="1">
                <a:off x="2403950" y="1170550"/>
                <a:ext cx="7067700" cy="408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5" name="Google Shape;205;p4"/>
              <p:cNvCxnSpPr/>
              <p:nvPr/>
            </p:nvCxnSpPr>
            <p:spPr>
              <a:xfrm rot="10800000" flipH="1">
                <a:off x="2718375" y="1495625"/>
                <a:ext cx="6679800" cy="3856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6" name="Google Shape;206;p4"/>
              <p:cNvCxnSpPr/>
              <p:nvPr/>
            </p:nvCxnSpPr>
            <p:spPr>
              <a:xfrm rot="10800000" flipH="1">
                <a:off x="3297700" y="1822900"/>
                <a:ext cx="6023100" cy="3477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7" name="Google Shape;207;p4"/>
              <p:cNvCxnSpPr/>
              <p:nvPr/>
            </p:nvCxnSpPr>
            <p:spPr>
              <a:xfrm rot="10800000" flipH="1">
                <a:off x="3726050" y="2104125"/>
                <a:ext cx="5597100" cy="3231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8" name="Google Shape;208;p4"/>
              <p:cNvCxnSpPr/>
              <p:nvPr/>
            </p:nvCxnSpPr>
            <p:spPr>
              <a:xfrm rot="10800000" flipH="1">
                <a:off x="4244875" y="2361600"/>
                <a:ext cx="5121600" cy="295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9" name="Google Shape;209;p4"/>
              <p:cNvCxnSpPr/>
              <p:nvPr/>
            </p:nvCxnSpPr>
            <p:spPr>
              <a:xfrm rot="10800000" flipH="1">
                <a:off x="4742850" y="2657525"/>
                <a:ext cx="4600200" cy="2655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0" name="Google Shape;210;p4"/>
              <p:cNvCxnSpPr/>
              <p:nvPr/>
            </p:nvCxnSpPr>
            <p:spPr>
              <a:xfrm rot="10800000" flipH="1">
                <a:off x="5210850" y="2937150"/>
                <a:ext cx="4137300" cy="2388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1" name="Google Shape;211;p4"/>
              <p:cNvCxnSpPr/>
              <p:nvPr/>
            </p:nvCxnSpPr>
            <p:spPr>
              <a:xfrm rot="10800000" flipH="1">
                <a:off x="5725550" y="3223700"/>
                <a:ext cx="3615300" cy="208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2" name="Google Shape;212;p4"/>
              <p:cNvCxnSpPr/>
              <p:nvPr/>
            </p:nvCxnSpPr>
            <p:spPr>
              <a:xfrm rot="10800000" flipH="1">
                <a:off x="6217950" y="3515950"/>
                <a:ext cx="3106500" cy="1793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3" name="Google Shape;213;p4"/>
              <p:cNvCxnSpPr/>
              <p:nvPr/>
            </p:nvCxnSpPr>
            <p:spPr>
              <a:xfrm rot="10800000" flipH="1">
                <a:off x="6716500" y="3797450"/>
                <a:ext cx="2609700" cy="1506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4" name="Google Shape;214;p4"/>
              <p:cNvCxnSpPr/>
              <p:nvPr/>
            </p:nvCxnSpPr>
            <p:spPr>
              <a:xfrm rot="10800000" flipH="1">
                <a:off x="7199175" y="4100700"/>
                <a:ext cx="2091000" cy="1207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5" name="Google Shape;215;p4"/>
              <p:cNvCxnSpPr/>
              <p:nvPr/>
            </p:nvCxnSpPr>
            <p:spPr>
              <a:xfrm rot="10800000" flipH="1">
                <a:off x="7718000" y="4338975"/>
                <a:ext cx="1648800" cy="951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6" name="Google Shape;216;p4"/>
              <p:cNvCxnSpPr/>
              <p:nvPr/>
            </p:nvCxnSpPr>
            <p:spPr>
              <a:xfrm rot="10800000" flipH="1">
                <a:off x="8129050" y="4607075"/>
                <a:ext cx="1263000" cy="729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7" name="Google Shape;217;p4"/>
              <p:cNvCxnSpPr/>
              <p:nvPr/>
            </p:nvCxnSpPr>
            <p:spPr>
              <a:xfrm rot="10800000" flipH="1">
                <a:off x="8487200" y="4879525"/>
                <a:ext cx="921600" cy="532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18" name="Google Shape;218;p4"/>
            <p:cNvGrpSpPr/>
            <p:nvPr/>
          </p:nvGrpSpPr>
          <p:grpSpPr>
            <a:xfrm rot="10800000">
              <a:off x="-229861" y="-321271"/>
              <a:ext cx="9830575" cy="5715375"/>
              <a:chOff x="-358925" y="-303650"/>
              <a:chExt cx="9830575" cy="5715375"/>
            </a:xfrm>
          </p:grpSpPr>
          <p:cxnSp>
            <p:nvCxnSpPr>
              <p:cNvPr id="219" name="Google Shape;219;p4"/>
              <p:cNvCxnSpPr/>
              <p:nvPr/>
            </p:nvCxnSpPr>
            <p:spPr>
              <a:xfrm rot="10800000" flipH="1">
                <a:off x="-282200" y="-303650"/>
                <a:ext cx="1052400" cy="607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0" name="Google Shape;220;p4"/>
              <p:cNvCxnSpPr/>
              <p:nvPr/>
            </p:nvCxnSpPr>
            <p:spPr>
              <a:xfrm rot="10800000" flipH="1">
                <a:off x="-281950" y="-236675"/>
                <a:ext cx="1425600" cy="822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1" name="Google Shape;221;p4"/>
              <p:cNvCxnSpPr/>
              <p:nvPr/>
            </p:nvCxnSpPr>
            <p:spPr>
              <a:xfrm rot="10800000" flipH="1">
                <a:off x="-358925" y="-155350"/>
                <a:ext cx="1851000" cy="1068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2" name="Google Shape;222;p4"/>
              <p:cNvCxnSpPr/>
              <p:nvPr/>
            </p:nvCxnSpPr>
            <p:spPr>
              <a:xfrm rot="10800000" flipH="1">
                <a:off x="-267650" y="-115750"/>
                <a:ext cx="2180400" cy="125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3" name="Google Shape;223;p4"/>
              <p:cNvCxnSpPr/>
              <p:nvPr/>
            </p:nvCxnSpPr>
            <p:spPr>
              <a:xfrm rot="10800000" flipH="1">
                <a:off x="-229800" y="-86050"/>
                <a:ext cx="2580300" cy="1489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4" name="Google Shape;224;p4"/>
              <p:cNvCxnSpPr/>
              <p:nvPr/>
            </p:nvCxnSpPr>
            <p:spPr>
              <a:xfrm rot="10800000" flipH="1">
                <a:off x="-212775" y="-127750"/>
                <a:ext cx="3125100" cy="1804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5" name="Google Shape;225;p4"/>
              <p:cNvCxnSpPr/>
              <p:nvPr/>
            </p:nvCxnSpPr>
            <p:spPr>
              <a:xfrm rot="10800000" flipH="1">
                <a:off x="-180475" y="-165575"/>
                <a:ext cx="3648000" cy="210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6" name="Google Shape;226;p4"/>
              <p:cNvCxnSpPr/>
              <p:nvPr/>
            </p:nvCxnSpPr>
            <p:spPr>
              <a:xfrm rot="10800000" flipH="1">
                <a:off x="-227000" y="-146700"/>
                <a:ext cx="4150500" cy="2396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7" name="Google Shape;227;p4"/>
              <p:cNvCxnSpPr/>
              <p:nvPr/>
            </p:nvCxnSpPr>
            <p:spPr>
              <a:xfrm rot="10800000" flipH="1">
                <a:off x="-285775" y="-133000"/>
                <a:ext cx="4675200" cy="2699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8" name="Google Shape;228;p4"/>
              <p:cNvCxnSpPr/>
              <p:nvPr/>
            </p:nvCxnSpPr>
            <p:spPr>
              <a:xfrm rot="10800000" flipH="1">
                <a:off x="-254975" y="-209000"/>
                <a:ext cx="5265600" cy="303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9" name="Google Shape;229;p4"/>
              <p:cNvCxnSpPr/>
              <p:nvPr/>
            </p:nvCxnSpPr>
            <p:spPr>
              <a:xfrm rot="10800000" flipH="1">
                <a:off x="-230325" y="-171400"/>
                <a:ext cx="5665200" cy="327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0" name="Google Shape;230;p4"/>
              <p:cNvCxnSpPr/>
              <p:nvPr/>
            </p:nvCxnSpPr>
            <p:spPr>
              <a:xfrm rot="10800000" flipH="1">
                <a:off x="-203625" y="-162575"/>
                <a:ext cx="6111900" cy="3528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1" name="Google Shape;231;p4"/>
              <p:cNvCxnSpPr/>
              <p:nvPr/>
            </p:nvCxnSpPr>
            <p:spPr>
              <a:xfrm rot="10800000" flipH="1">
                <a:off x="-212500" y="-179425"/>
                <a:ext cx="6639600" cy="3833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2" name="Google Shape;232;p4"/>
              <p:cNvCxnSpPr/>
              <p:nvPr/>
            </p:nvCxnSpPr>
            <p:spPr>
              <a:xfrm rot="10800000" flipH="1">
                <a:off x="-237200" y="-171550"/>
                <a:ext cx="7140000" cy="4122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3" name="Google Shape;233;p4"/>
              <p:cNvCxnSpPr/>
              <p:nvPr/>
            </p:nvCxnSpPr>
            <p:spPr>
              <a:xfrm rot="10800000" flipH="1">
                <a:off x="-208450" y="-169925"/>
                <a:ext cx="7598100" cy="4386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4" name="Google Shape;234;p4"/>
              <p:cNvCxnSpPr/>
              <p:nvPr/>
            </p:nvCxnSpPr>
            <p:spPr>
              <a:xfrm rot="10800000" flipH="1">
                <a:off x="-126875" y="-166100"/>
                <a:ext cx="7999200" cy="4618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5" name="Google Shape;235;p4"/>
              <p:cNvCxnSpPr/>
              <p:nvPr/>
            </p:nvCxnSpPr>
            <p:spPr>
              <a:xfrm rot="10800000" flipH="1">
                <a:off x="-175950" y="-237725"/>
                <a:ext cx="8661600" cy="500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6" name="Google Shape;236;p4"/>
              <p:cNvCxnSpPr/>
              <p:nvPr/>
            </p:nvCxnSpPr>
            <p:spPr>
              <a:xfrm rot="10800000" flipH="1">
                <a:off x="-230050" y="-244075"/>
                <a:ext cx="9215700" cy="5320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7" name="Google Shape;237;p4"/>
              <p:cNvCxnSpPr/>
              <p:nvPr/>
            </p:nvCxnSpPr>
            <p:spPr>
              <a:xfrm rot="10800000" flipH="1">
                <a:off x="-150500" y="-149375"/>
                <a:ext cx="9462000" cy="5462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8" name="Google Shape;238;p4"/>
              <p:cNvCxnSpPr/>
              <p:nvPr/>
            </p:nvCxnSpPr>
            <p:spPr>
              <a:xfrm rot="10800000" flipH="1">
                <a:off x="277300" y="105750"/>
                <a:ext cx="9081600" cy="5243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9" name="Google Shape;239;p4"/>
              <p:cNvCxnSpPr/>
              <p:nvPr/>
            </p:nvCxnSpPr>
            <p:spPr>
              <a:xfrm rot="10800000" flipH="1">
                <a:off x="846950" y="376800"/>
                <a:ext cx="8531400" cy="4925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40" name="Google Shape;240;p4"/>
              <p:cNvCxnSpPr/>
              <p:nvPr/>
            </p:nvCxnSpPr>
            <p:spPr>
              <a:xfrm rot="10800000" flipH="1">
                <a:off x="1349000" y="635275"/>
                <a:ext cx="8071500" cy="465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41" name="Google Shape;241;p4"/>
              <p:cNvCxnSpPr/>
              <p:nvPr/>
            </p:nvCxnSpPr>
            <p:spPr>
              <a:xfrm rot="10800000" flipH="1">
                <a:off x="1864375" y="918950"/>
                <a:ext cx="7554300" cy="4361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42" name="Google Shape;242;p4"/>
              <p:cNvCxnSpPr/>
              <p:nvPr/>
            </p:nvCxnSpPr>
            <p:spPr>
              <a:xfrm rot="10800000" flipH="1">
                <a:off x="2403950" y="1170550"/>
                <a:ext cx="7067700" cy="408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43" name="Google Shape;243;p4"/>
              <p:cNvCxnSpPr/>
              <p:nvPr/>
            </p:nvCxnSpPr>
            <p:spPr>
              <a:xfrm rot="10800000" flipH="1">
                <a:off x="2718375" y="1495625"/>
                <a:ext cx="6679800" cy="3856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44" name="Google Shape;244;p4"/>
              <p:cNvCxnSpPr/>
              <p:nvPr/>
            </p:nvCxnSpPr>
            <p:spPr>
              <a:xfrm rot="10800000" flipH="1">
                <a:off x="3297700" y="1822900"/>
                <a:ext cx="6023100" cy="3477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45" name="Google Shape;245;p4"/>
              <p:cNvCxnSpPr/>
              <p:nvPr/>
            </p:nvCxnSpPr>
            <p:spPr>
              <a:xfrm rot="10800000" flipH="1">
                <a:off x="3726050" y="2104125"/>
                <a:ext cx="5597100" cy="3231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46" name="Google Shape;246;p4"/>
              <p:cNvCxnSpPr/>
              <p:nvPr/>
            </p:nvCxnSpPr>
            <p:spPr>
              <a:xfrm rot="10800000" flipH="1">
                <a:off x="4244875" y="2361600"/>
                <a:ext cx="5121600" cy="295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47" name="Google Shape;247;p4"/>
              <p:cNvCxnSpPr/>
              <p:nvPr/>
            </p:nvCxnSpPr>
            <p:spPr>
              <a:xfrm rot="10800000" flipH="1">
                <a:off x="4742850" y="2657525"/>
                <a:ext cx="4600200" cy="2655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48" name="Google Shape;248;p4"/>
              <p:cNvCxnSpPr/>
              <p:nvPr/>
            </p:nvCxnSpPr>
            <p:spPr>
              <a:xfrm rot="10800000" flipH="1">
                <a:off x="5210850" y="2937150"/>
                <a:ext cx="4137300" cy="2388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49" name="Google Shape;249;p4"/>
              <p:cNvCxnSpPr/>
              <p:nvPr/>
            </p:nvCxnSpPr>
            <p:spPr>
              <a:xfrm rot="10800000" flipH="1">
                <a:off x="5725550" y="3223700"/>
                <a:ext cx="3615300" cy="208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0" name="Google Shape;250;p4"/>
              <p:cNvCxnSpPr/>
              <p:nvPr/>
            </p:nvCxnSpPr>
            <p:spPr>
              <a:xfrm rot="10800000" flipH="1">
                <a:off x="6217950" y="3515950"/>
                <a:ext cx="3106500" cy="1793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1" name="Google Shape;251;p4"/>
              <p:cNvCxnSpPr/>
              <p:nvPr/>
            </p:nvCxnSpPr>
            <p:spPr>
              <a:xfrm rot="10800000" flipH="1">
                <a:off x="6716500" y="3797450"/>
                <a:ext cx="2609700" cy="1506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2" name="Google Shape;252;p4"/>
              <p:cNvCxnSpPr/>
              <p:nvPr/>
            </p:nvCxnSpPr>
            <p:spPr>
              <a:xfrm rot="10800000" flipH="1">
                <a:off x="7199175" y="4100700"/>
                <a:ext cx="2091000" cy="1207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3" name="Google Shape;253;p4"/>
              <p:cNvCxnSpPr/>
              <p:nvPr/>
            </p:nvCxnSpPr>
            <p:spPr>
              <a:xfrm rot="10800000" flipH="1">
                <a:off x="7718000" y="4338975"/>
                <a:ext cx="1648800" cy="951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4" name="Google Shape;254;p4"/>
              <p:cNvCxnSpPr/>
              <p:nvPr/>
            </p:nvCxnSpPr>
            <p:spPr>
              <a:xfrm rot="10800000" flipH="1">
                <a:off x="8129050" y="4607075"/>
                <a:ext cx="1263000" cy="729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5" name="Google Shape;255;p4"/>
              <p:cNvCxnSpPr/>
              <p:nvPr/>
            </p:nvCxnSpPr>
            <p:spPr>
              <a:xfrm rot="10800000" flipH="1">
                <a:off x="8487200" y="4879525"/>
                <a:ext cx="921600" cy="532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256" name="Google Shape;256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57" name="Google Shape;257;p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6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258" name="Google Shape;258;p4"/>
          <p:cNvGrpSpPr/>
          <p:nvPr/>
        </p:nvGrpSpPr>
        <p:grpSpPr>
          <a:xfrm>
            <a:off x="8148972" y="-1637511"/>
            <a:ext cx="3863499" cy="3798516"/>
            <a:chOff x="3133537" y="-308699"/>
            <a:chExt cx="6010422" cy="5452155"/>
          </a:xfrm>
        </p:grpSpPr>
        <p:sp>
          <p:nvSpPr>
            <p:cNvPr id="259" name="Google Shape;259;p4"/>
            <p:cNvSpPr/>
            <p:nvPr/>
          </p:nvSpPr>
          <p:spPr>
            <a:xfrm>
              <a:off x="3201565" y="-185790"/>
              <a:ext cx="5942394" cy="5329246"/>
            </a:xfrm>
            <a:custGeom>
              <a:avLst/>
              <a:gdLst/>
              <a:ahLst/>
              <a:cxnLst/>
              <a:rect l="l" t="t" r="r" b="b"/>
              <a:pathLst>
                <a:path w="90413" h="81084" extrusionOk="0">
                  <a:moveTo>
                    <a:pt x="90412" y="1"/>
                  </a:moveTo>
                  <a:lnTo>
                    <a:pt x="3084" y="50747"/>
                  </a:lnTo>
                  <a:cubicBezTo>
                    <a:pt x="1293" y="51801"/>
                    <a:pt x="239" y="51702"/>
                    <a:pt x="0" y="53075"/>
                  </a:cubicBezTo>
                  <a:lnTo>
                    <a:pt x="0" y="55104"/>
                  </a:lnTo>
                  <a:cubicBezTo>
                    <a:pt x="20" y="56675"/>
                    <a:pt x="1055" y="58247"/>
                    <a:pt x="3123" y="59440"/>
                  </a:cubicBezTo>
                  <a:lnTo>
                    <a:pt x="40641" y="81083"/>
                  </a:lnTo>
                  <a:lnTo>
                    <a:pt x="88642" y="81083"/>
                  </a:lnTo>
                  <a:cubicBezTo>
                    <a:pt x="89617" y="81083"/>
                    <a:pt x="90412" y="80288"/>
                    <a:pt x="90412" y="79313"/>
                  </a:cubicBezTo>
                  <a:lnTo>
                    <a:pt x="9041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4"/>
            <p:cNvSpPr/>
            <p:nvPr/>
          </p:nvSpPr>
          <p:spPr>
            <a:xfrm>
              <a:off x="3133537" y="-308699"/>
              <a:ext cx="6010420" cy="5452152"/>
            </a:xfrm>
            <a:custGeom>
              <a:avLst/>
              <a:gdLst/>
              <a:ahLst/>
              <a:cxnLst/>
              <a:rect l="l" t="t" r="r" b="b"/>
              <a:pathLst>
                <a:path w="91448" h="82954" extrusionOk="0">
                  <a:moveTo>
                    <a:pt x="91447" y="1"/>
                  </a:moveTo>
                  <a:lnTo>
                    <a:pt x="4119" y="50767"/>
                  </a:lnTo>
                  <a:cubicBezTo>
                    <a:pt x="1" y="53154"/>
                    <a:pt x="21" y="57033"/>
                    <a:pt x="4158" y="59440"/>
                  </a:cubicBezTo>
                  <a:lnTo>
                    <a:pt x="44899" y="82953"/>
                  </a:lnTo>
                  <a:lnTo>
                    <a:pt x="89677" y="82953"/>
                  </a:lnTo>
                  <a:cubicBezTo>
                    <a:pt x="90652" y="82953"/>
                    <a:pt x="91447" y="82158"/>
                    <a:pt x="91447" y="81183"/>
                  </a:cubicBezTo>
                  <a:lnTo>
                    <a:pt x="9144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1" name="Google Shape;261;p4"/>
          <p:cNvGrpSpPr/>
          <p:nvPr/>
        </p:nvGrpSpPr>
        <p:grpSpPr>
          <a:xfrm>
            <a:off x="7726703" y="-626164"/>
            <a:ext cx="593164" cy="1161172"/>
            <a:chOff x="4921825" y="870250"/>
            <a:chExt cx="407925" cy="798550"/>
          </a:xfrm>
        </p:grpSpPr>
        <p:sp>
          <p:nvSpPr>
            <p:cNvPr id="262" name="Google Shape;262;p4"/>
            <p:cNvSpPr/>
            <p:nvPr/>
          </p:nvSpPr>
          <p:spPr>
            <a:xfrm>
              <a:off x="4921825" y="109267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0"/>
                  </a:moveTo>
                  <a:cubicBezTo>
                    <a:pt x="569" y="0"/>
                    <a:pt x="509" y="18"/>
                    <a:pt x="452" y="54"/>
                  </a:cubicBezTo>
                  <a:cubicBezTo>
                    <a:pt x="201" y="179"/>
                    <a:pt x="0" y="530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2" y="1031"/>
                  </a:cubicBezTo>
                  <a:cubicBezTo>
                    <a:pt x="702" y="906"/>
                    <a:pt x="878" y="580"/>
                    <a:pt x="878" y="304"/>
                  </a:cubicBezTo>
                  <a:cubicBezTo>
                    <a:pt x="878" y="108"/>
                    <a:pt x="763" y="0"/>
                    <a:pt x="624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4"/>
            <p:cNvSpPr/>
            <p:nvPr/>
          </p:nvSpPr>
          <p:spPr>
            <a:xfrm>
              <a:off x="5018325" y="1037425"/>
              <a:ext cx="21950" cy="26725"/>
            </a:xfrm>
            <a:custGeom>
              <a:avLst/>
              <a:gdLst/>
              <a:ahLst/>
              <a:cxnLst/>
              <a:rect l="l" t="t" r="r" b="b"/>
              <a:pathLst>
                <a:path w="878" h="1069" extrusionOk="0">
                  <a:moveTo>
                    <a:pt x="627" y="0"/>
                  </a:moveTo>
                  <a:cubicBezTo>
                    <a:pt x="564" y="0"/>
                    <a:pt x="495" y="20"/>
                    <a:pt x="426" y="58"/>
                  </a:cubicBezTo>
                  <a:cubicBezTo>
                    <a:pt x="175" y="209"/>
                    <a:pt x="0" y="509"/>
                    <a:pt x="0" y="760"/>
                  </a:cubicBezTo>
                  <a:cubicBezTo>
                    <a:pt x="0" y="969"/>
                    <a:pt x="96" y="1069"/>
                    <a:pt x="231" y="1069"/>
                  </a:cubicBezTo>
                  <a:cubicBezTo>
                    <a:pt x="290" y="1069"/>
                    <a:pt x="357" y="1049"/>
                    <a:pt x="426" y="1011"/>
                  </a:cubicBezTo>
                  <a:cubicBezTo>
                    <a:pt x="677" y="885"/>
                    <a:pt x="877" y="585"/>
                    <a:pt x="877" y="309"/>
                  </a:cubicBezTo>
                  <a:cubicBezTo>
                    <a:pt x="877" y="100"/>
                    <a:pt x="769" y="0"/>
                    <a:pt x="627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4"/>
            <p:cNvSpPr/>
            <p:nvPr/>
          </p:nvSpPr>
          <p:spPr>
            <a:xfrm>
              <a:off x="5114800" y="981775"/>
              <a:ext cx="21325" cy="26900"/>
            </a:xfrm>
            <a:custGeom>
              <a:avLst/>
              <a:gdLst/>
              <a:ahLst/>
              <a:cxnLst/>
              <a:rect l="l" t="t" r="r" b="b"/>
              <a:pathLst>
                <a:path w="853" h="1076" extrusionOk="0">
                  <a:moveTo>
                    <a:pt x="611" y="0"/>
                  </a:moveTo>
                  <a:cubicBezTo>
                    <a:pt x="554" y="0"/>
                    <a:pt x="491" y="18"/>
                    <a:pt x="427" y="54"/>
                  </a:cubicBezTo>
                  <a:cubicBezTo>
                    <a:pt x="176" y="204"/>
                    <a:pt x="1" y="530"/>
                    <a:pt x="1" y="780"/>
                  </a:cubicBezTo>
                  <a:cubicBezTo>
                    <a:pt x="1" y="969"/>
                    <a:pt x="95" y="1076"/>
                    <a:pt x="227" y="1076"/>
                  </a:cubicBezTo>
                  <a:cubicBezTo>
                    <a:pt x="287" y="1076"/>
                    <a:pt x="356" y="1053"/>
                    <a:pt x="427" y="1006"/>
                  </a:cubicBezTo>
                  <a:cubicBezTo>
                    <a:pt x="677" y="906"/>
                    <a:pt x="853" y="580"/>
                    <a:pt x="853" y="304"/>
                  </a:cubicBezTo>
                  <a:cubicBezTo>
                    <a:pt x="853" y="108"/>
                    <a:pt x="751" y="0"/>
                    <a:pt x="611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4"/>
            <p:cNvSpPr/>
            <p:nvPr/>
          </p:nvSpPr>
          <p:spPr>
            <a:xfrm>
              <a:off x="5210050" y="92600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1"/>
                  </a:moveTo>
                  <a:cubicBezTo>
                    <a:pt x="568" y="1"/>
                    <a:pt x="509" y="18"/>
                    <a:pt x="451" y="54"/>
                  </a:cubicBezTo>
                  <a:cubicBezTo>
                    <a:pt x="226" y="204"/>
                    <a:pt x="0" y="505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1" y="1032"/>
                  </a:cubicBezTo>
                  <a:cubicBezTo>
                    <a:pt x="677" y="906"/>
                    <a:pt x="877" y="580"/>
                    <a:pt x="877" y="305"/>
                  </a:cubicBezTo>
                  <a:cubicBezTo>
                    <a:pt x="877" y="108"/>
                    <a:pt x="763" y="1"/>
                    <a:pt x="624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4"/>
            <p:cNvSpPr/>
            <p:nvPr/>
          </p:nvSpPr>
          <p:spPr>
            <a:xfrm>
              <a:off x="5306525" y="870250"/>
              <a:ext cx="21975" cy="27125"/>
            </a:xfrm>
            <a:custGeom>
              <a:avLst/>
              <a:gdLst/>
              <a:ahLst/>
              <a:cxnLst/>
              <a:rect l="l" t="t" r="r" b="b"/>
              <a:pathLst>
                <a:path w="879" h="1085" extrusionOk="0">
                  <a:moveTo>
                    <a:pt x="616" y="0"/>
                  </a:moveTo>
                  <a:cubicBezTo>
                    <a:pt x="556" y="0"/>
                    <a:pt x="492" y="18"/>
                    <a:pt x="427" y="53"/>
                  </a:cubicBezTo>
                  <a:cubicBezTo>
                    <a:pt x="226" y="229"/>
                    <a:pt x="1" y="505"/>
                    <a:pt x="1" y="780"/>
                  </a:cubicBezTo>
                  <a:cubicBezTo>
                    <a:pt x="1" y="977"/>
                    <a:pt x="103" y="1084"/>
                    <a:pt x="243" y="1084"/>
                  </a:cubicBezTo>
                  <a:cubicBezTo>
                    <a:pt x="300" y="1084"/>
                    <a:pt x="362" y="1067"/>
                    <a:pt x="427" y="1031"/>
                  </a:cubicBezTo>
                  <a:cubicBezTo>
                    <a:pt x="678" y="906"/>
                    <a:pt x="878" y="605"/>
                    <a:pt x="878" y="304"/>
                  </a:cubicBezTo>
                  <a:cubicBezTo>
                    <a:pt x="878" y="108"/>
                    <a:pt x="763" y="0"/>
                    <a:pt x="616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4"/>
            <p:cNvSpPr/>
            <p:nvPr/>
          </p:nvSpPr>
          <p:spPr>
            <a:xfrm>
              <a:off x="4921825" y="1203450"/>
              <a:ext cx="21950" cy="26750"/>
            </a:xfrm>
            <a:custGeom>
              <a:avLst/>
              <a:gdLst/>
              <a:ahLst/>
              <a:cxnLst/>
              <a:rect l="l" t="t" r="r" b="b"/>
              <a:pathLst>
                <a:path w="878" h="1070" extrusionOk="0">
                  <a:moveTo>
                    <a:pt x="636" y="1"/>
                  </a:moveTo>
                  <a:cubicBezTo>
                    <a:pt x="577" y="1"/>
                    <a:pt x="513" y="20"/>
                    <a:pt x="452" y="59"/>
                  </a:cubicBezTo>
                  <a:cubicBezTo>
                    <a:pt x="226" y="209"/>
                    <a:pt x="25" y="510"/>
                    <a:pt x="0" y="761"/>
                  </a:cubicBezTo>
                  <a:cubicBezTo>
                    <a:pt x="0" y="969"/>
                    <a:pt x="109" y="1069"/>
                    <a:pt x="251" y="1069"/>
                  </a:cubicBezTo>
                  <a:cubicBezTo>
                    <a:pt x="313" y="1069"/>
                    <a:pt x="382" y="1050"/>
                    <a:pt x="452" y="1011"/>
                  </a:cubicBezTo>
                  <a:cubicBezTo>
                    <a:pt x="702" y="886"/>
                    <a:pt x="878" y="585"/>
                    <a:pt x="878" y="310"/>
                  </a:cubicBezTo>
                  <a:cubicBezTo>
                    <a:pt x="878" y="101"/>
                    <a:pt x="769" y="1"/>
                    <a:pt x="636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4"/>
            <p:cNvSpPr/>
            <p:nvPr/>
          </p:nvSpPr>
          <p:spPr>
            <a:xfrm>
              <a:off x="4922450" y="131385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35" y="1"/>
                  </a:moveTo>
                  <a:cubicBezTo>
                    <a:pt x="579" y="1"/>
                    <a:pt x="516" y="18"/>
                    <a:pt x="452" y="54"/>
                  </a:cubicBezTo>
                  <a:cubicBezTo>
                    <a:pt x="201" y="204"/>
                    <a:pt x="0" y="530"/>
                    <a:pt x="0" y="781"/>
                  </a:cubicBezTo>
                  <a:cubicBezTo>
                    <a:pt x="0" y="977"/>
                    <a:pt x="102" y="1085"/>
                    <a:pt x="252" y="1085"/>
                  </a:cubicBezTo>
                  <a:cubicBezTo>
                    <a:pt x="312" y="1085"/>
                    <a:pt x="380" y="1067"/>
                    <a:pt x="452" y="1031"/>
                  </a:cubicBezTo>
                  <a:cubicBezTo>
                    <a:pt x="702" y="906"/>
                    <a:pt x="878" y="580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4"/>
            <p:cNvSpPr/>
            <p:nvPr/>
          </p:nvSpPr>
          <p:spPr>
            <a:xfrm>
              <a:off x="4922450" y="142475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35" y="1"/>
                  </a:moveTo>
                  <a:cubicBezTo>
                    <a:pt x="579" y="1"/>
                    <a:pt x="516" y="18"/>
                    <a:pt x="452" y="54"/>
                  </a:cubicBezTo>
                  <a:cubicBezTo>
                    <a:pt x="226" y="179"/>
                    <a:pt x="51" y="505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2" y="1032"/>
                  </a:cubicBezTo>
                  <a:cubicBezTo>
                    <a:pt x="702" y="906"/>
                    <a:pt x="878" y="605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4"/>
            <p:cNvSpPr/>
            <p:nvPr/>
          </p:nvSpPr>
          <p:spPr>
            <a:xfrm>
              <a:off x="4923700" y="1535550"/>
              <a:ext cx="21325" cy="26725"/>
            </a:xfrm>
            <a:custGeom>
              <a:avLst/>
              <a:gdLst/>
              <a:ahLst/>
              <a:cxnLst/>
              <a:rect l="l" t="t" r="r" b="b"/>
              <a:pathLst>
                <a:path w="853" h="1069" extrusionOk="0">
                  <a:moveTo>
                    <a:pt x="622" y="0"/>
                  </a:moveTo>
                  <a:cubicBezTo>
                    <a:pt x="563" y="0"/>
                    <a:pt x="496" y="20"/>
                    <a:pt x="427" y="58"/>
                  </a:cubicBezTo>
                  <a:cubicBezTo>
                    <a:pt x="176" y="183"/>
                    <a:pt x="1" y="484"/>
                    <a:pt x="1" y="760"/>
                  </a:cubicBezTo>
                  <a:cubicBezTo>
                    <a:pt x="1" y="968"/>
                    <a:pt x="97" y="1069"/>
                    <a:pt x="231" y="1069"/>
                  </a:cubicBezTo>
                  <a:cubicBezTo>
                    <a:pt x="291" y="1069"/>
                    <a:pt x="357" y="1049"/>
                    <a:pt x="427" y="1011"/>
                  </a:cubicBezTo>
                  <a:cubicBezTo>
                    <a:pt x="677" y="885"/>
                    <a:pt x="853" y="584"/>
                    <a:pt x="853" y="309"/>
                  </a:cubicBezTo>
                  <a:cubicBezTo>
                    <a:pt x="853" y="100"/>
                    <a:pt x="756" y="0"/>
                    <a:pt x="622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4"/>
            <p:cNvSpPr/>
            <p:nvPr/>
          </p:nvSpPr>
          <p:spPr>
            <a:xfrm>
              <a:off x="5018325" y="1147800"/>
              <a:ext cx="21950" cy="27150"/>
            </a:xfrm>
            <a:custGeom>
              <a:avLst/>
              <a:gdLst/>
              <a:ahLst/>
              <a:cxnLst/>
              <a:rect l="l" t="t" r="r" b="b"/>
              <a:pathLst>
                <a:path w="878" h="1086" extrusionOk="0">
                  <a:moveTo>
                    <a:pt x="615" y="1"/>
                  </a:moveTo>
                  <a:cubicBezTo>
                    <a:pt x="556" y="1"/>
                    <a:pt x="491" y="18"/>
                    <a:pt x="426" y="54"/>
                  </a:cubicBezTo>
                  <a:cubicBezTo>
                    <a:pt x="201" y="205"/>
                    <a:pt x="0" y="480"/>
                    <a:pt x="0" y="781"/>
                  </a:cubicBezTo>
                  <a:cubicBezTo>
                    <a:pt x="0" y="978"/>
                    <a:pt x="102" y="1085"/>
                    <a:pt x="242" y="1085"/>
                  </a:cubicBezTo>
                  <a:cubicBezTo>
                    <a:pt x="299" y="1085"/>
                    <a:pt x="361" y="1068"/>
                    <a:pt x="426" y="1032"/>
                  </a:cubicBezTo>
                  <a:cubicBezTo>
                    <a:pt x="677" y="906"/>
                    <a:pt x="877" y="581"/>
                    <a:pt x="877" y="305"/>
                  </a:cubicBezTo>
                  <a:cubicBezTo>
                    <a:pt x="877" y="108"/>
                    <a:pt x="763" y="1"/>
                    <a:pt x="61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4"/>
            <p:cNvSpPr/>
            <p:nvPr/>
          </p:nvSpPr>
          <p:spPr>
            <a:xfrm>
              <a:off x="5114800" y="1092050"/>
              <a:ext cx="21325" cy="27125"/>
            </a:xfrm>
            <a:custGeom>
              <a:avLst/>
              <a:gdLst/>
              <a:ahLst/>
              <a:cxnLst/>
              <a:rect l="l" t="t" r="r" b="b"/>
              <a:pathLst>
                <a:path w="853" h="1085" extrusionOk="0">
                  <a:moveTo>
                    <a:pt x="611" y="0"/>
                  </a:moveTo>
                  <a:cubicBezTo>
                    <a:pt x="554" y="0"/>
                    <a:pt x="491" y="18"/>
                    <a:pt x="427" y="54"/>
                  </a:cubicBezTo>
                  <a:cubicBezTo>
                    <a:pt x="201" y="204"/>
                    <a:pt x="1" y="530"/>
                    <a:pt x="1" y="781"/>
                  </a:cubicBezTo>
                  <a:cubicBezTo>
                    <a:pt x="1" y="977"/>
                    <a:pt x="103" y="1085"/>
                    <a:pt x="243" y="1085"/>
                  </a:cubicBezTo>
                  <a:cubicBezTo>
                    <a:pt x="299" y="1085"/>
                    <a:pt x="362" y="1067"/>
                    <a:pt x="427" y="1031"/>
                  </a:cubicBezTo>
                  <a:cubicBezTo>
                    <a:pt x="677" y="906"/>
                    <a:pt x="853" y="580"/>
                    <a:pt x="853" y="304"/>
                  </a:cubicBezTo>
                  <a:cubicBezTo>
                    <a:pt x="853" y="108"/>
                    <a:pt x="751" y="0"/>
                    <a:pt x="611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4"/>
            <p:cNvSpPr/>
            <p:nvPr/>
          </p:nvSpPr>
          <p:spPr>
            <a:xfrm>
              <a:off x="5210675" y="103627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35" y="1"/>
                  </a:moveTo>
                  <a:cubicBezTo>
                    <a:pt x="579" y="1"/>
                    <a:pt x="516" y="18"/>
                    <a:pt x="451" y="54"/>
                  </a:cubicBezTo>
                  <a:cubicBezTo>
                    <a:pt x="201" y="230"/>
                    <a:pt x="0" y="530"/>
                    <a:pt x="0" y="781"/>
                  </a:cubicBezTo>
                  <a:cubicBezTo>
                    <a:pt x="0" y="978"/>
                    <a:pt x="115" y="1085"/>
                    <a:pt x="263" y="1085"/>
                  </a:cubicBezTo>
                  <a:cubicBezTo>
                    <a:pt x="322" y="1085"/>
                    <a:pt x="387" y="1068"/>
                    <a:pt x="451" y="1032"/>
                  </a:cubicBezTo>
                  <a:cubicBezTo>
                    <a:pt x="702" y="906"/>
                    <a:pt x="878" y="580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4"/>
            <p:cNvSpPr/>
            <p:nvPr/>
          </p:nvSpPr>
          <p:spPr>
            <a:xfrm>
              <a:off x="5307150" y="981775"/>
              <a:ext cx="21975" cy="26900"/>
            </a:xfrm>
            <a:custGeom>
              <a:avLst/>
              <a:gdLst/>
              <a:ahLst/>
              <a:cxnLst/>
              <a:rect l="l" t="t" r="r" b="b"/>
              <a:pathLst>
                <a:path w="879" h="1076" extrusionOk="0">
                  <a:moveTo>
                    <a:pt x="625" y="0"/>
                  </a:moveTo>
                  <a:cubicBezTo>
                    <a:pt x="569" y="0"/>
                    <a:pt x="510" y="18"/>
                    <a:pt x="452" y="54"/>
                  </a:cubicBezTo>
                  <a:cubicBezTo>
                    <a:pt x="201" y="179"/>
                    <a:pt x="1" y="480"/>
                    <a:pt x="1" y="780"/>
                  </a:cubicBezTo>
                  <a:cubicBezTo>
                    <a:pt x="1" y="969"/>
                    <a:pt x="107" y="1076"/>
                    <a:pt x="246" y="1076"/>
                  </a:cubicBezTo>
                  <a:cubicBezTo>
                    <a:pt x="310" y="1076"/>
                    <a:pt x="381" y="1053"/>
                    <a:pt x="452" y="1006"/>
                  </a:cubicBezTo>
                  <a:cubicBezTo>
                    <a:pt x="678" y="906"/>
                    <a:pt x="878" y="580"/>
                    <a:pt x="878" y="304"/>
                  </a:cubicBezTo>
                  <a:cubicBezTo>
                    <a:pt x="878" y="108"/>
                    <a:pt x="763" y="0"/>
                    <a:pt x="625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4"/>
            <p:cNvSpPr/>
            <p:nvPr/>
          </p:nvSpPr>
          <p:spPr>
            <a:xfrm>
              <a:off x="5018950" y="125810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0"/>
                  </a:moveTo>
                  <a:cubicBezTo>
                    <a:pt x="568" y="0"/>
                    <a:pt x="509" y="17"/>
                    <a:pt x="451" y="53"/>
                  </a:cubicBezTo>
                  <a:cubicBezTo>
                    <a:pt x="176" y="204"/>
                    <a:pt x="0" y="504"/>
                    <a:pt x="0" y="780"/>
                  </a:cubicBezTo>
                  <a:cubicBezTo>
                    <a:pt x="0" y="977"/>
                    <a:pt x="115" y="1084"/>
                    <a:pt x="262" y="1084"/>
                  </a:cubicBezTo>
                  <a:cubicBezTo>
                    <a:pt x="322" y="1084"/>
                    <a:pt x="387" y="1067"/>
                    <a:pt x="451" y="1031"/>
                  </a:cubicBezTo>
                  <a:cubicBezTo>
                    <a:pt x="702" y="905"/>
                    <a:pt x="877" y="580"/>
                    <a:pt x="877" y="304"/>
                  </a:cubicBezTo>
                  <a:cubicBezTo>
                    <a:pt x="877" y="107"/>
                    <a:pt x="763" y="0"/>
                    <a:pt x="624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4"/>
            <p:cNvSpPr/>
            <p:nvPr/>
          </p:nvSpPr>
          <p:spPr>
            <a:xfrm>
              <a:off x="5018950" y="1369225"/>
              <a:ext cx="21950" cy="27000"/>
            </a:xfrm>
            <a:custGeom>
              <a:avLst/>
              <a:gdLst/>
              <a:ahLst/>
              <a:cxnLst/>
              <a:rect l="l" t="t" r="r" b="b"/>
              <a:pathLst>
                <a:path w="878" h="1080" extrusionOk="0">
                  <a:moveTo>
                    <a:pt x="637" y="0"/>
                  </a:moveTo>
                  <a:cubicBezTo>
                    <a:pt x="578" y="0"/>
                    <a:pt x="513" y="23"/>
                    <a:pt x="451" y="70"/>
                  </a:cubicBezTo>
                  <a:cubicBezTo>
                    <a:pt x="176" y="195"/>
                    <a:pt x="0" y="496"/>
                    <a:pt x="0" y="771"/>
                  </a:cubicBezTo>
                  <a:cubicBezTo>
                    <a:pt x="0" y="980"/>
                    <a:pt x="109" y="1080"/>
                    <a:pt x="250" y="1080"/>
                  </a:cubicBezTo>
                  <a:cubicBezTo>
                    <a:pt x="313" y="1080"/>
                    <a:pt x="382" y="1060"/>
                    <a:pt x="451" y="1022"/>
                  </a:cubicBezTo>
                  <a:cubicBezTo>
                    <a:pt x="702" y="897"/>
                    <a:pt x="877" y="596"/>
                    <a:pt x="877" y="320"/>
                  </a:cubicBezTo>
                  <a:cubicBezTo>
                    <a:pt x="877" y="113"/>
                    <a:pt x="770" y="0"/>
                    <a:pt x="637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4"/>
            <p:cNvSpPr/>
            <p:nvPr/>
          </p:nvSpPr>
          <p:spPr>
            <a:xfrm>
              <a:off x="5018950" y="147990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0"/>
                  </a:moveTo>
                  <a:cubicBezTo>
                    <a:pt x="568" y="0"/>
                    <a:pt x="509" y="18"/>
                    <a:pt x="451" y="54"/>
                  </a:cubicBezTo>
                  <a:cubicBezTo>
                    <a:pt x="226" y="179"/>
                    <a:pt x="25" y="505"/>
                    <a:pt x="0" y="780"/>
                  </a:cubicBezTo>
                  <a:cubicBezTo>
                    <a:pt x="0" y="977"/>
                    <a:pt x="102" y="1084"/>
                    <a:pt x="251" y="1084"/>
                  </a:cubicBezTo>
                  <a:cubicBezTo>
                    <a:pt x="312" y="1084"/>
                    <a:pt x="379" y="1067"/>
                    <a:pt x="451" y="1031"/>
                  </a:cubicBezTo>
                  <a:cubicBezTo>
                    <a:pt x="702" y="906"/>
                    <a:pt x="877" y="580"/>
                    <a:pt x="877" y="304"/>
                  </a:cubicBezTo>
                  <a:cubicBezTo>
                    <a:pt x="877" y="108"/>
                    <a:pt x="763" y="0"/>
                    <a:pt x="624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4"/>
            <p:cNvSpPr/>
            <p:nvPr/>
          </p:nvSpPr>
          <p:spPr>
            <a:xfrm>
              <a:off x="5114800" y="1203450"/>
              <a:ext cx="21325" cy="26750"/>
            </a:xfrm>
            <a:custGeom>
              <a:avLst/>
              <a:gdLst/>
              <a:ahLst/>
              <a:cxnLst/>
              <a:rect l="l" t="t" r="r" b="b"/>
              <a:pathLst>
                <a:path w="853" h="1070" extrusionOk="0">
                  <a:moveTo>
                    <a:pt x="622" y="1"/>
                  </a:moveTo>
                  <a:cubicBezTo>
                    <a:pt x="563" y="1"/>
                    <a:pt x="496" y="20"/>
                    <a:pt x="427" y="59"/>
                  </a:cubicBezTo>
                  <a:cubicBezTo>
                    <a:pt x="201" y="184"/>
                    <a:pt x="26" y="485"/>
                    <a:pt x="1" y="761"/>
                  </a:cubicBezTo>
                  <a:cubicBezTo>
                    <a:pt x="1" y="969"/>
                    <a:pt x="85" y="1069"/>
                    <a:pt x="220" y="1069"/>
                  </a:cubicBezTo>
                  <a:cubicBezTo>
                    <a:pt x="280" y="1069"/>
                    <a:pt x="350" y="1050"/>
                    <a:pt x="427" y="1011"/>
                  </a:cubicBezTo>
                  <a:cubicBezTo>
                    <a:pt x="677" y="886"/>
                    <a:pt x="853" y="585"/>
                    <a:pt x="853" y="310"/>
                  </a:cubicBezTo>
                  <a:cubicBezTo>
                    <a:pt x="853" y="101"/>
                    <a:pt x="756" y="1"/>
                    <a:pt x="622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4"/>
            <p:cNvSpPr/>
            <p:nvPr/>
          </p:nvSpPr>
          <p:spPr>
            <a:xfrm>
              <a:off x="5210675" y="1147800"/>
              <a:ext cx="21950" cy="27150"/>
            </a:xfrm>
            <a:custGeom>
              <a:avLst/>
              <a:gdLst/>
              <a:ahLst/>
              <a:cxnLst/>
              <a:rect l="l" t="t" r="r" b="b"/>
              <a:pathLst>
                <a:path w="878" h="1086" extrusionOk="0">
                  <a:moveTo>
                    <a:pt x="635" y="1"/>
                  </a:moveTo>
                  <a:cubicBezTo>
                    <a:pt x="579" y="1"/>
                    <a:pt x="516" y="18"/>
                    <a:pt x="451" y="54"/>
                  </a:cubicBezTo>
                  <a:cubicBezTo>
                    <a:pt x="226" y="180"/>
                    <a:pt x="0" y="480"/>
                    <a:pt x="0" y="781"/>
                  </a:cubicBezTo>
                  <a:cubicBezTo>
                    <a:pt x="0" y="978"/>
                    <a:pt x="115" y="1085"/>
                    <a:pt x="263" y="1085"/>
                  </a:cubicBezTo>
                  <a:cubicBezTo>
                    <a:pt x="322" y="1085"/>
                    <a:pt x="387" y="1068"/>
                    <a:pt x="451" y="1032"/>
                  </a:cubicBezTo>
                  <a:cubicBezTo>
                    <a:pt x="702" y="906"/>
                    <a:pt x="878" y="581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4"/>
            <p:cNvSpPr/>
            <p:nvPr/>
          </p:nvSpPr>
          <p:spPr>
            <a:xfrm>
              <a:off x="5307150" y="1092050"/>
              <a:ext cx="21975" cy="27125"/>
            </a:xfrm>
            <a:custGeom>
              <a:avLst/>
              <a:gdLst/>
              <a:ahLst/>
              <a:cxnLst/>
              <a:rect l="l" t="t" r="r" b="b"/>
              <a:pathLst>
                <a:path w="879" h="1085" extrusionOk="0">
                  <a:moveTo>
                    <a:pt x="625" y="0"/>
                  </a:moveTo>
                  <a:cubicBezTo>
                    <a:pt x="569" y="0"/>
                    <a:pt x="510" y="18"/>
                    <a:pt x="452" y="54"/>
                  </a:cubicBezTo>
                  <a:cubicBezTo>
                    <a:pt x="227" y="179"/>
                    <a:pt x="26" y="530"/>
                    <a:pt x="1" y="781"/>
                  </a:cubicBezTo>
                  <a:cubicBezTo>
                    <a:pt x="1" y="977"/>
                    <a:pt x="116" y="1085"/>
                    <a:pt x="263" y="1085"/>
                  </a:cubicBezTo>
                  <a:cubicBezTo>
                    <a:pt x="323" y="1085"/>
                    <a:pt x="387" y="1067"/>
                    <a:pt x="452" y="1031"/>
                  </a:cubicBezTo>
                  <a:cubicBezTo>
                    <a:pt x="678" y="906"/>
                    <a:pt x="878" y="580"/>
                    <a:pt x="878" y="304"/>
                  </a:cubicBezTo>
                  <a:cubicBezTo>
                    <a:pt x="878" y="108"/>
                    <a:pt x="763" y="0"/>
                    <a:pt x="625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4"/>
            <p:cNvSpPr/>
            <p:nvPr/>
          </p:nvSpPr>
          <p:spPr>
            <a:xfrm>
              <a:off x="5115425" y="131385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16" y="1"/>
                  </a:moveTo>
                  <a:cubicBezTo>
                    <a:pt x="556" y="1"/>
                    <a:pt x="492" y="18"/>
                    <a:pt x="427" y="54"/>
                  </a:cubicBezTo>
                  <a:cubicBezTo>
                    <a:pt x="176" y="179"/>
                    <a:pt x="1" y="480"/>
                    <a:pt x="1" y="781"/>
                  </a:cubicBezTo>
                  <a:cubicBezTo>
                    <a:pt x="1" y="977"/>
                    <a:pt x="90" y="1085"/>
                    <a:pt x="232" y="1085"/>
                  </a:cubicBezTo>
                  <a:cubicBezTo>
                    <a:pt x="289" y="1085"/>
                    <a:pt x="355" y="1067"/>
                    <a:pt x="427" y="1031"/>
                  </a:cubicBezTo>
                  <a:cubicBezTo>
                    <a:pt x="677" y="906"/>
                    <a:pt x="878" y="580"/>
                    <a:pt x="878" y="305"/>
                  </a:cubicBezTo>
                  <a:cubicBezTo>
                    <a:pt x="878" y="108"/>
                    <a:pt x="763" y="1"/>
                    <a:pt x="616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4"/>
            <p:cNvSpPr/>
            <p:nvPr/>
          </p:nvSpPr>
          <p:spPr>
            <a:xfrm>
              <a:off x="5115425" y="142412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16" y="1"/>
                  </a:moveTo>
                  <a:cubicBezTo>
                    <a:pt x="556" y="1"/>
                    <a:pt x="492" y="18"/>
                    <a:pt x="427" y="54"/>
                  </a:cubicBezTo>
                  <a:cubicBezTo>
                    <a:pt x="226" y="179"/>
                    <a:pt x="26" y="530"/>
                    <a:pt x="1" y="781"/>
                  </a:cubicBezTo>
                  <a:cubicBezTo>
                    <a:pt x="1" y="977"/>
                    <a:pt x="90" y="1085"/>
                    <a:pt x="232" y="1085"/>
                  </a:cubicBezTo>
                  <a:cubicBezTo>
                    <a:pt x="289" y="1085"/>
                    <a:pt x="355" y="1067"/>
                    <a:pt x="427" y="1031"/>
                  </a:cubicBezTo>
                  <a:cubicBezTo>
                    <a:pt x="677" y="906"/>
                    <a:pt x="878" y="580"/>
                    <a:pt x="878" y="305"/>
                  </a:cubicBezTo>
                  <a:cubicBezTo>
                    <a:pt x="878" y="108"/>
                    <a:pt x="763" y="1"/>
                    <a:pt x="616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4"/>
            <p:cNvSpPr/>
            <p:nvPr/>
          </p:nvSpPr>
          <p:spPr>
            <a:xfrm>
              <a:off x="5211300" y="1258100"/>
              <a:ext cx="22575" cy="27125"/>
            </a:xfrm>
            <a:custGeom>
              <a:avLst/>
              <a:gdLst/>
              <a:ahLst/>
              <a:cxnLst/>
              <a:rect l="l" t="t" r="r" b="b"/>
              <a:pathLst>
                <a:path w="903" h="1085" extrusionOk="0">
                  <a:moveTo>
                    <a:pt x="640" y="0"/>
                  </a:moveTo>
                  <a:cubicBezTo>
                    <a:pt x="581" y="0"/>
                    <a:pt x="516" y="17"/>
                    <a:pt x="452" y="53"/>
                  </a:cubicBezTo>
                  <a:cubicBezTo>
                    <a:pt x="201" y="179"/>
                    <a:pt x="0" y="530"/>
                    <a:pt x="25" y="780"/>
                  </a:cubicBezTo>
                  <a:cubicBezTo>
                    <a:pt x="25" y="977"/>
                    <a:pt x="115" y="1084"/>
                    <a:pt x="257" y="1084"/>
                  </a:cubicBezTo>
                  <a:cubicBezTo>
                    <a:pt x="314" y="1084"/>
                    <a:pt x="380" y="1067"/>
                    <a:pt x="452" y="1031"/>
                  </a:cubicBezTo>
                  <a:cubicBezTo>
                    <a:pt x="702" y="905"/>
                    <a:pt x="903" y="580"/>
                    <a:pt x="903" y="304"/>
                  </a:cubicBezTo>
                  <a:cubicBezTo>
                    <a:pt x="903" y="107"/>
                    <a:pt x="788" y="0"/>
                    <a:pt x="640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4"/>
            <p:cNvSpPr/>
            <p:nvPr/>
          </p:nvSpPr>
          <p:spPr>
            <a:xfrm>
              <a:off x="5307150" y="1202325"/>
              <a:ext cx="21975" cy="27125"/>
            </a:xfrm>
            <a:custGeom>
              <a:avLst/>
              <a:gdLst/>
              <a:ahLst/>
              <a:cxnLst/>
              <a:rect l="l" t="t" r="r" b="b"/>
              <a:pathLst>
                <a:path w="879" h="1085" extrusionOk="0">
                  <a:moveTo>
                    <a:pt x="625" y="0"/>
                  </a:moveTo>
                  <a:cubicBezTo>
                    <a:pt x="569" y="0"/>
                    <a:pt x="510" y="18"/>
                    <a:pt x="452" y="54"/>
                  </a:cubicBezTo>
                  <a:cubicBezTo>
                    <a:pt x="227" y="179"/>
                    <a:pt x="26" y="530"/>
                    <a:pt x="1" y="781"/>
                  </a:cubicBezTo>
                  <a:cubicBezTo>
                    <a:pt x="1" y="977"/>
                    <a:pt x="116" y="1085"/>
                    <a:pt x="263" y="1085"/>
                  </a:cubicBezTo>
                  <a:cubicBezTo>
                    <a:pt x="323" y="1085"/>
                    <a:pt x="387" y="1067"/>
                    <a:pt x="452" y="1031"/>
                  </a:cubicBezTo>
                  <a:cubicBezTo>
                    <a:pt x="678" y="906"/>
                    <a:pt x="878" y="605"/>
                    <a:pt x="878" y="304"/>
                  </a:cubicBezTo>
                  <a:cubicBezTo>
                    <a:pt x="878" y="108"/>
                    <a:pt x="763" y="0"/>
                    <a:pt x="625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4"/>
            <p:cNvSpPr/>
            <p:nvPr/>
          </p:nvSpPr>
          <p:spPr>
            <a:xfrm>
              <a:off x="5307800" y="1313100"/>
              <a:ext cx="21950" cy="26750"/>
            </a:xfrm>
            <a:custGeom>
              <a:avLst/>
              <a:gdLst/>
              <a:ahLst/>
              <a:cxnLst/>
              <a:rect l="l" t="t" r="r" b="b"/>
              <a:pathLst>
                <a:path w="878" h="1070" extrusionOk="0">
                  <a:moveTo>
                    <a:pt x="647" y="1"/>
                  </a:moveTo>
                  <a:cubicBezTo>
                    <a:pt x="587" y="1"/>
                    <a:pt x="520" y="20"/>
                    <a:pt x="451" y="59"/>
                  </a:cubicBezTo>
                  <a:cubicBezTo>
                    <a:pt x="201" y="184"/>
                    <a:pt x="0" y="510"/>
                    <a:pt x="0" y="761"/>
                  </a:cubicBezTo>
                  <a:cubicBezTo>
                    <a:pt x="0" y="969"/>
                    <a:pt x="108" y="1069"/>
                    <a:pt x="250" y="1069"/>
                  </a:cubicBezTo>
                  <a:cubicBezTo>
                    <a:pt x="313" y="1069"/>
                    <a:pt x="382" y="1050"/>
                    <a:pt x="451" y="1011"/>
                  </a:cubicBezTo>
                  <a:cubicBezTo>
                    <a:pt x="702" y="886"/>
                    <a:pt x="877" y="585"/>
                    <a:pt x="877" y="310"/>
                  </a:cubicBezTo>
                  <a:cubicBezTo>
                    <a:pt x="877" y="101"/>
                    <a:pt x="781" y="1"/>
                    <a:pt x="647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4"/>
            <p:cNvSpPr/>
            <p:nvPr/>
          </p:nvSpPr>
          <p:spPr>
            <a:xfrm>
              <a:off x="5211300" y="1368375"/>
              <a:ext cx="22575" cy="27125"/>
            </a:xfrm>
            <a:custGeom>
              <a:avLst/>
              <a:gdLst/>
              <a:ahLst/>
              <a:cxnLst/>
              <a:rect l="l" t="t" r="r" b="b"/>
              <a:pathLst>
                <a:path w="903" h="1085" extrusionOk="0">
                  <a:moveTo>
                    <a:pt x="640" y="0"/>
                  </a:moveTo>
                  <a:cubicBezTo>
                    <a:pt x="581" y="0"/>
                    <a:pt x="516" y="17"/>
                    <a:pt x="452" y="53"/>
                  </a:cubicBezTo>
                  <a:cubicBezTo>
                    <a:pt x="226" y="179"/>
                    <a:pt x="0" y="530"/>
                    <a:pt x="25" y="780"/>
                  </a:cubicBezTo>
                  <a:cubicBezTo>
                    <a:pt x="25" y="977"/>
                    <a:pt x="127" y="1084"/>
                    <a:pt x="268" y="1084"/>
                  </a:cubicBezTo>
                  <a:cubicBezTo>
                    <a:pt x="324" y="1084"/>
                    <a:pt x="387" y="1067"/>
                    <a:pt x="452" y="1031"/>
                  </a:cubicBezTo>
                  <a:cubicBezTo>
                    <a:pt x="702" y="906"/>
                    <a:pt x="903" y="605"/>
                    <a:pt x="903" y="304"/>
                  </a:cubicBezTo>
                  <a:cubicBezTo>
                    <a:pt x="903" y="107"/>
                    <a:pt x="788" y="0"/>
                    <a:pt x="640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4"/>
            <p:cNvSpPr/>
            <p:nvPr/>
          </p:nvSpPr>
          <p:spPr>
            <a:xfrm>
              <a:off x="4921825" y="1642050"/>
              <a:ext cx="21950" cy="26750"/>
            </a:xfrm>
            <a:custGeom>
              <a:avLst/>
              <a:gdLst/>
              <a:ahLst/>
              <a:cxnLst/>
              <a:rect l="l" t="t" r="r" b="b"/>
              <a:pathLst>
                <a:path w="878" h="1070" extrusionOk="0">
                  <a:moveTo>
                    <a:pt x="636" y="1"/>
                  </a:moveTo>
                  <a:cubicBezTo>
                    <a:pt x="577" y="1"/>
                    <a:pt x="513" y="20"/>
                    <a:pt x="452" y="59"/>
                  </a:cubicBezTo>
                  <a:cubicBezTo>
                    <a:pt x="201" y="184"/>
                    <a:pt x="0" y="510"/>
                    <a:pt x="0" y="761"/>
                  </a:cubicBezTo>
                  <a:cubicBezTo>
                    <a:pt x="0" y="969"/>
                    <a:pt x="109" y="1069"/>
                    <a:pt x="251" y="1069"/>
                  </a:cubicBezTo>
                  <a:cubicBezTo>
                    <a:pt x="313" y="1069"/>
                    <a:pt x="382" y="1050"/>
                    <a:pt x="452" y="1011"/>
                  </a:cubicBezTo>
                  <a:cubicBezTo>
                    <a:pt x="702" y="886"/>
                    <a:pt x="878" y="585"/>
                    <a:pt x="878" y="309"/>
                  </a:cubicBezTo>
                  <a:cubicBezTo>
                    <a:pt x="878" y="101"/>
                    <a:pt x="769" y="1"/>
                    <a:pt x="636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4"/>
            <p:cNvSpPr/>
            <p:nvPr/>
          </p:nvSpPr>
          <p:spPr>
            <a:xfrm>
              <a:off x="5018325" y="1586400"/>
              <a:ext cx="21950" cy="27150"/>
            </a:xfrm>
            <a:custGeom>
              <a:avLst/>
              <a:gdLst/>
              <a:ahLst/>
              <a:cxnLst/>
              <a:rect l="l" t="t" r="r" b="b"/>
              <a:pathLst>
                <a:path w="878" h="1086" extrusionOk="0">
                  <a:moveTo>
                    <a:pt x="615" y="1"/>
                  </a:moveTo>
                  <a:cubicBezTo>
                    <a:pt x="556" y="1"/>
                    <a:pt x="491" y="18"/>
                    <a:pt x="426" y="54"/>
                  </a:cubicBezTo>
                  <a:cubicBezTo>
                    <a:pt x="175" y="180"/>
                    <a:pt x="0" y="480"/>
                    <a:pt x="0" y="781"/>
                  </a:cubicBezTo>
                  <a:cubicBezTo>
                    <a:pt x="0" y="978"/>
                    <a:pt x="89" y="1085"/>
                    <a:pt x="231" y="1085"/>
                  </a:cubicBezTo>
                  <a:cubicBezTo>
                    <a:pt x="288" y="1085"/>
                    <a:pt x="354" y="1068"/>
                    <a:pt x="426" y="1032"/>
                  </a:cubicBezTo>
                  <a:cubicBezTo>
                    <a:pt x="677" y="906"/>
                    <a:pt x="877" y="581"/>
                    <a:pt x="877" y="305"/>
                  </a:cubicBezTo>
                  <a:cubicBezTo>
                    <a:pt x="877" y="108"/>
                    <a:pt x="763" y="1"/>
                    <a:pt x="61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4"/>
            <p:cNvSpPr/>
            <p:nvPr/>
          </p:nvSpPr>
          <p:spPr>
            <a:xfrm>
              <a:off x="5114800" y="1530650"/>
              <a:ext cx="21325" cy="27125"/>
            </a:xfrm>
            <a:custGeom>
              <a:avLst/>
              <a:gdLst/>
              <a:ahLst/>
              <a:cxnLst/>
              <a:rect l="l" t="t" r="r" b="b"/>
              <a:pathLst>
                <a:path w="853" h="1085" extrusionOk="0">
                  <a:moveTo>
                    <a:pt x="611" y="0"/>
                  </a:moveTo>
                  <a:cubicBezTo>
                    <a:pt x="554" y="0"/>
                    <a:pt x="491" y="18"/>
                    <a:pt x="427" y="54"/>
                  </a:cubicBezTo>
                  <a:cubicBezTo>
                    <a:pt x="176" y="179"/>
                    <a:pt x="1" y="530"/>
                    <a:pt x="1" y="780"/>
                  </a:cubicBezTo>
                  <a:cubicBezTo>
                    <a:pt x="1" y="977"/>
                    <a:pt x="90" y="1084"/>
                    <a:pt x="232" y="1084"/>
                  </a:cubicBezTo>
                  <a:cubicBezTo>
                    <a:pt x="289" y="1084"/>
                    <a:pt x="355" y="1067"/>
                    <a:pt x="427" y="1031"/>
                  </a:cubicBezTo>
                  <a:cubicBezTo>
                    <a:pt x="677" y="906"/>
                    <a:pt x="853" y="580"/>
                    <a:pt x="853" y="304"/>
                  </a:cubicBezTo>
                  <a:cubicBezTo>
                    <a:pt x="853" y="108"/>
                    <a:pt x="751" y="0"/>
                    <a:pt x="611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4"/>
            <p:cNvSpPr/>
            <p:nvPr/>
          </p:nvSpPr>
          <p:spPr>
            <a:xfrm>
              <a:off x="5210050" y="147487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1"/>
                  </a:moveTo>
                  <a:cubicBezTo>
                    <a:pt x="568" y="1"/>
                    <a:pt x="509" y="18"/>
                    <a:pt x="451" y="54"/>
                  </a:cubicBezTo>
                  <a:cubicBezTo>
                    <a:pt x="226" y="179"/>
                    <a:pt x="0" y="505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1" y="1032"/>
                  </a:cubicBezTo>
                  <a:cubicBezTo>
                    <a:pt x="677" y="906"/>
                    <a:pt x="877" y="605"/>
                    <a:pt x="877" y="305"/>
                  </a:cubicBezTo>
                  <a:cubicBezTo>
                    <a:pt x="877" y="108"/>
                    <a:pt x="763" y="1"/>
                    <a:pt x="624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4"/>
            <p:cNvSpPr/>
            <p:nvPr/>
          </p:nvSpPr>
          <p:spPr>
            <a:xfrm>
              <a:off x="5306525" y="1419625"/>
              <a:ext cx="21975" cy="26725"/>
            </a:xfrm>
            <a:custGeom>
              <a:avLst/>
              <a:gdLst/>
              <a:ahLst/>
              <a:cxnLst/>
              <a:rect l="l" t="t" r="r" b="b"/>
              <a:pathLst>
                <a:path w="879" h="1069" extrusionOk="0">
                  <a:moveTo>
                    <a:pt x="628" y="1"/>
                  </a:moveTo>
                  <a:cubicBezTo>
                    <a:pt x="565" y="1"/>
                    <a:pt x="496" y="20"/>
                    <a:pt x="427" y="59"/>
                  </a:cubicBezTo>
                  <a:cubicBezTo>
                    <a:pt x="226" y="184"/>
                    <a:pt x="1" y="485"/>
                    <a:pt x="1" y="760"/>
                  </a:cubicBezTo>
                  <a:cubicBezTo>
                    <a:pt x="1" y="969"/>
                    <a:pt x="97" y="1069"/>
                    <a:pt x="232" y="1069"/>
                  </a:cubicBezTo>
                  <a:cubicBezTo>
                    <a:pt x="291" y="1069"/>
                    <a:pt x="358" y="1049"/>
                    <a:pt x="427" y="1011"/>
                  </a:cubicBezTo>
                  <a:cubicBezTo>
                    <a:pt x="678" y="886"/>
                    <a:pt x="878" y="585"/>
                    <a:pt x="878" y="309"/>
                  </a:cubicBezTo>
                  <a:cubicBezTo>
                    <a:pt x="878" y="101"/>
                    <a:pt x="770" y="1"/>
                    <a:pt x="628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2" name="Google Shape;292;p4"/>
          <p:cNvGrpSpPr/>
          <p:nvPr/>
        </p:nvGrpSpPr>
        <p:grpSpPr>
          <a:xfrm flipH="1">
            <a:off x="-2299857" y="-2697840"/>
            <a:ext cx="4017967" cy="3644766"/>
            <a:chOff x="3166062" y="1034326"/>
            <a:chExt cx="6010422" cy="5452155"/>
          </a:xfrm>
        </p:grpSpPr>
        <p:sp>
          <p:nvSpPr>
            <p:cNvPr id="293" name="Google Shape;293;p4"/>
            <p:cNvSpPr/>
            <p:nvPr/>
          </p:nvSpPr>
          <p:spPr>
            <a:xfrm>
              <a:off x="3234090" y="1157235"/>
              <a:ext cx="5942394" cy="5329246"/>
            </a:xfrm>
            <a:custGeom>
              <a:avLst/>
              <a:gdLst/>
              <a:ahLst/>
              <a:cxnLst/>
              <a:rect l="l" t="t" r="r" b="b"/>
              <a:pathLst>
                <a:path w="90413" h="81084" extrusionOk="0">
                  <a:moveTo>
                    <a:pt x="90412" y="1"/>
                  </a:moveTo>
                  <a:lnTo>
                    <a:pt x="3084" y="50747"/>
                  </a:lnTo>
                  <a:cubicBezTo>
                    <a:pt x="1293" y="51801"/>
                    <a:pt x="239" y="51702"/>
                    <a:pt x="0" y="53075"/>
                  </a:cubicBezTo>
                  <a:lnTo>
                    <a:pt x="0" y="55104"/>
                  </a:lnTo>
                  <a:cubicBezTo>
                    <a:pt x="20" y="56675"/>
                    <a:pt x="1055" y="58247"/>
                    <a:pt x="3123" y="59440"/>
                  </a:cubicBezTo>
                  <a:lnTo>
                    <a:pt x="40641" y="81083"/>
                  </a:lnTo>
                  <a:lnTo>
                    <a:pt x="88642" y="81083"/>
                  </a:lnTo>
                  <a:cubicBezTo>
                    <a:pt x="89617" y="81083"/>
                    <a:pt x="90412" y="80288"/>
                    <a:pt x="90412" y="79313"/>
                  </a:cubicBezTo>
                  <a:lnTo>
                    <a:pt x="9041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4"/>
            <p:cNvSpPr/>
            <p:nvPr/>
          </p:nvSpPr>
          <p:spPr>
            <a:xfrm>
              <a:off x="3166062" y="1034326"/>
              <a:ext cx="6010420" cy="5452152"/>
            </a:xfrm>
            <a:custGeom>
              <a:avLst/>
              <a:gdLst/>
              <a:ahLst/>
              <a:cxnLst/>
              <a:rect l="l" t="t" r="r" b="b"/>
              <a:pathLst>
                <a:path w="91448" h="82954" extrusionOk="0">
                  <a:moveTo>
                    <a:pt x="91447" y="1"/>
                  </a:moveTo>
                  <a:lnTo>
                    <a:pt x="4119" y="50767"/>
                  </a:lnTo>
                  <a:cubicBezTo>
                    <a:pt x="1" y="53154"/>
                    <a:pt x="21" y="57033"/>
                    <a:pt x="4158" y="59440"/>
                  </a:cubicBezTo>
                  <a:lnTo>
                    <a:pt x="44899" y="82953"/>
                  </a:lnTo>
                  <a:lnTo>
                    <a:pt x="89677" y="82953"/>
                  </a:lnTo>
                  <a:cubicBezTo>
                    <a:pt x="90652" y="82953"/>
                    <a:pt x="91447" y="82158"/>
                    <a:pt x="91447" y="81183"/>
                  </a:cubicBezTo>
                  <a:lnTo>
                    <a:pt x="9144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6" name="Google Shape;296;p5"/>
          <p:cNvGrpSpPr/>
          <p:nvPr/>
        </p:nvGrpSpPr>
        <p:grpSpPr>
          <a:xfrm>
            <a:off x="-458461" y="-321271"/>
            <a:ext cx="10059175" cy="5791575"/>
            <a:chOff x="-458461" y="-321271"/>
            <a:chExt cx="10059175" cy="5791575"/>
          </a:xfrm>
        </p:grpSpPr>
        <p:grpSp>
          <p:nvGrpSpPr>
            <p:cNvPr id="297" name="Google Shape;297;p5"/>
            <p:cNvGrpSpPr/>
            <p:nvPr/>
          </p:nvGrpSpPr>
          <p:grpSpPr>
            <a:xfrm flipH="1">
              <a:off x="-458461" y="-245071"/>
              <a:ext cx="9830575" cy="5715375"/>
              <a:chOff x="-358925" y="-303650"/>
              <a:chExt cx="9830575" cy="5715375"/>
            </a:xfrm>
          </p:grpSpPr>
          <p:cxnSp>
            <p:nvCxnSpPr>
              <p:cNvPr id="298" name="Google Shape;298;p5"/>
              <p:cNvCxnSpPr/>
              <p:nvPr/>
            </p:nvCxnSpPr>
            <p:spPr>
              <a:xfrm rot="10800000" flipH="1">
                <a:off x="-282200" y="-303650"/>
                <a:ext cx="1052400" cy="607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9" name="Google Shape;299;p5"/>
              <p:cNvCxnSpPr/>
              <p:nvPr/>
            </p:nvCxnSpPr>
            <p:spPr>
              <a:xfrm rot="10800000" flipH="1">
                <a:off x="-281950" y="-236675"/>
                <a:ext cx="1425600" cy="822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0" name="Google Shape;300;p5"/>
              <p:cNvCxnSpPr/>
              <p:nvPr/>
            </p:nvCxnSpPr>
            <p:spPr>
              <a:xfrm rot="10800000" flipH="1">
                <a:off x="-358925" y="-155350"/>
                <a:ext cx="1851000" cy="1068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1" name="Google Shape;301;p5"/>
              <p:cNvCxnSpPr/>
              <p:nvPr/>
            </p:nvCxnSpPr>
            <p:spPr>
              <a:xfrm rot="10800000" flipH="1">
                <a:off x="-267650" y="-115750"/>
                <a:ext cx="2180400" cy="125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2" name="Google Shape;302;p5"/>
              <p:cNvCxnSpPr/>
              <p:nvPr/>
            </p:nvCxnSpPr>
            <p:spPr>
              <a:xfrm rot="10800000" flipH="1">
                <a:off x="-229800" y="-86050"/>
                <a:ext cx="2580300" cy="1489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3" name="Google Shape;303;p5"/>
              <p:cNvCxnSpPr/>
              <p:nvPr/>
            </p:nvCxnSpPr>
            <p:spPr>
              <a:xfrm rot="10800000" flipH="1">
                <a:off x="-212775" y="-127750"/>
                <a:ext cx="3125100" cy="1804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4" name="Google Shape;304;p5"/>
              <p:cNvCxnSpPr/>
              <p:nvPr/>
            </p:nvCxnSpPr>
            <p:spPr>
              <a:xfrm rot="10800000" flipH="1">
                <a:off x="-180475" y="-165575"/>
                <a:ext cx="3648000" cy="210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5" name="Google Shape;305;p5"/>
              <p:cNvCxnSpPr/>
              <p:nvPr/>
            </p:nvCxnSpPr>
            <p:spPr>
              <a:xfrm rot="10800000" flipH="1">
                <a:off x="-227000" y="-146700"/>
                <a:ext cx="4150500" cy="2396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6" name="Google Shape;306;p5"/>
              <p:cNvCxnSpPr/>
              <p:nvPr/>
            </p:nvCxnSpPr>
            <p:spPr>
              <a:xfrm rot="10800000" flipH="1">
                <a:off x="-285775" y="-133000"/>
                <a:ext cx="4675200" cy="2699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7" name="Google Shape;307;p5"/>
              <p:cNvCxnSpPr/>
              <p:nvPr/>
            </p:nvCxnSpPr>
            <p:spPr>
              <a:xfrm rot="10800000" flipH="1">
                <a:off x="-254975" y="-209000"/>
                <a:ext cx="5265600" cy="303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8" name="Google Shape;308;p5"/>
              <p:cNvCxnSpPr/>
              <p:nvPr/>
            </p:nvCxnSpPr>
            <p:spPr>
              <a:xfrm rot="10800000" flipH="1">
                <a:off x="-230325" y="-171400"/>
                <a:ext cx="5665200" cy="327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9" name="Google Shape;309;p5"/>
              <p:cNvCxnSpPr/>
              <p:nvPr/>
            </p:nvCxnSpPr>
            <p:spPr>
              <a:xfrm rot="10800000" flipH="1">
                <a:off x="-203625" y="-162575"/>
                <a:ext cx="6111900" cy="3528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0" name="Google Shape;310;p5"/>
              <p:cNvCxnSpPr/>
              <p:nvPr/>
            </p:nvCxnSpPr>
            <p:spPr>
              <a:xfrm rot="10800000" flipH="1">
                <a:off x="-212500" y="-179425"/>
                <a:ext cx="6639600" cy="3833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1" name="Google Shape;311;p5"/>
              <p:cNvCxnSpPr/>
              <p:nvPr/>
            </p:nvCxnSpPr>
            <p:spPr>
              <a:xfrm rot="10800000" flipH="1">
                <a:off x="-237200" y="-171550"/>
                <a:ext cx="7140000" cy="4122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2" name="Google Shape;312;p5"/>
              <p:cNvCxnSpPr/>
              <p:nvPr/>
            </p:nvCxnSpPr>
            <p:spPr>
              <a:xfrm rot="10800000" flipH="1">
                <a:off x="-208450" y="-169925"/>
                <a:ext cx="7598100" cy="4386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3" name="Google Shape;313;p5"/>
              <p:cNvCxnSpPr/>
              <p:nvPr/>
            </p:nvCxnSpPr>
            <p:spPr>
              <a:xfrm rot="10800000" flipH="1">
                <a:off x="-126875" y="-166100"/>
                <a:ext cx="7999200" cy="4618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4" name="Google Shape;314;p5"/>
              <p:cNvCxnSpPr/>
              <p:nvPr/>
            </p:nvCxnSpPr>
            <p:spPr>
              <a:xfrm rot="10800000" flipH="1">
                <a:off x="-175950" y="-237725"/>
                <a:ext cx="8661600" cy="500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5" name="Google Shape;315;p5"/>
              <p:cNvCxnSpPr/>
              <p:nvPr/>
            </p:nvCxnSpPr>
            <p:spPr>
              <a:xfrm rot="10800000" flipH="1">
                <a:off x="-230050" y="-244075"/>
                <a:ext cx="9215700" cy="5320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6" name="Google Shape;316;p5"/>
              <p:cNvCxnSpPr/>
              <p:nvPr/>
            </p:nvCxnSpPr>
            <p:spPr>
              <a:xfrm rot="10800000" flipH="1">
                <a:off x="-150500" y="-149375"/>
                <a:ext cx="9462000" cy="5462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7" name="Google Shape;317;p5"/>
              <p:cNvCxnSpPr/>
              <p:nvPr/>
            </p:nvCxnSpPr>
            <p:spPr>
              <a:xfrm rot="10800000" flipH="1">
                <a:off x="277300" y="105750"/>
                <a:ext cx="9081600" cy="5243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8" name="Google Shape;318;p5"/>
              <p:cNvCxnSpPr/>
              <p:nvPr/>
            </p:nvCxnSpPr>
            <p:spPr>
              <a:xfrm rot="10800000" flipH="1">
                <a:off x="846950" y="376800"/>
                <a:ext cx="8531400" cy="4925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9" name="Google Shape;319;p5"/>
              <p:cNvCxnSpPr/>
              <p:nvPr/>
            </p:nvCxnSpPr>
            <p:spPr>
              <a:xfrm rot="10800000" flipH="1">
                <a:off x="1349000" y="635275"/>
                <a:ext cx="8071500" cy="465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0" name="Google Shape;320;p5"/>
              <p:cNvCxnSpPr/>
              <p:nvPr/>
            </p:nvCxnSpPr>
            <p:spPr>
              <a:xfrm rot="10800000" flipH="1">
                <a:off x="1864375" y="918950"/>
                <a:ext cx="7554300" cy="4361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1" name="Google Shape;321;p5"/>
              <p:cNvCxnSpPr/>
              <p:nvPr/>
            </p:nvCxnSpPr>
            <p:spPr>
              <a:xfrm rot="10800000" flipH="1">
                <a:off x="2403950" y="1170550"/>
                <a:ext cx="7067700" cy="408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2" name="Google Shape;322;p5"/>
              <p:cNvCxnSpPr/>
              <p:nvPr/>
            </p:nvCxnSpPr>
            <p:spPr>
              <a:xfrm rot="10800000" flipH="1">
                <a:off x="2718375" y="1495625"/>
                <a:ext cx="6679800" cy="3856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3" name="Google Shape;323;p5"/>
              <p:cNvCxnSpPr/>
              <p:nvPr/>
            </p:nvCxnSpPr>
            <p:spPr>
              <a:xfrm rot="10800000" flipH="1">
                <a:off x="3297700" y="1822900"/>
                <a:ext cx="6023100" cy="3477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4" name="Google Shape;324;p5"/>
              <p:cNvCxnSpPr/>
              <p:nvPr/>
            </p:nvCxnSpPr>
            <p:spPr>
              <a:xfrm rot="10800000" flipH="1">
                <a:off x="3726050" y="2104125"/>
                <a:ext cx="5597100" cy="3231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5" name="Google Shape;325;p5"/>
              <p:cNvCxnSpPr/>
              <p:nvPr/>
            </p:nvCxnSpPr>
            <p:spPr>
              <a:xfrm rot="10800000" flipH="1">
                <a:off x="4244875" y="2361600"/>
                <a:ext cx="5121600" cy="295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6" name="Google Shape;326;p5"/>
              <p:cNvCxnSpPr/>
              <p:nvPr/>
            </p:nvCxnSpPr>
            <p:spPr>
              <a:xfrm rot="10800000" flipH="1">
                <a:off x="4742850" y="2657525"/>
                <a:ext cx="4600200" cy="2655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7" name="Google Shape;327;p5"/>
              <p:cNvCxnSpPr/>
              <p:nvPr/>
            </p:nvCxnSpPr>
            <p:spPr>
              <a:xfrm rot="10800000" flipH="1">
                <a:off x="5210850" y="2937150"/>
                <a:ext cx="4137300" cy="2388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8" name="Google Shape;328;p5"/>
              <p:cNvCxnSpPr/>
              <p:nvPr/>
            </p:nvCxnSpPr>
            <p:spPr>
              <a:xfrm rot="10800000" flipH="1">
                <a:off x="5725550" y="3223700"/>
                <a:ext cx="3615300" cy="208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9" name="Google Shape;329;p5"/>
              <p:cNvCxnSpPr/>
              <p:nvPr/>
            </p:nvCxnSpPr>
            <p:spPr>
              <a:xfrm rot="10800000" flipH="1">
                <a:off x="6217950" y="3515950"/>
                <a:ext cx="3106500" cy="1793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0" name="Google Shape;330;p5"/>
              <p:cNvCxnSpPr/>
              <p:nvPr/>
            </p:nvCxnSpPr>
            <p:spPr>
              <a:xfrm rot="10800000" flipH="1">
                <a:off x="6716500" y="3797450"/>
                <a:ext cx="2609700" cy="1506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1" name="Google Shape;331;p5"/>
              <p:cNvCxnSpPr/>
              <p:nvPr/>
            </p:nvCxnSpPr>
            <p:spPr>
              <a:xfrm rot="10800000" flipH="1">
                <a:off x="7199175" y="4100700"/>
                <a:ext cx="2091000" cy="1207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2" name="Google Shape;332;p5"/>
              <p:cNvCxnSpPr/>
              <p:nvPr/>
            </p:nvCxnSpPr>
            <p:spPr>
              <a:xfrm rot="10800000" flipH="1">
                <a:off x="7718000" y="4338975"/>
                <a:ext cx="1648800" cy="951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3" name="Google Shape;333;p5"/>
              <p:cNvCxnSpPr/>
              <p:nvPr/>
            </p:nvCxnSpPr>
            <p:spPr>
              <a:xfrm rot="10800000" flipH="1">
                <a:off x="8129050" y="4607075"/>
                <a:ext cx="1263000" cy="729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4" name="Google Shape;334;p5"/>
              <p:cNvCxnSpPr/>
              <p:nvPr/>
            </p:nvCxnSpPr>
            <p:spPr>
              <a:xfrm rot="10800000" flipH="1">
                <a:off x="8487200" y="4879525"/>
                <a:ext cx="921600" cy="532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335" name="Google Shape;335;p5"/>
            <p:cNvGrpSpPr/>
            <p:nvPr/>
          </p:nvGrpSpPr>
          <p:grpSpPr>
            <a:xfrm rot="10800000">
              <a:off x="-229861" y="-321271"/>
              <a:ext cx="9830575" cy="5715375"/>
              <a:chOff x="-358925" y="-303650"/>
              <a:chExt cx="9830575" cy="5715375"/>
            </a:xfrm>
          </p:grpSpPr>
          <p:cxnSp>
            <p:nvCxnSpPr>
              <p:cNvPr id="336" name="Google Shape;336;p5"/>
              <p:cNvCxnSpPr/>
              <p:nvPr/>
            </p:nvCxnSpPr>
            <p:spPr>
              <a:xfrm rot="10800000" flipH="1">
                <a:off x="-282200" y="-303650"/>
                <a:ext cx="1052400" cy="607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7" name="Google Shape;337;p5"/>
              <p:cNvCxnSpPr/>
              <p:nvPr/>
            </p:nvCxnSpPr>
            <p:spPr>
              <a:xfrm rot="10800000" flipH="1">
                <a:off x="-281950" y="-236675"/>
                <a:ext cx="1425600" cy="822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8" name="Google Shape;338;p5"/>
              <p:cNvCxnSpPr/>
              <p:nvPr/>
            </p:nvCxnSpPr>
            <p:spPr>
              <a:xfrm rot="10800000" flipH="1">
                <a:off x="-358925" y="-155350"/>
                <a:ext cx="1851000" cy="1068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9" name="Google Shape;339;p5"/>
              <p:cNvCxnSpPr/>
              <p:nvPr/>
            </p:nvCxnSpPr>
            <p:spPr>
              <a:xfrm rot="10800000" flipH="1">
                <a:off x="-267650" y="-115750"/>
                <a:ext cx="2180400" cy="125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0" name="Google Shape;340;p5"/>
              <p:cNvCxnSpPr/>
              <p:nvPr/>
            </p:nvCxnSpPr>
            <p:spPr>
              <a:xfrm rot="10800000" flipH="1">
                <a:off x="-229800" y="-86050"/>
                <a:ext cx="2580300" cy="1489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1" name="Google Shape;341;p5"/>
              <p:cNvCxnSpPr/>
              <p:nvPr/>
            </p:nvCxnSpPr>
            <p:spPr>
              <a:xfrm rot="10800000" flipH="1">
                <a:off x="-212775" y="-127750"/>
                <a:ext cx="3125100" cy="1804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2" name="Google Shape;342;p5"/>
              <p:cNvCxnSpPr/>
              <p:nvPr/>
            </p:nvCxnSpPr>
            <p:spPr>
              <a:xfrm rot="10800000" flipH="1">
                <a:off x="-180475" y="-165575"/>
                <a:ext cx="3648000" cy="210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3" name="Google Shape;343;p5"/>
              <p:cNvCxnSpPr/>
              <p:nvPr/>
            </p:nvCxnSpPr>
            <p:spPr>
              <a:xfrm rot="10800000" flipH="1">
                <a:off x="-227000" y="-146700"/>
                <a:ext cx="4150500" cy="2396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4" name="Google Shape;344;p5"/>
              <p:cNvCxnSpPr/>
              <p:nvPr/>
            </p:nvCxnSpPr>
            <p:spPr>
              <a:xfrm rot="10800000" flipH="1">
                <a:off x="-285775" y="-133000"/>
                <a:ext cx="4675200" cy="2699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5" name="Google Shape;345;p5"/>
              <p:cNvCxnSpPr/>
              <p:nvPr/>
            </p:nvCxnSpPr>
            <p:spPr>
              <a:xfrm rot="10800000" flipH="1">
                <a:off x="-254975" y="-209000"/>
                <a:ext cx="5265600" cy="303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6" name="Google Shape;346;p5"/>
              <p:cNvCxnSpPr/>
              <p:nvPr/>
            </p:nvCxnSpPr>
            <p:spPr>
              <a:xfrm rot="10800000" flipH="1">
                <a:off x="-230325" y="-171400"/>
                <a:ext cx="5665200" cy="327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7" name="Google Shape;347;p5"/>
              <p:cNvCxnSpPr/>
              <p:nvPr/>
            </p:nvCxnSpPr>
            <p:spPr>
              <a:xfrm rot="10800000" flipH="1">
                <a:off x="-203625" y="-162575"/>
                <a:ext cx="6111900" cy="3528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8" name="Google Shape;348;p5"/>
              <p:cNvCxnSpPr/>
              <p:nvPr/>
            </p:nvCxnSpPr>
            <p:spPr>
              <a:xfrm rot="10800000" flipH="1">
                <a:off x="-212500" y="-179425"/>
                <a:ext cx="6639600" cy="3833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9" name="Google Shape;349;p5"/>
              <p:cNvCxnSpPr/>
              <p:nvPr/>
            </p:nvCxnSpPr>
            <p:spPr>
              <a:xfrm rot="10800000" flipH="1">
                <a:off x="-237200" y="-171550"/>
                <a:ext cx="7140000" cy="4122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0" name="Google Shape;350;p5"/>
              <p:cNvCxnSpPr/>
              <p:nvPr/>
            </p:nvCxnSpPr>
            <p:spPr>
              <a:xfrm rot="10800000" flipH="1">
                <a:off x="-208450" y="-169925"/>
                <a:ext cx="7598100" cy="4386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1" name="Google Shape;351;p5"/>
              <p:cNvCxnSpPr/>
              <p:nvPr/>
            </p:nvCxnSpPr>
            <p:spPr>
              <a:xfrm rot="10800000" flipH="1">
                <a:off x="-126875" y="-166100"/>
                <a:ext cx="7999200" cy="4618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2" name="Google Shape;352;p5"/>
              <p:cNvCxnSpPr/>
              <p:nvPr/>
            </p:nvCxnSpPr>
            <p:spPr>
              <a:xfrm rot="10800000" flipH="1">
                <a:off x="-175950" y="-237725"/>
                <a:ext cx="8661600" cy="500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3" name="Google Shape;353;p5"/>
              <p:cNvCxnSpPr/>
              <p:nvPr/>
            </p:nvCxnSpPr>
            <p:spPr>
              <a:xfrm rot="10800000" flipH="1">
                <a:off x="-230050" y="-244075"/>
                <a:ext cx="9215700" cy="5320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4" name="Google Shape;354;p5"/>
              <p:cNvCxnSpPr/>
              <p:nvPr/>
            </p:nvCxnSpPr>
            <p:spPr>
              <a:xfrm rot="10800000" flipH="1">
                <a:off x="-150500" y="-149375"/>
                <a:ext cx="9462000" cy="5462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5" name="Google Shape;355;p5"/>
              <p:cNvCxnSpPr/>
              <p:nvPr/>
            </p:nvCxnSpPr>
            <p:spPr>
              <a:xfrm rot="10800000" flipH="1">
                <a:off x="277300" y="105750"/>
                <a:ext cx="9081600" cy="5243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6" name="Google Shape;356;p5"/>
              <p:cNvCxnSpPr/>
              <p:nvPr/>
            </p:nvCxnSpPr>
            <p:spPr>
              <a:xfrm rot="10800000" flipH="1">
                <a:off x="846950" y="376800"/>
                <a:ext cx="8531400" cy="4925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7" name="Google Shape;357;p5"/>
              <p:cNvCxnSpPr/>
              <p:nvPr/>
            </p:nvCxnSpPr>
            <p:spPr>
              <a:xfrm rot="10800000" flipH="1">
                <a:off x="1349000" y="635275"/>
                <a:ext cx="8071500" cy="465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8" name="Google Shape;358;p5"/>
              <p:cNvCxnSpPr/>
              <p:nvPr/>
            </p:nvCxnSpPr>
            <p:spPr>
              <a:xfrm rot="10800000" flipH="1">
                <a:off x="1864375" y="918950"/>
                <a:ext cx="7554300" cy="4361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9" name="Google Shape;359;p5"/>
              <p:cNvCxnSpPr/>
              <p:nvPr/>
            </p:nvCxnSpPr>
            <p:spPr>
              <a:xfrm rot="10800000" flipH="1">
                <a:off x="2403950" y="1170550"/>
                <a:ext cx="7067700" cy="408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60" name="Google Shape;360;p5"/>
              <p:cNvCxnSpPr/>
              <p:nvPr/>
            </p:nvCxnSpPr>
            <p:spPr>
              <a:xfrm rot="10800000" flipH="1">
                <a:off x="2718375" y="1495625"/>
                <a:ext cx="6679800" cy="3856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61" name="Google Shape;361;p5"/>
              <p:cNvCxnSpPr/>
              <p:nvPr/>
            </p:nvCxnSpPr>
            <p:spPr>
              <a:xfrm rot="10800000" flipH="1">
                <a:off x="3297700" y="1822900"/>
                <a:ext cx="6023100" cy="3477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62" name="Google Shape;362;p5"/>
              <p:cNvCxnSpPr/>
              <p:nvPr/>
            </p:nvCxnSpPr>
            <p:spPr>
              <a:xfrm rot="10800000" flipH="1">
                <a:off x="3726050" y="2104125"/>
                <a:ext cx="5597100" cy="3231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63" name="Google Shape;363;p5"/>
              <p:cNvCxnSpPr/>
              <p:nvPr/>
            </p:nvCxnSpPr>
            <p:spPr>
              <a:xfrm rot="10800000" flipH="1">
                <a:off x="4244875" y="2361600"/>
                <a:ext cx="5121600" cy="295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64" name="Google Shape;364;p5"/>
              <p:cNvCxnSpPr/>
              <p:nvPr/>
            </p:nvCxnSpPr>
            <p:spPr>
              <a:xfrm rot="10800000" flipH="1">
                <a:off x="4742850" y="2657525"/>
                <a:ext cx="4600200" cy="2655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65" name="Google Shape;365;p5"/>
              <p:cNvCxnSpPr/>
              <p:nvPr/>
            </p:nvCxnSpPr>
            <p:spPr>
              <a:xfrm rot="10800000" flipH="1">
                <a:off x="5210850" y="2937150"/>
                <a:ext cx="4137300" cy="2388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66" name="Google Shape;366;p5"/>
              <p:cNvCxnSpPr/>
              <p:nvPr/>
            </p:nvCxnSpPr>
            <p:spPr>
              <a:xfrm rot="10800000" flipH="1">
                <a:off x="5725550" y="3223700"/>
                <a:ext cx="3615300" cy="208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67" name="Google Shape;367;p5"/>
              <p:cNvCxnSpPr/>
              <p:nvPr/>
            </p:nvCxnSpPr>
            <p:spPr>
              <a:xfrm rot="10800000" flipH="1">
                <a:off x="6217950" y="3515950"/>
                <a:ext cx="3106500" cy="1793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68" name="Google Shape;368;p5"/>
              <p:cNvCxnSpPr/>
              <p:nvPr/>
            </p:nvCxnSpPr>
            <p:spPr>
              <a:xfrm rot="10800000" flipH="1">
                <a:off x="6716500" y="3797450"/>
                <a:ext cx="2609700" cy="1506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69" name="Google Shape;369;p5"/>
              <p:cNvCxnSpPr/>
              <p:nvPr/>
            </p:nvCxnSpPr>
            <p:spPr>
              <a:xfrm rot="10800000" flipH="1">
                <a:off x="7199175" y="4100700"/>
                <a:ext cx="2091000" cy="1207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70" name="Google Shape;370;p5"/>
              <p:cNvCxnSpPr/>
              <p:nvPr/>
            </p:nvCxnSpPr>
            <p:spPr>
              <a:xfrm rot="10800000" flipH="1">
                <a:off x="7718000" y="4338975"/>
                <a:ext cx="1648800" cy="951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71" name="Google Shape;371;p5"/>
              <p:cNvCxnSpPr/>
              <p:nvPr/>
            </p:nvCxnSpPr>
            <p:spPr>
              <a:xfrm rot="10800000" flipH="1">
                <a:off x="8129050" y="4607075"/>
                <a:ext cx="1263000" cy="729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72" name="Google Shape;372;p5"/>
              <p:cNvCxnSpPr/>
              <p:nvPr/>
            </p:nvCxnSpPr>
            <p:spPr>
              <a:xfrm rot="10800000" flipH="1">
                <a:off x="8487200" y="4879525"/>
                <a:ext cx="921600" cy="532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373" name="Google Shape;373;p5"/>
          <p:cNvSpPr txBox="1">
            <a:spLocks noGrp="1"/>
          </p:cNvSpPr>
          <p:nvPr>
            <p:ph type="subTitle" idx="1"/>
          </p:nvPr>
        </p:nvSpPr>
        <p:spPr>
          <a:xfrm>
            <a:off x="1007988" y="2537625"/>
            <a:ext cx="32715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6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374" name="Google Shape;374;p5"/>
          <p:cNvSpPr txBox="1">
            <a:spLocks noGrp="1"/>
          </p:cNvSpPr>
          <p:nvPr>
            <p:ph type="subTitle" idx="2"/>
          </p:nvPr>
        </p:nvSpPr>
        <p:spPr>
          <a:xfrm>
            <a:off x="4864519" y="2537625"/>
            <a:ext cx="32715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6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375" name="Google Shape;375;p5"/>
          <p:cNvSpPr txBox="1">
            <a:spLocks noGrp="1"/>
          </p:cNvSpPr>
          <p:nvPr>
            <p:ph type="subTitle" idx="3"/>
          </p:nvPr>
        </p:nvSpPr>
        <p:spPr>
          <a:xfrm>
            <a:off x="1007988" y="3098150"/>
            <a:ext cx="3271500" cy="7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6" name="Google Shape;376;p5"/>
          <p:cNvSpPr txBox="1">
            <a:spLocks noGrp="1"/>
          </p:cNvSpPr>
          <p:nvPr>
            <p:ph type="subTitle" idx="4"/>
          </p:nvPr>
        </p:nvSpPr>
        <p:spPr>
          <a:xfrm>
            <a:off x="4864519" y="3098150"/>
            <a:ext cx="3271500" cy="7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7" name="Google Shape;377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378" name="Google Shape;378;p5"/>
          <p:cNvGrpSpPr/>
          <p:nvPr/>
        </p:nvGrpSpPr>
        <p:grpSpPr>
          <a:xfrm>
            <a:off x="315016" y="3811561"/>
            <a:ext cx="593164" cy="1161172"/>
            <a:chOff x="4921825" y="870250"/>
            <a:chExt cx="407925" cy="798550"/>
          </a:xfrm>
        </p:grpSpPr>
        <p:sp>
          <p:nvSpPr>
            <p:cNvPr id="379" name="Google Shape;379;p5"/>
            <p:cNvSpPr/>
            <p:nvPr/>
          </p:nvSpPr>
          <p:spPr>
            <a:xfrm>
              <a:off x="4921825" y="109267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0"/>
                  </a:moveTo>
                  <a:cubicBezTo>
                    <a:pt x="569" y="0"/>
                    <a:pt x="509" y="18"/>
                    <a:pt x="452" y="54"/>
                  </a:cubicBezTo>
                  <a:cubicBezTo>
                    <a:pt x="201" y="179"/>
                    <a:pt x="0" y="530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2" y="1031"/>
                  </a:cubicBezTo>
                  <a:cubicBezTo>
                    <a:pt x="702" y="906"/>
                    <a:pt x="878" y="580"/>
                    <a:pt x="878" y="304"/>
                  </a:cubicBezTo>
                  <a:cubicBezTo>
                    <a:pt x="878" y="108"/>
                    <a:pt x="763" y="0"/>
                    <a:pt x="6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5"/>
            <p:cNvSpPr/>
            <p:nvPr/>
          </p:nvSpPr>
          <p:spPr>
            <a:xfrm>
              <a:off x="5018325" y="1037425"/>
              <a:ext cx="21950" cy="26725"/>
            </a:xfrm>
            <a:custGeom>
              <a:avLst/>
              <a:gdLst/>
              <a:ahLst/>
              <a:cxnLst/>
              <a:rect l="l" t="t" r="r" b="b"/>
              <a:pathLst>
                <a:path w="878" h="1069" extrusionOk="0">
                  <a:moveTo>
                    <a:pt x="627" y="0"/>
                  </a:moveTo>
                  <a:cubicBezTo>
                    <a:pt x="564" y="0"/>
                    <a:pt x="495" y="20"/>
                    <a:pt x="426" y="58"/>
                  </a:cubicBezTo>
                  <a:cubicBezTo>
                    <a:pt x="175" y="209"/>
                    <a:pt x="0" y="509"/>
                    <a:pt x="0" y="760"/>
                  </a:cubicBezTo>
                  <a:cubicBezTo>
                    <a:pt x="0" y="969"/>
                    <a:pt x="96" y="1069"/>
                    <a:pt x="231" y="1069"/>
                  </a:cubicBezTo>
                  <a:cubicBezTo>
                    <a:pt x="290" y="1069"/>
                    <a:pt x="357" y="1049"/>
                    <a:pt x="426" y="1011"/>
                  </a:cubicBezTo>
                  <a:cubicBezTo>
                    <a:pt x="677" y="885"/>
                    <a:pt x="877" y="585"/>
                    <a:pt x="877" y="309"/>
                  </a:cubicBezTo>
                  <a:cubicBezTo>
                    <a:pt x="877" y="100"/>
                    <a:pt x="769" y="0"/>
                    <a:pt x="6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5"/>
            <p:cNvSpPr/>
            <p:nvPr/>
          </p:nvSpPr>
          <p:spPr>
            <a:xfrm>
              <a:off x="5114800" y="981775"/>
              <a:ext cx="21325" cy="26900"/>
            </a:xfrm>
            <a:custGeom>
              <a:avLst/>
              <a:gdLst/>
              <a:ahLst/>
              <a:cxnLst/>
              <a:rect l="l" t="t" r="r" b="b"/>
              <a:pathLst>
                <a:path w="853" h="1076" extrusionOk="0">
                  <a:moveTo>
                    <a:pt x="611" y="0"/>
                  </a:moveTo>
                  <a:cubicBezTo>
                    <a:pt x="554" y="0"/>
                    <a:pt x="491" y="18"/>
                    <a:pt x="427" y="54"/>
                  </a:cubicBezTo>
                  <a:cubicBezTo>
                    <a:pt x="176" y="204"/>
                    <a:pt x="1" y="530"/>
                    <a:pt x="1" y="780"/>
                  </a:cubicBezTo>
                  <a:cubicBezTo>
                    <a:pt x="1" y="969"/>
                    <a:pt x="95" y="1076"/>
                    <a:pt x="227" y="1076"/>
                  </a:cubicBezTo>
                  <a:cubicBezTo>
                    <a:pt x="287" y="1076"/>
                    <a:pt x="356" y="1053"/>
                    <a:pt x="427" y="1006"/>
                  </a:cubicBezTo>
                  <a:cubicBezTo>
                    <a:pt x="677" y="906"/>
                    <a:pt x="853" y="580"/>
                    <a:pt x="853" y="304"/>
                  </a:cubicBezTo>
                  <a:cubicBezTo>
                    <a:pt x="853" y="108"/>
                    <a:pt x="751" y="0"/>
                    <a:pt x="6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5"/>
            <p:cNvSpPr/>
            <p:nvPr/>
          </p:nvSpPr>
          <p:spPr>
            <a:xfrm>
              <a:off x="5210050" y="92600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1"/>
                  </a:moveTo>
                  <a:cubicBezTo>
                    <a:pt x="568" y="1"/>
                    <a:pt x="509" y="18"/>
                    <a:pt x="451" y="54"/>
                  </a:cubicBezTo>
                  <a:cubicBezTo>
                    <a:pt x="226" y="204"/>
                    <a:pt x="0" y="505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1" y="1032"/>
                  </a:cubicBezTo>
                  <a:cubicBezTo>
                    <a:pt x="677" y="906"/>
                    <a:pt x="877" y="580"/>
                    <a:pt x="877" y="305"/>
                  </a:cubicBezTo>
                  <a:cubicBezTo>
                    <a:pt x="877" y="108"/>
                    <a:pt x="763" y="1"/>
                    <a:pt x="6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5"/>
            <p:cNvSpPr/>
            <p:nvPr/>
          </p:nvSpPr>
          <p:spPr>
            <a:xfrm>
              <a:off x="5306525" y="870250"/>
              <a:ext cx="21975" cy="27125"/>
            </a:xfrm>
            <a:custGeom>
              <a:avLst/>
              <a:gdLst/>
              <a:ahLst/>
              <a:cxnLst/>
              <a:rect l="l" t="t" r="r" b="b"/>
              <a:pathLst>
                <a:path w="879" h="1085" extrusionOk="0">
                  <a:moveTo>
                    <a:pt x="616" y="0"/>
                  </a:moveTo>
                  <a:cubicBezTo>
                    <a:pt x="556" y="0"/>
                    <a:pt x="492" y="18"/>
                    <a:pt x="427" y="53"/>
                  </a:cubicBezTo>
                  <a:cubicBezTo>
                    <a:pt x="226" y="229"/>
                    <a:pt x="1" y="505"/>
                    <a:pt x="1" y="780"/>
                  </a:cubicBezTo>
                  <a:cubicBezTo>
                    <a:pt x="1" y="977"/>
                    <a:pt x="103" y="1084"/>
                    <a:pt x="243" y="1084"/>
                  </a:cubicBezTo>
                  <a:cubicBezTo>
                    <a:pt x="300" y="1084"/>
                    <a:pt x="362" y="1067"/>
                    <a:pt x="427" y="1031"/>
                  </a:cubicBezTo>
                  <a:cubicBezTo>
                    <a:pt x="678" y="906"/>
                    <a:pt x="878" y="605"/>
                    <a:pt x="878" y="304"/>
                  </a:cubicBezTo>
                  <a:cubicBezTo>
                    <a:pt x="878" y="108"/>
                    <a:pt x="763" y="0"/>
                    <a:pt x="6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5"/>
            <p:cNvSpPr/>
            <p:nvPr/>
          </p:nvSpPr>
          <p:spPr>
            <a:xfrm>
              <a:off x="4921825" y="1203450"/>
              <a:ext cx="21950" cy="26750"/>
            </a:xfrm>
            <a:custGeom>
              <a:avLst/>
              <a:gdLst/>
              <a:ahLst/>
              <a:cxnLst/>
              <a:rect l="l" t="t" r="r" b="b"/>
              <a:pathLst>
                <a:path w="878" h="1070" extrusionOk="0">
                  <a:moveTo>
                    <a:pt x="636" y="1"/>
                  </a:moveTo>
                  <a:cubicBezTo>
                    <a:pt x="577" y="1"/>
                    <a:pt x="513" y="20"/>
                    <a:pt x="452" y="59"/>
                  </a:cubicBezTo>
                  <a:cubicBezTo>
                    <a:pt x="226" y="209"/>
                    <a:pt x="25" y="510"/>
                    <a:pt x="0" y="761"/>
                  </a:cubicBezTo>
                  <a:cubicBezTo>
                    <a:pt x="0" y="969"/>
                    <a:pt x="109" y="1069"/>
                    <a:pt x="251" y="1069"/>
                  </a:cubicBezTo>
                  <a:cubicBezTo>
                    <a:pt x="313" y="1069"/>
                    <a:pt x="382" y="1050"/>
                    <a:pt x="452" y="1011"/>
                  </a:cubicBezTo>
                  <a:cubicBezTo>
                    <a:pt x="702" y="886"/>
                    <a:pt x="878" y="585"/>
                    <a:pt x="878" y="310"/>
                  </a:cubicBezTo>
                  <a:cubicBezTo>
                    <a:pt x="878" y="101"/>
                    <a:pt x="769" y="1"/>
                    <a:pt x="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5"/>
            <p:cNvSpPr/>
            <p:nvPr/>
          </p:nvSpPr>
          <p:spPr>
            <a:xfrm>
              <a:off x="4922450" y="131385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35" y="1"/>
                  </a:moveTo>
                  <a:cubicBezTo>
                    <a:pt x="579" y="1"/>
                    <a:pt x="516" y="18"/>
                    <a:pt x="452" y="54"/>
                  </a:cubicBezTo>
                  <a:cubicBezTo>
                    <a:pt x="201" y="204"/>
                    <a:pt x="0" y="530"/>
                    <a:pt x="0" y="781"/>
                  </a:cubicBezTo>
                  <a:cubicBezTo>
                    <a:pt x="0" y="977"/>
                    <a:pt x="102" y="1085"/>
                    <a:pt x="252" y="1085"/>
                  </a:cubicBezTo>
                  <a:cubicBezTo>
                    <a:pt x="312" y="1085"/>
                    <a:pt x="380" y="1067"/>
                    <a:pt x="452" y="1031"/>
                  </a:cubicBezTo>
                  <a:cubicBezTo>
                    <a:pt x="702" y="906"/>
                    <a:pt x="878" y="580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5"/>
            <p:cNvSpPr/>
            <p:nvPr/>
          </p:nvSpPr>
          <p:spPr>
            <a:xfrm>
              <a:off x="4922450" y="142475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35" y="1"/>
                  </a:moveTo>
                  <a:cubicBezTo>
                    <a:pt x="579" y="1"/>
                    <a:pt x="516" y="18"/>
                    <a:pt x="452" y="54"/>
                  </a:cubicBezTo>
                  <a:cubicBezTo>
                    <a:pt x="226" y="179"/>
                    <a:pt x="51" y="505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2" y="1032"/>
                  </a:cubicBezTo>
                  <a:cubicBezTo>
                    <a:pt x="702" y="906"/>
                    <a:pt x="878" y="605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5"/>
            <p:cNvSpPr/>
            <p:nvPr/>
          </p:nvSpPr>
          <p:spPr>
            <a:xfrm>
              <a:off x="4923700" y="1535550"/>
              <a:ext cx="21325" cy="26725"/>
            </a:xfrm>
            <a:custGeom>
              <a:avLst/>
              <a:gdLst/>
              <a:ahLst/>
              <a:cxnLst/>
              <a:rect l="l" t="t" r="r" b="b"/>
              <a:pathLst>
                <a:path w="853" h="1069" extrusionOk="0">
                  <a:moveTo>
                    <a:pt x="622" y="0"/>
                  </a:moveTo>
                  <a:cubicBezTo>
                    <a:pt x="563" y="0"/>
                    <a:pt x="496" y="20"/>
                    <a:pt x="427" y="58"/>
                  </a:cubicBezTo>
                  <a:cubicBezTo>
                    <a:pt x="176" y="183"/>
                    <a:pt x="1" y="484"/>
                    <a:pt x="1" y="760"/>
                  </a:cubicBezTo>
                  <a:cubicBezTo>
                    <a:pt x="1" y="968"/>
                    <a:pt x="97" y="1069"/>
                    <a:pt x="231" y="1069"/>
                  </a:cubicBezTo>
                  <a:cubicBezTo>
                    <a:pt x="291" y="1069"/>
                    <a:pt x="357" y="1049"/>
                    <a:pt x="427" y="1011"/>
                  </a:cubicBezTo>
                  <a:cubicBezTo>
                    <a:pt x="677" y="885"/>
                    <a:pt x="853" y="584"/>
                    <a:pt x="853" y="309"/>
                  </a:cubicBezTo>
                  <a:cubicBezTo>
                    <a:pt x="853" y="100"/>
                    <a:pt x="756" y="0"/>
                    <a:pt x="6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5"/>
            <p:cNvSpPr/>
            <p:nvPr/>
          </p:nvSpPr>
          <p:spPr>
            <a:xfrm>
              <a:off x="5018325" y="1147800"/>
              <a:ext cx="21950" cy="27150"/>
            </a:xfrm>
            <a:custGeom>
              <a:avLst/>
              <a:gdLst/>
              <a:ahLst/>
              <a:cxnLst/>
              <a:rect l="l" t="t" r="r" b="b"/>
              <a:pathLst>
                <a:path w="878" h="1086" extrusionOk="0">
                  <a:moveTo>
                    <a:pt x="615" y="1"/>
                  </a:moveTo>
                  <a:cubicBezTo>
                    <a:pt x="556" y="1"/>
                    <a:pt x="491" y="18"/>
                    <a:pt x="426" y="54"/>
                  </a:cubicBezTo>
                  <a:cubicBezTo>
                    <a:pt x="201" y="205"/>
                    <a:pt x="0" y="480"/>
                    <a:pt x="0" y="781"/>
                  </a:cubicBezTo>
                  <a:cubicBezTo>
                    <a:pt x="0" y="978"/>
                    <a:pt x="102" y="1085"/>
                    <a:pt x="242" y="1085"/>
                  </a:cubicBezTo>
                  <a:cubicBezTo>
                    <a:pt x="299" y="1085"/>
                    <a:pt x="361" y="1068"/>
                    <a:pt x="426" y="1032"/>
                  </a:cubicBezTo>
                  <a:cubicBezTo>
                    <a:pt x="677" y="906"/>
                    <a:pt x="877" y="581"/>
                    <a:pt x="877" y="305"/>
                  </a:cubicBezTo>
                  <a:cubicBezTo>
                    <a:pt x="877" y="108"/>
                    <a:pt x="763" y="1"/>
                    <a:pt x="6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5"/>
            <p:cNvSpPr/>
            <p:nvPr/>
          </p:nvSpPr>
          <p:spPr>
            <a:xfrm>
              <a:off x="5114800" y="1092050"/>
              <a:ext cx="21325" cy="27125"/>
            </a:xfrm>
            <a:custGeom>
              <a:avLst/>
              <a:gdLst/>
              <a:ahLst/>
              <a:cxnLst/>
              <a:rect l="l" t="t" r="r" b="b"/>
              <a:pathLst>
                <a:path w="853" h="1085" extrusionOk="0">
                  <a:moveTo>
                    <a:pt x="611" y="0"/>
                  </a:moveTo>
                  <a:cubicBezTo>
                    <a:pt x="554" y="0"/>
                    <a:pt x="491" y="18"/>
                    <a:pt x="427" y="54"/>
                  </a:cubicBezTo>
                  <a:cubicBezTo>
                    <a:pt x="201" y="204"/>
                    <a:pt x="1" y="530"/>
                    <a:pt x="1" y="781"/>
                  </a:cubicBezTo>
                  <a:cubicBezTo>
                    <a:pt x="1" y="977"/>
                    <a:pt x="103" y="1085"/>
                    <a:pt x="243" y="1085"/>
                  </a:cubicBezTo>
                  <a:cubicBezTo>
                    <a:pt x="299" y="1085"/>
                    <a:pt x="362" y="1067"/>
                    <a:pt x="427" y="1031"/>
                  </a:cubicBezTo>
                  <a:cubicBezTo>
                    <a:pt x="677" y="906"/>
                    <a:pt x="853" y="580"/>
                    <a:pt x="853" y="304"/>
                  </a:cubicBezTo>
                  <a:cubicBezTo>
                    <a:pt x="853" y="108"/>
                    <a:pt x="751" y="0"/>
                    <a:pt x="6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5"/>
            <p:cNvSpPr/>
            <p:nvPr/>
          </p:nvSpPr>
          <p:spPr>
            <a:xfrm>
              <a:off x="5210675" y="103627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35" y="1"/>
                  </a:moveTo>
                  <a:cubicBezTo>
                    <a:pt x="579" y="1"/>
                    <a:pt x="516" y="18"/>
                    <a:pt x="451" y="54"/>
                  </a:cubicBezTo>
                  <a:cubicBezTo>
                    <a:pt x="201" y="230"/>
                    <a:pt x="0" y="530"/>
                    <a:pt x="0" y="781"/>
                  </a:cubicBezTo>
                  <a:cubicBezTo>
                    <a:pt x="0" y="978"/>
                    <a:pt x="115" y="1085"/>
                    <a:pt x="263" y="1085"/>
                  </a:cubicBezTo>
                  <a:cubicBezTo>
                    <a:pt x="322" y="1085"/>
                    <a:pt x="387" y="1068"/>
                    <a:pt x="451" y="1032"/>
                  </a:cubicBezTo>
                  <a:cubicBezTo>
                    <a:pt x="702" y="906"/>
                    <a:pt x="878" y="580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5"/>
            <p:cNvSpPr/>
            <p:nvPr/>
          </p:nvSpPr>
          <p:spPr>
            <a:xfrm>
              <a:off x="5307150" y="981775"/>
              <a:ext cx="21975" cy="26900"/>
            </a:xfrm>
            <a:custGeom>
              <a:avLst/>
              <a:gdLst/>
              <a:ahLst/>
              <a:cxnLst/>
              <a:rect l="l" t="t" r="r" b="b"/>
              <a:pathLst>
                <a:path w="879" h="1076" extrusionOk="0">
                  <a:moveTo>
                    <a:pt x="625" y="0"/>
                  </a:moveTo>
                  <a:cubicBezTo>
                    <a:pt x="569" y="0"/>
                    <a:pt x="510" y="18"/>
                    <a:pt x="452" y="54"/>
                  </a:cubicBezTo>
                  <a:cubicBezTo>
                    <a:pt x="201" y="179"/>
                    <a:pt x="1" y="480"/>
                    <a:pt x="1" y="780"/>
                  </a:cubicBezTo>
                  <a:cubicBezTo>
                    <a:pt x="1" y="969"/>
                    <a:pt x="107" y="1076"/>
                    <a:pt x="246" y="1076"/>
                  </a:cubicBezTo>
                  <a:cubicBezTo>
                    <a:pt x="310" y="1076"/>
                    <a:pt x="381" y="1053"/>
                    <a:pt x="452" y="1006"/>
                  </a:cubicBezTo>
                  <a:cubicBezTo>
                    <a:pt x="678" y="906"/>
                    <a:pt x="878" y="580"/>
                    <a:pt x="878" y="304"/>
                  </a:cubicBezTo>
                  <a:cubicBezTo>
                    <a:pt x="878" y="108"/>
                    <a:pt x="763" y="0"/>
                    <a:pt x="6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5"/>
            <p:cNvSpPr/>
            <p:nvPr/>
          </p:nvSpPr>
          <p:spPr>
            <a:xfrm>
              <a:off x="5018950" y="125810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0"/>
                  </a:moveTo>
                  <a:cubicBezTo>
                    <a:pt x="568" y="0"/>
                    <a:pt x="509" y="17"/>
                    <a:pt x="451" y="53"/>
                  </a:cubicBezTo>
                  <a:cubicBezTo>
                    <a:pt x="176" y="204"/>
                    <a:pt x="0" y="504"/>
                    <a:pt x="0" y="780"/>
                  </a:cubicBezTo>
                  <a:cubicBezTo>
                    <a:pt x="0" y="977"/>
                    <a:pt x="115" y="1084"/>
                    <a:pt x="262" y="1084"/>
                  </a:cubicBezTo>
                  <a:cubicBezTo>
                    <a:pt x="322" y="1084"/>
                    <a:pt x="387" y="1067"/>
                    <a:pt x="451" y="1031"/>
                  </a:cubicBezTo>
                  <a:cubicBezTo>
                    <a:pt x="702" y="905"/>
                    <a:pt x="877" y="580"/>
                    <a:pt x="877" y="304"/>
                  </a:cubicBezTo>
                  <a:cubicBezTo>
                    <a:pt x="877" y="107"/>
                    <a:pt x="763" y="0"/>
                    <a:pt x="6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5"/>
            <p:cNvSpPr/>
            <p:nvPr/>
          </p:nvSpPr>
          <p:spPr>
            <a:xfrm>
              <a:off x="5018950" y="1369225"/>
              <a:ext cx="21950" cy="27000"/>
            </a:xfrm>
            <a:custGeom>
              <a:avLst/>
              <a:gdLst/>
              <a:ahLst/>
              <a:cxnLst/>
              <a:rect l="l" t="t" r="r" b="b"/>
              <a:pathLst>
                <a:path w="878" h="1080" extrusionOk="0">
                  <a:moveTo>
                    <a:pt x="637" y="0"/>
                  </a:moveTo>
                  <a:cubicBezTo>
                    <a:pt x="578" y="0"/>
                    <a:pt x="513" y="23"/>
                    <a:pt x="451" y="70"/>
                  </a:cubicBezTo>
                  <a:cubicBezTo>
                    <a:pt x="176" y="195"/>
                    <a:pt x="0" y="496"/>
                    <a:pt x="0" y="771"/>
                  </a:cubicBezTo>
                  <a:cubicBezTo>
                    <a:pt x="0" y="980"/>
                    <a:pt x="109" y="1080"/>
                    <a:pt x="250" y="1080"/>
                  </a:cubicBezTo>
                  <a:cubicBezTo>
                    <a:pt x="313" y="1080"/>
                    <a:pt x="382" y="1060"/>
                    <a:pt x="451" y="1022"/>
                  </a:cubicBezTo>
                  <a:cubicBezTo>
                    <a:pt x="702" y="897"/>
                    <a:pt x="877" y="596"/>
                    <a:pt x="877" y="320"/>
                  </a:cubicBezTo>
                  <a:cubicBezTo>
                    <a:pt x="877" y="113"/>
                    <a:pt x="770" y="0"/>
                    <a:pt x="6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5"/>
            <p:cNvSpPr/>
            <p:nvPr/>
          </p:nvSpPr>
          <p:spPr>
            <a:xfrm>
              <a:off x="5018950" y="147990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0"/>
                  </a:moveTo>
                  <a:cubicBezTo>
                    <a:pt x="568" y="0"/>
                    <a:pt x="509" y="18"/>
                    <a:pt x="451" y="54"/>
                  </a:cubicBezTo>
                  <a:cubicBezTo>
                    <a:pt x="226" y="179"/>
                    <a:pt x="25" y="505"/>
                    <a:pt x="0" y="780"/>
                  </a:cubicBezTo>
                  <a:cubicBezTo>
                    <a:pt x="0" y="977"/>
                    <a:pt x="102" y="1084"/>
                    <a:pt x="251" y="1084"/>
                  </a:cubicBezTo>
                  <a:cubicBezTo>
                    <a:pt x="312" y="1084"/>
                    <a:pt x="379" y="1067"/>
                    <a:pt x="451" y="1031"/>
                  </a:cubicBezTo>
                  <a:cubicBezTo>
                    <a:pt x="702" y="906"/>
                    <a:pt x="877" y="580"/>
                    <a:pt x="877" y="304"/>
                  </a:cubicBezTo>
                  <a:cubicBezTo>
                    <a:pt x="877" y="108"/>
                    <a:pt x="763" y="0"/>
                    <a:pt x="6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5"/>
            <p:cNvSpPr/>
            <p:nvPr/>
          </p:nvSpPr>
          <p:spPr>
            <a:xfrm>
              <a:off x="5114800" y="1203450"/>
              <a:ext cx="21325" cy="26750"/>
            </a:xfrm>
            <a:custGeom>
              <a:avLst/>
              <a:gdLst/>
              <a:ahLst/>
              <a:cxnLst/>
              <a:rect l="l" t="t" r="r" b="b"/>
              <a:pathLst>
                <a:path w="853" h="1070" extrusionOk="0">
                  <a:moveTo>
                    <a:pt x="622" y="1"/>
                  </a:moveTo>
                  <a:cubicBezTo>
                    <a:pt x="563" y="1"/>
                    <a:pt x="496" y="20"/>
                    <a:pt x="427" y="59"/>
                  </a:cubicBezTo>
                  <a:cubicBezTo>
                    <a:pt x="201" y="184"/>
                    <a:pt x="26" y="485"/>
                    <a:pt x="1" y="761"/>
                  </a:cubicBezTo>
                  <a:cubicBezTo>
                    <a:pt x="1" y="969"/>
                    <a:pt x="85" y="1069"/>
                    <a:pt x="220" y="1069"/>
                  </a:cubicBezTo>
                  <a:cubicBezTo>
                    <a:pt x="280" y="1069"/>
                    <a:pt x="350" y="1050"/>
                    <a:pt x="427" y="1011"/>
                  </a:cubicBezTo>
                  <a:cubicBezTo>
                    <a:pt x="677" y="886"/>
                    <a:pt x="853" y="585"/>
                    <a:pt x="853" y="310"/>
                  </a:cubicBezTo>
                  <a:cubicBezTo>
                    <a:pt x="853" y="101"/>
                    <a:pt x="756" y="1"/>
                    <a:pt x="6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5"/>
            <p:cNvSpPr/>
            <p:nvPr/>
          </p:nvSpPr>
          <p:spPr>
            <a:xfrm>
              <a:off x="5210675" y="1147800"/>
              <a:ext cx="21950" cy="27150"/>
            </a:xfrm>
            <a:custGeom>
              <a:avLst/>
              <a:gdLst/>
              <a:ahLst/>
              <a:cxnLst/>
              <a:rect l="l" t="t" r="r" b="b"/>
              <a:pathLst>
                <a:path w="878" h="1086" extrusionOk="0">
                  <a:moveTo>
                    <a:pt x="635" y="1"/>
                  </a:moveTo>
                  <a:cubicBezTo>
                    <a:pt x="579" y="1"/>
                    <a:pt x="516" y="18"/>
                    <a:pt x="451" y="54"/>
                  </a:cubicBezTo>
                  <a:cubicBezTo>
                    <a:pt x="226" y="180"/>
                    <a:pt x="0" y="480"/>
                    <a:pt x="0" y="781"/>
                  </a:cubicBezTo>
                  <a:cubicBezTo>
                    <a:pt x="0" y="978"/>
                    <a:pt x="115" y="1085"/>
                    <a:pt x="263" y="1085"/>
                  </a:cubicBezTo>
                  <a:cubicBezTo>
                    <a:pt x="322" y="1085"/>
                    <a:pt x="387" y="1068"/>
                    <a:pt x="451" y="1032"/>
                  </a:cubicBezTo>
                  <a:cubicBezTo>
                    <a:pt x="702" y="906"/>
                    <a:pt x="878" y="581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5"/>
            <p:cNvSpPr/>
            <p:nvPr/>
          </p:nvSpPr>
          <p:spPr>
            <a:xfrm>
              <a:off x="5307150" y="1092050"/>
              <a:ext cx="21975" cy="27125"/>
            </a:xfrm>
            <a:custGeom>
              <a:avLst/>
              <a:gdLst/>
              <a:ahLst/>
              <a:cxnLst/>
              <a:rect l="l" t="t" r="r" b="b"/>
              <a:pathLst>
                <a:path w="879" h="1085" extrusionOk="0">
                  <a:moveTo>
                    <a:pt x="625" y="0"/>
                  </a:moveTo>
                  <a:cubicBezTo>
                    <a:pt x="569" y="0"/>
                    <a:pt x="510" y="18"/>
                    <a:pt x="452" y="54"/>
                  </a:cubicBezTo>
                  <a:cubicBezTo>
                    <a:pt x="227" y="179"/>
                    <a:pt x="26" y="530"/>
                    <a:pt x="1" y="781"/>
                  </a:cubicBezTo>
                  <a:cubicBezTo>
                    <a:pt x="1" y="977"/>
                    <a:pt x="116" y="1085"/>
                    <a:pt x="263" y="1085"/>
                  </a:cubicBezTo>
                  <a:cubicBezTo>
                    <a:pt x="323" y="1085"/>
                    <a:pt x="387" y="1067"/>
                    <a:pt x="452" y="1031"/>
                  </a:cubicBezTo>
                  <a:cubicBezTo>
                    <a:pt x="678" y="906"/>
                    <a:pt x="878" y="580"/>
                    <a:pt x="878" y="304"/>
                  </a:cubicBezTo>
                  <a:cubicBezTo>
                    <a:pt x="878" y="108"/>
                    <a:pt x="763" y="0"/>
                    <a:pt x="6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5"/>
            <p:cNvSpPr/>
            <p:nvPr/>
          </p:nvSpPr>
          <p:spPr>
            <a:xfrm>
              <a:off x="5115425" y="131385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16" y="1"/>
                  </a:moveTo>
                  <a:cubicBezTo>
                    <a:pt x="556" y="1"/>
                    <a:pt x="492" y="18"/>
                    <a:pt x="427" y="54"/>
                  </a:cubicBezTo>
                  <a:cubicBezTo>
                    <a:pt x="176" y="179"/>
                    <a:pt x="1" y="480"/>
                    <a:pt x="1" y="781"/>
                  </a:cubicBezTo>
                  <a:cubicBezTo>
                    <a:pt x="1" y="977"/>
                    <a:pt x="90" y="1085"/>
                    <a:pt x="232" y="1085"/>
                  </a:cubicBezTo>
                  <a:cubicBezTo>
                    <a:pt x="289" y="1085"/>
                    <a:pt x="355" y="1067"/>
                    <a:pt x="427" y="1031"/>
                  </a:cubicBezTo>
                  <a:cubicBezTo>
                    <a:pt x="677" y="906"/>
                    <a:pt x="878" y="580"/>
                    <a:pt x="878" y="305"/>
                  </a:cubicBezTo>
                  <a:cubicBezTo>
                    <a:pt x="878" y="108"/>
                    <a:pt x="763" y="1"/>
                    <a:pt x="6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5"/>
            <p:cNvSpPr/>
            <p:nvPr/>
          </p:nvSpPr>
          <p:spPr>
            <a:xfrm>
              <a:off x="5115425" y="142412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16" y="1"/>
                  </a:moveTo>
                  <a:cubicBezTo>
                    <a:pt x="556" y="1"/>
                    <a:pt x="492" y="18"/>
                    <a:pt x="427" y="54"/>
                  </a:cubicBezTo>
                  <a:cubicBezTo>
                    <a:pt x="226" y="179"/>
                    <a:pt x="26" y="530"/>
                    <a:pt x="1" y="781"/>
                  </a:cubicBezTo>
                  <a:cubicBezTo>
                    <a:pt x="1" y="977"/>
                    <a:pt x="90" y="1085"/>
                    <a:pt x="232" y="1085"/>
                  </a:cubicBezTo>
                  <a:cubicBezTo>
                    <a:pt x="289" y="1085"/>
                    <a:pt x="355" y="1067"/>
                    <a:pt x="427" y="1031"/>
                  </a:cubicBezTo>
                  <a:cubicBezTo>
                    <a:pt x="677" y="906"/>
                    <a:pt x="878" y="580"/>
                    <a:pt x="878" y="305"/>
                  </a:cubicBezTo>
                  <a:cubicBezTo>
                    <a:pt x="878" y="108"/>
                    <a:pt x="763" y="1"/>
                    <a:pt x="6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5"/>
            <p:cNvSpPr/>
            <p:nvPr/>
          </p:nvSpPr>
          <p:spPr>
            <a:xfrm>
              <a:off x="5211300" y="1258100"/>
              <a:ext cx="22575" cy="27125"/>
            </a:xfrm>
            <a:custGeom>
              <a:avLst/>
              <a:gdLst/>
              <a:ahLst/>
              <a:cxnLst/>
              <a:rect l="l" t="t" r="r" b="b"/>
              <a:pathLst>
                <a:path w="903" h="1085" extrusionOk="0">
                  <a:moveTo>
                    <a:pt x="640" y="0"/>
                  </a:moveTo>
                  <a:cubicBezTo>
                    <a:pt x="581" y="0"/>
                    <a:pt x="516" y="17"/>
                    <a:pt x="452" y="53"/>
                  </a:cubicBezTo>
                  <a:cubicBezTo>
                    <a:pt x="201" y="179"/>
                    <a:pt x="0" y="530"/>
                    <a:pt x="25" y="780"/>
                  </a:cubicBezTo>
                  <a:cubicBezTo>
                    <a:pt x="25" y="977"/>
                    <a:pt x="115" y="1084"/>
                    <a:pt x="257" y="1084"/>
                  </a:cubicBezTo>
                  <a:cubicBezTo>
                    <a:pt x="314" y="1084"/>
                    <a:pt x="380" y="1067"/>
                    <a:pt x="452" y="1031"/>
                  </a:cubicBezTo>
                  <a:cubicBezTo>
                    <a:pt x="702" y="905"/>
                    <a:pt x="903" y="580"/>
                    <a:pt x="903" y="304"/>
                  </a:cubicBezTo>
                  <a:cubicBezTo>
                    <a:pt x="903" y="107"/>
                    <a:pt x="788" y="0"/>
                    <a:pt x="6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5"/>
            <p:cNvSpPr/>
            <p:nvPr/>
          </p:nvSpPr>
          <p:spPr>
            <a:xfrm>
              <a:off x="5307150" y="1202325"/>
              <a:ext cx="21975" cy="27125"/>
            </a:xfrm>
            <a:custGeom>
              <a:avLst/>
              <a:gdLst/>
              <a:ahLst/>
              <a:cxnLst/>
              <a:rect l="l" t="t" r="r" b="b"/>
              <a:pathLst>
                <a:path w="879" h="1085" extrusionOk="0">
                  <a:moveTo>
                    <a:pt x="625" y="0"/>
                  </a:moveTo>
                  <a:cubicBezTo>
                    <a:pt x="569" y="0"/>
                    <a:pt x="510" y="18"/>
                    <a:pt x="452" y="54"/>
                  </a:cubicBezTo>
                  <a:cubicBezTo>
                    <a:pt x="227" y="179"/>
                    <a:pt x="26" y="530"/>
                    <a:pt x="1" y="781"/>
                  </a:cubicBezTo>
                  <a:cubicBezTo>
                    <a:pt x="1" y="977"/>
                    <a:pt x="116" y="1085"/>
                    <a:pt x="263" y="1085"/>
                  </a:cubicBezTo>
                  <a:cubicBezTo>
                    <a:pt x="323" y="1085"/>
                    <a:pt x="387" y="1067"/>
                    <a:pt x="452" y="1031"/>
                  </a:cubicBezTo>
                  <a:cubicBezTo>
                    <a:pt x="678" y="906"/>
                    <a:pt x="878" y="605"/>
                    <a:pt x="878" y="304"/>
                  </a:cubicBezTo>
                  <a:cubicBezTo>
                    <a:pt x="878" y="108"/>
                    <a:pt x="763" y="0"/>
                    <a:pt x="6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5"/>
            <p:cNvSpPr/>
            <p:nvPr/>
          </p:nvSpPr>
          <p:spPr>
            <a:xfrm>
              <a:off x="5307800" y="1313100"/>
              <a:ext cx="21950" cy="26750"/>
            </a:xfrm>
            <a:custGeom>
              <a:avLst/>
              <a:gdLst/>
              <a:ahLst/>
              <a:cxnLst/>
              <a:rect l="l" t="t" r="r" b="b"/>
              <a:pathLst>
                <a:path w="878" h="1070" extrusionOk="0">
                  <a:moveTo>
                    <a:pt x="647" y="1"/>
                  </a:moveTo>
                  <a:cubicBezTo>
                    <a:pt x="587" y="1"/>
                    <a:pt x="520" y="20"/>
                    <a:pt x="451" y="59"/>
                  </a:cubicBezTo>
                  <a:cubicBezTo>
                    <a:pt x="201" y="184"/>
                    <a:pt x="0" y="510"/>
                    <a:pt x="0" y="761"/>
                  </a:cubicBezTo>
                  <a:cubicBezTo>
                    <a:pt x="0" y="969"/>
                    <a:pt x="108" y="1069"/>
                    <a:pt x="250" y="1069"/>
                  </a:cubicBezTo>
                  <a:cubicBezTo>
                    <a:pt x="313" y="1069"/>
                    <a:pt x="382" y="1050"/>
                    <a:pt x="451" y="1011"/>
                  </a:cubicBezTo>
                  <a:cubicBezTo>
                    <a:pt x="702" y="886"/>
                    <a:pt x="877" y="585"/>
                    <a:pt x="877" y="310"/>
                  </a:cubicBezTo>
                  <a:cubicBezTo>
                    <a:pt x="877" y="101"/>
                    <a:pt x="781" y="1"/>
                    <a:pt x="6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5"/>
            <p:cNvSpPr/>
            <p:nvPr/>
          </p:nvSpPr>
          <p:spPr>
            <a:xfrm>
              <a:off x="5211300" y="1368375"/>
              <a:ext cx="22575" cy="27125"/>
            </a:xfrm>
            <a:custGeom>
              <a:avLst/>
              <a:gdLst/>
              <a:ahLst/>
              <a:cxnLst/>
              <a:rect l="l" t="t" r="r" b="b"/>
              <a:pathLst>
                <a:path w="903" h="1085" extrusionOk="0">
                  <a:moveTo>
                    <a:pt x="640" y="0"/>
                  </a:moveTo>
                  <a:cubicBezTo>
                    <a:pt x="581" y="0"/>
                    <a:pt x="516" y="17"/>
                    <a:pt x="452" y="53"/>
                  </a:cubicBezTo>
                  <a:cubicBezTo>
                    <a:pt x="226" y="179"/>
                    <a:pt x="0" y="530"/>
                    <a:pt x="25" y="780"/>
                  </a:cubicBezTo>
                  <a:cubicBezTo>
                    <a:pt x="25" y="977"/>
                    <a:pt x="127" y="1084"/>
                    <a:pt x="268" y="1084"/>
                  </a:cubicBezTo>
                  <a:cubicBezTo>
                    <a:pt x="324" y="1084"/>
                    <a:pt x="387" y="1067"/>
                    <a:pt x="452" y="1031"/>
                  </a:cubicBezTo>
                  <a:cubicBezTo>
                    <a:pt x="702" y="906"/>
                    <a:pt x="903" y="605"/>
                    <a:pt x="903" y="304"/>
                  </a:cubicBezTo>
                  <a:cubicBezTo>
                    <a:pt x="903" y="107"/>
                    <a:pt x="788" y="0"/>
                    <a:pt x="6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5"/>
            <p:cNvSpPr/>
            <p:nvPr/>
          </p:nvSpPr>
          <p:spPr>
            <a:xfrm>
              <a:off x="4921825" y="1642050"/>
              <a:ext cx="21950" cy="26750"/>
            </a:xfrm>
            <a:custGeom>
              <a:avLst/>
              <a:gdLst/>
              <a:ahLst/>
              <a:cxnLst/>
              <a:rect l="l" t="t" r="r" b="b"/>
              <a:pathLst>
                <a:path w="878" h="1070" extrusionOk="0">
                  <a:moveTo>
                    <a:pt x="636" y="1"/>
                  </a:moveTo>
                  <a:cubicBezTo>
                    <a:pt x="577" y="1"/>
                    <a:pt x="513" y="20"/>
                    <a:pt x="452" y="59"/>
                  </a:cubicBezTo>
                  <a:cubicBezTo>
                    <a:pt x="201" y="184"/>
                    <a:pt x="0" y="510"/>
                    <a:pt x="0" y="761"/>
                  </a:cubicBezTo>
                  <a:cubicBezTo>
                    <a:pt x="0" y="969"/>
                    <a:pt x="109" y="1069"/>
                    <a:pt x="251" y="1069"/>
                  </a:cubicBezTo>
                  <a:cubicBezTo>
                    <a:pt x="313" y="1069"/>
                    <a:pt x="382" y="1050"/>
                    <a:pt x="452" y="1011"/>
                  </a:cubicBezTo>
                  <a:cubicBezTo>
                    <a:pt x="702" y="886"/>
                    <a:pt x="878" y="585"/>
                    <a:pt x="878" y="309"/>
                  </a:cubicBezTo>
                  <a:cubicBezTo>
                    <a:pt x="878" y="101"/>
                    <a:pt x="769" y="1"/>
                    <a:pt x="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5"/>
            <p:cNvSpPr/>
            <p:nvPr/>
          </p:nvSpPr>
          <p:spPr>
            <a:xfrm>
              <a:off x="5018325" y="1586400"/>
              <a:ext cx="21950" cy="27150"/>
            </a:xfrm>
            <a:custGeom>
              <a:avLst/>
              <a:gdLst/>
              <a:ahLst/>
              <a:cxnLst/>
              <a:rect l="l" t="t" r="r" b="b"/>
              <a:pathLst>
                <a:path w="878" h="1086" extrusionOk="0">
                  <a:moveTo>
                    <a:pt x="615" y="1"/>
                  </a:moveTo>
                  <a:cubicBezTo>
                    <a:pt x="556" y="1"/>
                    <a:pt x="491" y="18"/>
                    <a:pt x="426" y="54"/>
                  </a:cubicBezTo>
                  <a:cubicBezTo>
                    <a:pt x="175" y="180"/>
                    <a:pt x="0" y="480"/>
                    <a:pt x="0" y="781"/>
                  </a:cubicBezTo>
                  <a:cubicBezTo>
                    <a:pt x="0" y="978"/>
                    <a:pt x="89" y="1085"/>
                    <a:pt x="231" y="1085"/>
                  </a:cubicBezTo>
                  <a:cubicBezTo>
                    <a:pt x="288" y="1085"/>
                    <a:pt x="354" y="1068"/>
                    <a:pt x="426" y="1032"/>
                  </a:cubicBezTo>
                  <a:cubicBezTo>
                    <a:pt x="677" y="906"/>
                    <a:pt x="877" y="581"/>
                    <a:pt x="877" y="305"/>
                  </a:cubicBezTo>
                  <a:cubicBezTo>
                    <a:pt x="877" y="108"/>
                    <a:pt x="763" y="1"/>
                    <a:pt x="6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5"/>
            <p:cNvSpPr/>
            <p:nvPr/>
          </p:nvSpPr>
          <p:spPr>
            <a:xfrm>
              <a:off x="5114800" y="1530650"/>
              <a:ext cx="21325" cy="27125"/>
            </a:xfrm>
            <a:custGeom>
              <a:avLst/>
              <a:gdLst/>
              <a:ahLst/>
              <a:cxnLst/>
              <a:rect l="l" t="t" r="r" b="b"/>
              <a:pathLst>
                <a:path w="853" h="1085" extrusionOk="0">
                  <a:moveTo>
                    <a:pt x="611" y="0"/>
                  </a:moveTo>
                  <a:cubicBezTo>
                    <a:pt x="554" y="0"/>
                    <a:pt x="491" y="18"/>
                    <a:pt x="427" y="54"/>
                  </a:cubicBezTo>
                  <a:cubicBezTo>
                    <a:pt x="176" y="179"/>
                    <a:pt x="1" y="530"/>
                    <a:pt x="1" y="780"/>
                  </a:cubicBezTo>
                  <a:cubicBezTo>
                    <a:pt x="1" y="977"/>
                    <a:pt x="90" y="1084"/>
                    <a:pt x="232" y="1084"/>
                  </a:cubicBezTo>
                  <a:cubicBezTo>
                    <a:pt x="289" y="1084"/>
                    <a:pt x="355" y="1067"/>
                    <a:pt x="427" y="1031"/>
                  </a:cubicBezTo>
                  <a:cubicBezTo>
                    <a:pt x="677" y="906"/>
                    <a:pt x="853" y="580"/>
                    <a:pt x="853" y="304"/>
                  </a:cubicBezTo>
                  <a:cubicBezTo>
                    <a:pt x="853" y="108"/>
                    <a:pt x="751" y="0"/>
                    <a:pt x="6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5"/>
            <p:cNvSpPr/>
            <p:nvPr/>
          </p:nvSpPr>
          <p:spPr>
            <a:xfrm>
              <a:off x="5210050" y="147487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1"/>
                  </a:moveTo>
                  <a:cubicBezTo>
                    <a:pt x="568" y="1"/>
                    <a:pt x="509" y="18"/>
                    <a:pt x="451" y="54"/>
                  </a:cubicBezTo>
                  <a:cubicBezTo>
                    <a:pt x="226" y="179"/>
                    <a:pt x="0" y="505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1" y="1032"/>
                  </a:cubicBezTo>
                  <a:cubicBezTo>
                    <a:pt x="677" y="906"/>
                    <a:pt x="877" y="605"/>
                    <a:pt x="877" y="305"/>
                  </a:cubicBezTo>
                  <a:cubicBezTo>
                    <a:pt x="877" y="108"/>
                    <a:pt x="763" y="1"/>
                    <a:pt x="6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5"/>
            <p:cNvSpPr/>
            <p:nvPr/>
          </p:nvSpPr>
          <p:spPr>
            <a:xfrm>
              <a:off x="5306525" y="1419625"/>
              <a:ext cx="21975" cy="26725"/>
            </a:xfrm>
            <a:custGeom>
              <a:avLst/>
              <a:gdLst/>
              <a:ahLst/>
              <a:cxnLst/>
              <a:rect l="l" t="t" r="r" b="b"/>
              <a:pathLst>
                <a:path w="879" h="1069" extrusionOk="0">
                  <a:moveTo>
                    <a:pt x="628" y="1"/>
                  </a:moveTo>
                  <a:cubicBezTo>
                    <a:pt x="565" y="1"/>
                    <a:pt x="496" y="20"/>
                    <a:pt x="427" y="59"/>
                  </a:cubicBezTo>
                  <a:cubicBezTo>
                    <a:pt x="226" y="184"/>
                    <a:pt x="1" y="485"/>
                    <a:pt x="1" y="760"/>
                  </a:cubicBezTo>
                  <a:cubicBezTo>
                    <a:pt x="1" y="969"/>
                    <a:pt x="97" y="1069"/>
                    <a:pt x="232" y="1069"/>
                  </a:cubicBezTo>
                  <a:cubicBezTo>
                    <a:pt x="291" y="1069"/>
                    <a:pt x="358" y="1049"/>
                    <a:pt x="427" y="1011"/>
                  </a:cubicBezTo>
                  <a:cubicBezTo>
                    <a:pt x="678" y="886"/>
                    <a:pt x="878" y="585"/>
                    <a:pt x="878" y="309"/>
                  </a:cubicBezTo>
                  <a:cubicBezTo>
                    <a:pt x="878" y="101"/>
                    <a:pt x="770" y="1"/>
                    <a:pt x="6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9" name="Google Shape;409;p5"/>
          <p:cNvGrpSpPr/>
          <p:nvPr/>
        </p:nvGrpSpPr>
        <p:grpSpPr>
          <a:xfrm>
            <a:off x="7987641" y="204698"/>
            <a:ext cx="593164" cy="1161172"/>
            <a:chOff x="4921825" y="870250"/>
            <a:chExt cx="407925" cy="798550"/>
          </a:xfrm>
        </p:grpSpPr>
        <p:sp>
          <p:nvSpPr>
            <p:cNvPr id="410" name="Google Shape;410;p5"/>
            <p:cNvSpPr/>
            <p:nvPr/>
          </p:nvSpPr>
          <p:spPr>
            <a:xfrm>
              <a:off x="4921825" y="109267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0"/>
                  </a:moveTo>
                  <a:cubicBezTo>
                    <a:pt x="569" y="0"/>
                    <a:pt x="509" y="18"/>
                    <a:pt x="452" y="54"/>
                  </a:cubicBezTo>
                  <a:cubicBezTo>
                    <a:pt x="201" y="179"/>
                    <a:pt x="0" y="530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2" y="1031"/>
                  </a:cubicBezTo>
                  <a:cubicBezTo>
                    <a:pt x="702" y="906"/>
                    <a:pt x="878" y="580"/>
                    <a:pt x="878" y="304"/>
                  </a:cubicBezTo>
                  <a:cubicBezTo>
                    <a:pt x="878" y="108"/>
                    <a:pt x="763" y="0"/>
                    <a:pt x="6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5"/>
            <p:cNvSpPr/>
            <p:nvPr/>
          </p:nvSpPr>
          <p:spPr>
            <a:xfrm>
              <a:off x="5018325" y="1037425"/>
              <a:ext cx="21950" cy="26725"/>
            </a:xfrm>
            <a:custGeom>
              <a:avLst/>
              <a:gdLst/>
              <a:ahLst/>
              <a:cxnLst/>
              <a:rect l="l" t="t" r="r" b="b"/>
              <a:pathLst>
                <a:path w="878" h="1069" extrusionOk="0">
                  <a:moveTo>
                    <a:pt x="627" y="0"/>
                  </a:moveTo>
                  <a:cubicBezTo>
                    <a:pt x="564" y="0"/>
                    <a:pt x="495" y="20"/>
                    <a:pt x="426" y="58"/>
                  </a:cubicBezTo>
                  <a:cubicBezTo>
                    <a:pt x="175" y="209"/>
                    <a:pt x="0" y="509"/>
                    <a:pt x="0" y="760"/>
                  </a:cubicBezTo>
                  <a:cubicBezTo>
                    <a:pt x="0" y="969"/>
                    <a:pt x="96" y="1069"/>
                    <a:pt x="231" y="1069"/>
                  </a:cubicBezTo>
                  <a:cubicBezTo>
                    <a:pt x="290" y="1069"/>
                    <a:pt x="357" y="1049"/>
                    <a:pt x="426" y="1011"/>
                  </a:cubicBezTo>
                  <a:cubicBezTo>
                    <a:pt x="677" y="885"/>
                    <a:pt x="877" y="585"/>
                    <a:pt x="877" y="309"/>
                  </a:cubicBezTo>
                  <a:cubicBezTo>
                    <a:pt x="877" y="100"/>
                    <a:pt x="769" y="0"/>
                    <a:pt x="6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5"/>
            <p:cNvSpPr/>
            <p:nvPr/>
          </p:nvSpPr>
          <p:spPr>
            <a:xfrm>
              <a:off x="5114800" y="981775"/>
              <a:ext cx="21325" cy="26900"/>
            </a:xfrm>
            <a:custGeom>
              <a:avLst/>
              <a:gdLst/>
              <a:ahLst/>
              <a:cxnLst/>
              <a:rect l="l" t="t" r="r" b="b"/>
              <a:pathLst>
                <a:path w="853" h="1076" extrusionOk="0">
                  <a:moveTo>
                    <a:pt x="611" y="0"/>
                  </a:moveTo>
                  <a:cubicBezTo>
                    <a:pt x="554" y="0"/>
                    <a:pt x="491" y="18"/>
                    <a:pt x="427" y="54"/>
                  </a:cubicBezTo>
                  <a:cubicBezTo>
                    <a:pt x="176" y="204"/>
                    <a:pt x="1" y="530"/>
                    <a:pt x="1" y="780"/>
                  </a:cubicBezTo>
                  <a:cubicBezTo>
                    <a:pt x="1" y="969"/>
                    <a:pt x="95" y="1076"/>
                    <a:pt x="227" y="1076"/>
                  </a:cubicBezTo>
                  <a:cubicBezTo>
                    <a:pt x="287" y="1076"/>
                    <a:pt x="356" y="1053"/>
                    <a:pt x="427" y="1006"/>
                  </a:cubicBezTo>
                  <a:cubicBezTo>
                    <a:pt x="677" y="906"/>
                    <a:pt x="853" y="580"/>
                    <a:pt x="853" y="304"/>
                  </a:cubicBezTo>
                  <a:cubicBezTo>
                    <a:pt x="853" y="108"/>
                    <a:pt x="751" y="0"/>
                    <a:pt x="6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5"/>
            <p:cNvSpPr/>
            <p:nvPr/>
          </p:nvSpPr>
          <p:spPr>
            <a:xfrm>
              <a:off x="5210050" y="92600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1"/>
                  </a:moveTo>
                  <a:cubicBezTo>
                    <a:pt x="568" y="1"/>
                    <a:pt x="509" y="18"/>
                    <a:pt x="451" y="54"/>
                  </a:cubicBezTo>
                  <a:cubicBezTo>
                    <a:pt x="226" y="204"/>
                    <a:pt x="0" y="505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1" y="1032"/>
                  </a:cubicBezTo>
                  <a:cubicBezTo>
                    <a:pt x="677" y="906"/>
                    <a:pt x="877" y="580"/>
                    <a:pt x="877" y="305"/>
                  </a:cubicBezTo>
                  <a:cubicBezTo>
                    <a:pt x="877" y="108"/>
                    <a:pt x="763" y="1"/>
                    <a:pt x="6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5"/>
            <p:cNvSpPr/>
            <p:nvPr/>
          </p:nvSpPr>
          <p:spPr>
            <a:xfrm>
              <a:off x="5306525" y="870250"/>
              <a:ext cx="21975" cy="27125"/>
            </a:xfrm>
            <a:custGeom>
              <a:avLst/>
              <a:gdLst/>
              <a:ahLst/>
              <a:cxnLst/>
              <a:rect l="l" t="t" r="r" b="b"/>
              <a:pathLst>
                <a:path w="879" h="1085" extrusionOk="0">
                  <a:moveTo>
                    <a:pt x="616" y="0"/>
                  </a:moveTo>
                  <a:cubicBezTo>
                    <a:pt x="556" y="0"/>
                    <a:pt x="492" y="18"/>
                    <a:pt x="427" y="53"/>
                  </a:cubicBezTo>
                  <a:cubicBezTo>
                    <a:pt x="226" y="229"/>
                    <a:pt x="1" y="505"/>
                    <a:pt x="1" y="780"/>
                  </a:cubicBezTo>
                  <a:cubicBezTo>
                    <a:pt x="1" y="977"/>
                    <a:pt x="103" y="1084"/>
                    <a:pt x="243" y="1084"/>
                  </a:cubicBezTo>
                  <a:cubicBezTo>
                    <a:pt x="300" y="1084"/>
                    <a:pt x="362" y="1067"/>
                    <a:pt x="427" y="1031"/>
                  </a:cubicBezTo>
                  <a:cubicBezTo>
                    <a:pt x="678" y="906"/>
                    <a:pt x="878" y="605"/>
                    <a:pt x="878" y="304"/>
                  </a:cubicBezTo>
                  <a:cubicBezTo>
                    <a:pt x="878" y="108"/>
                    <a:pt x="763" y="0"/>
                    <a:pt x="6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5"/>
            <p:cNvSpPr/>
            <p:nvPr/>
          </p:nvSpPr>
          <p:spPr>
            <a:xfrm>
              <a:off x="4921825" y="1203450"/>
              <a:ext cx="21950" cy="26750"/>
            </a:xfrm>
            <a:custGeom>
              <a:avLst/>
              <a:gdLst/>
              <a:ahLst/>
              <a:cxnLst/>
              <a:rect l="l" t="t" r="r" b="b"/>
              <a:pathLst>
                <a:path w="878" h="1070" extrusionOk="0">
                  <a:moveTo>
                    <a:pt x="636" y="1"/>
                  </a:moveTo>
                  <a:cubicBezTo>
                    <a:pt x="577" y="1"/>
                    <a:pt x="513" y="20"/>
                    <a:pt x="452" y="59"/>
                  </a:cubicBezTo>
                  <a:cubicBezTo>
                    <a:pt x="226" y="209"/>
                    <a:pt x="25" y="510"/>
                    <a:pt x="0" y="761"/>
                  </a:cubicBezTo>
                  <a:cubicBezTo>
                    <a:pt x="0" y="969"/>
                    <a:pt x="109" y="1069"/>
                    <a:pt x="251" y="1069"/>
                  </a:cubicBezTo>
                  <a:cubicBezTo>
                    <a:pt x="313" y="1069"/>
                    <a:pt x="382" y="1050"/>
                    <a:pt x="452" y="1011"/>
                  </a:cubicBezTo>
                  <a:cubicBezTo>
                    <a:pt x="702" y="886"/>
                    <a:pt x="878" y="585"/>
                    <a:pt x="878" y="310"/>
                  </a:cubicBezTo>
                  <a:cubicBezTo>
                    <a:pt x="878" y="101"/>
                    <a:pt x="769" y="1"/>
                    <a:pt x="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5"/>
            <p:cNvSpPr/>
            <p:nvPr/>
          </p:nvSpPr>
          <p:spPr>
            <a:xfrm>
              <a:off x="4922450" y="131385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35" y="1"/>
                  </a:moveTo>
                  <a:cubicBezTo>
                    <a:pt x="579" y="1"/>
                    <a:pt x="516" y="18"/>
                    <a:pt x="452" y="54"/>
                  </a:cubicBezTo>
                  <a:cubicBezTo>
                    <a:pt x="201" y="204"/>
                    <a:pt x="0" y="530"/>
                    <a:pt x="0" y="781"/>
                  </a:cubicBezTo>
                  <a:cubicBezTo>
                    <a:pt x="0" y="977"/>
                    <a:pt x="102" y="1085"/>
                    <a:pt x="252" y="1085"/>
                  </a:cubicBezTo>
                  <a:cubicBezTo>
                    <a:pt x="312" y="1085"/>
                    <a:pt x="380" y="1067"/>
                    <a:pt x="452" y="1031"/>
                  </a:cubicBezTo>
                  <a:cubicBezTo>
                    <a:pt x="702" y="906"/>
                    <a:pt x="878" y="580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5"/>
            <p:cNvSpPr/>
            <p:nvPr/>
          </p:nvSpPr>
          <p:spPr>
            <a:xfrm>
              <a:off x="4922450" y="142475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35" y="1"/>
                  </a:moveTo>
                  <a:cubicBezTo>
                    <a:pt x="579" y="1"/>
                    <a:pt x="516" y="18"/>
                    <a:pt x="452" y="54"/>
                  </a:cubicBezTo>
                  <a:cubicBezTo>
                    <a:pt x="226" y="179"/>
                    <a:pt x="51" y="505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2" y="1032"/>
                  </a:cubicBezTo>
                  <a:cubicBezTo>
                    <a:pt x="702" y="906"/>
                    <a:pt x="878" y="605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5"/>
            <p:cNvSpPr/>
            <p:nvPr/>
          </p:nvSpPr>
          <p:spPr>
            <a:xfrm>
              <a:off x="4923700" y="1535550"/>
              <a:ext cx="21325" cy="26725"/>
            </a:xfrm>
            <a:custGeom>
              <a:avLst/>
              <a:gdLst/>
              <a:ahLst/>
              <a:cxnLst/>
              <a:rect l="l" t="t" r="r" b="b"/>
              <a:pathLst>
                <a:path w="853" h="1069" extrusionOk="0">
                  <a:moveTo>
                    <a:pt x="622" y="0"/>
                  </a:moveTo>
                  <a:cubicBezTo>
                    <a:pt x="563" y="0"/>
                    <a:pt x="496" y="20"/>
                    <a:pt x="427" y="58"/>
                  </a:cubicBezTo>
                  <a:cubicBezTo>
                    <a:pt x="176" y="183"/>
                    <a:pt x="1" y="484"/>
                    <a:pt x="1" y="760"/>
                  </a:cubicBezTo>
                  <a:cubicBezTo>
                    <a:pt x="1" y="968"/>
                    <a:pt x="97" y="1069"/>
                    <a:pt x="231" y="1069"/>
                  </a:cubicBezTo>
                  <a:cubicBezTo>
                    <a:pt x="291" y="1069"/>
                    <a:pt x="357" y="1049"/>
                    <a:pt x="427" y="1011"/>
                  </a:cubicBezTo>
                  <a:cubicBezTo>
                    <a:pt x="677" y="885"/>
                    <a:pt x="853" y="584"/>
                    <a:pt x="853" y="309"/>
                  </a:cubicBezTo>
                  <a:cubicBezTo>
                    <a:pt x="853" y="100"/>
                    <a:pt x="756" y="0"/>
                    <a:pt x="6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5"/>
            <p:cNvSpPr/>
            <p:nvPr/>
          </p:nvSpPr>
          <p:spPr>
            <a:xfrm>
              <a:off x="5018325" y="1147800"/>
              <a:ext cx="21950" cy="27150"/>
            </a:xfrm>
            <a:custGeom>
              <a:avLst/>
              <a:gdLst/>
              <a:ahLst/>
              <a:cxnLst/>
              <a:rect l="l" t="t" r="r" b="b"/>
              <a:pathLst>
                <a:path w="878" h="1086" extrusionOk="0">
                  <a:moveTo>
                    <a:pt x="615" y="1"/>
                  </a:moveTo>
                  <a:cubicBezTo>
                    <a:pt x="556" y="1"/>
                    <a:pt x="491" y="18"/>
                    <a:pt x="426" y="54"/>
                  </a:cubicBezTo>
                  <a:cubicBezTo>
                    <a:pt x="201" y="205"/>
                    <a:pt x="0" y="480"/>
                    <a:pt x="0" y="781"/>
                  </a:cubicBezTo>
                  <a:cubicBezTo>
                    <a:pt x="0" y="978"/>
                    <a:pt x="102" y="1085"/>
                    <a:pt x="242" y="1085"/>
                  </a:cubicBezTo>
                  <a:cubicBezTo>
                    <a:pt x="299" y="1085"/>
                    <a:pt x="361" y="1068"/>
                    <a:pt x="426" y="1032"/>
                  </a:cubicBezTo>
                  <a:cubicBezTo>
                    <a:pt x="677" y="906"/>
                    <a:pt x="877" y="581"/>
                    <a:pt x="877" y="305"/>
                  </a:cubicBezTo>
                  <a:cubicBezTo>
                    <a:pt x="877" y="108"/>
                    <a:pt x="763" y="1"/>
                    <a:pt x="6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5"/>
            <p:cNvSpPr/>
            <p:nvPr/>
          </p:nvSpPr>
          <p:spPr>
            <a:xfrm>
              <a:off x="5114800" y="1092050"/>
              <a:ext cx="21325" cy="27125"/>
            </a:xfrm>
            <a:custGeom>
              <a:avLst/>
              <a:gdLst/>
              <a:ahLst/>
              <a:cxnLst/>
              <a:rect l="l" t="t" r="r" b="b"/>
              <a:pathLst>
                <a:path w="853" h="1085" extrusionOk="0">
                  <a:moveTo>
                    <a:pt x="611" y="0"/>
                  </a:moveTo>
                  <a:cubicBezTo>
                    <a:pt x="554" y="0"/>
                    <a:pt x="491" y="18"/>
                    <a:pt x="427" y="54"/>
                  </a:cubicBezTo>
                  <a:cubicBezTo>
                    <a:pt x="201" y="204"/>
                    <a:pt x="1" y="530"/>
                    <a:pt x="1" y="781"/>
                  </a:cubicBezTo>
                  <a:cubicBezTo>
                    <a:pt x="1" y="977"/>
                    <a:pt x="103" y="1085"/>
                    <a:pt x="243" y="1085"/>
                  </a:cubicBezTo>
                  <a:cubicBezTo>
                    <a:pt x="299" y="1085"/>
                    <a:pt x="362" y="1067"/>
                    <a:pt x="427" y="1031"/>
                  </a:cubicBezTo>
                  <a:cubicBezTo>
                    <a:pt x="677" y="906"/>
                    <a:pt x="853" y="580"/>
                    <a:pt x="853" y="304"/>
                  </a:cubicBezTo>
                  <a:cubicBezTo>
                    <a:pt x="853" y="108"/>
                    <a:pt x="751" y="0"/>
                    <a:pt x="6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5"/>
            <p:cNvSpPr/>
            <p:nvPr/>
          </p:nvSpPr>
          <p:spPr>
            <a:xfrm>
              <a:off x="5210675" y="103627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35" y="1"/>
                  </a:moveTo>
                  <a:cubicBezTo>
                    <a:pt x="579" y="1"/>
                    <a:pt x="516" y="18"/>
                    <a:pt x="451" y="54"/>
                  </a:cubicBezTo>
                  <a:cubicBezTo>
                    <a:pt x="201" y="230"/>
                    <a:pt x="0" y="530"/>
                    <a:pt x="0" y="781"/>
                  </a:cubicBezTo>
                  <a:cubicBezTo>
                    <a:pt x="0" y="978"/>
                    <a:pt x="115" y="1085"/>
                    <a:pt x="263" y="1085"/>
                  </a:cubicBezTo>
                  <a:cubicBezTo>
                    <a:pt x="322" y="1085"/>
                    <a:pt x="387" y="1068"/>
                    <a:pt x="451" y="1032"/>
                  </a:cubicBezTo>
                  <a:cubicBezTo>
                    <a:pt x="702" y="906"/>
                    <a:pt x="878" y="580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5"/>
            <p:cNvSpPr/>
            <p:nvPr/>
          </p:nvSpPr>
          <p:spPr>
            <a:xfrm>
              <a:off x="5307150" y="981775"/>
              <a:ext cx="21975" cy="26900"/>
            </a:xfrm>
            <a:custGeom>
              <a:avLst/>
              <a:gdLst/>
              <a:ahLst/>
              <a:cxnLst/>
              <a:rect l="l" t="t" r="r" b="b"/>
              <a:pathLst>
                <a:path w="879" h="1076" extrusionOk="0">
                  <a:moveTo>
                    <a:pt x="625" y="0"/>
                  </a:moveTo>
                  <a:cubicBezTo>
                    <a:pt x="569" y="0"/>
                    <a:pt x="510" y="18"/>
                    <a:pt x="452" y="54"/>
                  </a:cubicBezTo>
                  <a:cubicBezTo>
                    <a:pt x="201" y="179"/>
                    <a:pt x="1" y="480"/>
                    <a:pt x="1" y="780"/>
                  </a:cubicBezTo>
                  <a:cubicBezTo>
                    <a:pt x="1" y="969"/>
                    <a:pt x="107" y="1076"/>
                    <a:pt x="246" y="1076"/>
                  </a:cubicBezTo>
                  <a:cubicBezTo>
                    <a:pt x="310" y="1076"/>
                    <a:pt x="381" y="1053"/>
                    <a:pt x="452" y="1006"/>
                  </a:cubicBezTo>
                  <a:cubicBezTo>
                    <a:pt x="678" y="906"/>
                    <a:pt x="878" y="580"/>
                    <a:pt x="878" y="304"/>
                  </a:cubicBezTo>
                  <a:cubicBezTo>
                    <a:pt x="878" y="108"/>
                    <a:pt x="763" y="0"/>
                    <a:pt x="6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5"/>
            <p:cNvSpPr/>
            <p:nvPr/>
          </p:nvSpPr>
          <p:spPr>
            <a:xfrm>
              <a:off x="5018950" y="125810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0"/>
                  </a:moveTo>
                  <a:cubicBezTo>
                    <a:pt x="568" y="0"/>
                    <a:pt x="509" y="17"/>
                    <a:pt x="451" y="53"/>
                  </a:cubicBezTo>
                  <a:cubicBezTo>
                    <a:pt x="176" y="204"/>
                    <a:pt x="0" y="504"/>
                    <a:pt x="0" y="780"/>
                  </a:cubicBezTo>
                  <a:cubicBezTo>
                    <a:pt x="0" y="977"/>
                    <a:pt x="115" y="1084"/>
                    <a:pt x="262" y="1084"/>
                  </a:cubicBezTo>
                  <a:cubicBezTo>
                    <a:pt x="322" y="1084"/>
                    <a:pt x="387" y="1067"/>
                    <a:pt x="451" y="1031"/>
                  </a:cubicBezTo>
                  <a:cubicBezTo>
                    <a:pt x="702" y="905"/>
                    <a:pt x="877" y="580"/>
                    <a:pt x="877" y="304"/>
                  </a:cubicBezTo>
                  <a:cubicBezTo>
                    <a:pt x="877" y="107"/>
                    <a:pt x="763" y="0"/>
                    <a:pt x="6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5"/>
            <p:cNvSpPr/>
            <p:nvPr/>
          </p:nvSpPr>
          <p:spPr>
            <a:xfrm>
              <a:off x="5018950" y="1369225"/>
              <a:ext cx="21950" cy="27000"/>
            </a:xfrm>
            <a:custGeom>
              <a:avLst/>
              <a:gdLst/>
              <a:ahLst/>
              <a:cxnLst/>
              <a:rect l="l" t="t" r="r" b="b"/>
              <a:pathLst>
                <a:path w="878" h="1080" extrusionOk="0">
                  <a:moveTo>
                    <a:pt x="637" y="0"/>
                  </a:moveTo>
                  <a:cubicBezTo>
                    <a:pt x="578" y="0"/>
                    <a:pt x="513" y="23"/>
                    <a:pt x="451" y="70"/>
                  </a:cubicBezTo>
                  <a:cubicBezTo>
                    <a:pt x="176" y="195"/>
                    <a:pt x="0" y="496"/>
                    <a:pt x="0" y="771"/>
                  </a:cubicBezTo>
                  <a:cubicBezTo>
                    <a:pt x="0" y="980"/>
                    <a:pt x="109" y="1080"/>
                    <a:pt x="250" y="1080"/>
                  </a:cubicBezTo>
                  <a:cubicBezTo>
                    <a:pt x="313" y="1080"/>
                    <a:pt x="382" y="1060"/>
                    <a:pt x="451" y="1022"/>
                  </a:cubicBezTo>
                  <a:cubicBezTo>
                    <a:pt x="702" y="897"/>
                    <a:pt x="877" y="596"/>
                    <a:pt x="877" y="320"/>
                  </a:cubicBezTo>
                  <a:cubicBezTo>
                    <a:pt x="877" y="113"/>
                    <a:pt x="770" y="0"/>
                    <a:pt x="6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5"/>
            <p:cNvSpPr/>
            <p:nvPr/>
          </p:nvSpPr>
          <p:spPr>
            <a:xfrm>
              <a:off x="5018950" y="147990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0"/>
                  </a:moveTo>
                  <a:cubicBezTo>
                    <a:pt x="568" y="0"/>
                    <a:pt x="509" y="18"/>
                    <a:pt x="451" y="54"/>
                  </a:cubicBezTo>
                  <a:cubicBezTo>
                    <a:pt x="226" y="179"/>
                    <a:pt x="25" y="505"/>
                    <a:pt x="0" y="780"/>
                  </a:cubicBezTo>
                  <a:cubicBezTo>
                    <a:pt x="0" y="977"/>
                    <a:pt x="102" y="1084"/>
                    <a:pt x="251" y="1084"/>
                  </a:cubicBezTo>
                  <a:cubicBezTo>
                    <a:pt x="312" y="1084"/>
                    <a:pt x="379" y="1067"/>
                    <a:pt x="451" y="1031"/>
                  </a:cubicBezTo>
                  <a:cubicBezTo>
                    <a:pt x="702" y="906"/>
                    <a:pt x="877" y="580"/>
                    <a:pt x="877" y="304"/>
                  </a:cubicBezTo>
                  <a:cubicBezTo>
                    <a:pt x="877" y="108"/>
                    <a:pt x="763" y="0"/>
                    <a:pt x="6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5"/>
            <p:cNvSpPr/>
            <p:nvPr/>
          </p:nvSpPr>
          <p:spPr>
            <a:xfrm>
              <a:off x="5114800" y="1203450"/>
              <a:ext cx="21325" cy="26750"/>
            </a:xfrm>
            <a:custGeom>
              <a:avLst/>
              <a:gdLst/>
              <a:ahLst/>
              <a:cxnLst/>
              <a:rect l="l" t="t" r="r" b="b"/>
              <a:pathLst>
                <a:path w="853" h="1070" extrusionOk="0">
                  <a:moveTo>
                    <a:pt x="622" y="1"/>
                  </a:moveTo>
                  <a:cubicBezTo>
                    <a:pt x="563" y="1"/>
                    <a:pt x="496" y="20"/>
                    <a:pt x="427" y="59"/>
                  </a:cubicBezTo>
                  <a:cubicBezTo>
                    <a:pt x="201" y="184"/>
                    <a:pt x="26" y="485"/>
                    <a:pt x="1" y="761"/>
                  </a:cubicBezTo>
                  <a:cubicBezTo>
                    <a:pt x="1" y="969"/>
                    <a:pt x="85" y="1069"/>
                    <a:pt x="220" y="1069"/>
                  </a:cubicBezTo>
                  <a:cubicBezTo>
                    <a:pt x="280" y="1069"/>
                    <a:pt x="350" y="1050"/>
                    <a:pt x="427" y="1011"/>
                  </a:cubicBezTo>
                  <a:cubicBezTo>
                    <a:pt x="677" y="886"/>
                    <a:pt x="853" y="585"/>
                    <a:pt x="853" y="310"/>
                  </a:cubicBezTo>
                  <a:cubicBezTo>
                    <a:pt x="853" y="101"/>
                    <a:pt x="756" y="1"/>
                    <a:pt x="6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5"/>
            <p:cNvSpPr/>
            <p:nvPr/>
          </p:nvSpPr>
          <p:spPr>
            <a:xfrm>
              <a:off x="5210675" y="1147800"/>
              <a:ext cx="21950" cy="27150"/>
            </a:xfrm>
            <a:custGeom>
              <a:avLst/>
              <a:gdLst/>
              <a:ahLst/>
              <a:cxnLst/>
              <a:rect l="l" t="t" r="r" b="b"/>
              <a:pathLst>
                <a:path w="878" h="1086" extrusionOk="0">
                  <a:moveTo>
                    <a:pt x="635" y="1"/>
                  </a:moveTo>
                  <a:cubicBezTo>
                    <a:pt x="579" y="1"/>
                    <a:pt x="516" y="18"/>
                    <a:pt x="451" y="54"/>
                  </a:cubicBezTo>
                  <a:cubicBezTo>
                    <a:pt x="226" y="180"/>
                    <a:pt x="0" y="480"/>
                    <a:pt x="0" y="781"/>
                  </a:cubicBezTo>
                  <a:cubicBezTo>
                    <a:pt x="0" y="978"/>
                    <a:pt x="115" y="1085"/>
                    <a:pt x="263" y="1085"/>
                  </a:cubicBezTo>
                  <a:cubicBezTo>
                    <a:pt x="322" y="1085"/>
                    <a:pt x="387" y="1068"/>
                    <a:pt x="451" y="1032"/>
                  </a:cubicBezTo>
                  <a:cubicBezTo>
                    <a:pt x="702" y="906"/>
                    <a:pt x="878" y="581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5"/>
            <p:cNvSpPr/>
            <p:nvPr/>
          </p:nvSpPr>
          <p:spPr>
            <a:xfrm>
              <a:off x="5307150" y="1092050"/>
              <a:ext cx="21975" cy="27125"/>
            </a:xfrm>
            <a:custGeom>
              <a:avLst/>
              <a:gdLst/>
              <a:ahLst/>
              <a:cxnLst/>
              <a:rect l="l" t="t" r="r" b="b"/>
              <a:pathLst>
                <a:path w="879" h="1085" extrusionOk="0">
                  <a:moveTo>
                    <a:pt x="625" y="0"/>
                  </a:moveTo>
                  <a:cubicBezTo>
                    <a:pt x="569" y="0"/>
                    <a:pt x="510" y="18"/>
                    <a:pt x="452" y="54"/>
                  </a:cubicBezTo>
                  <a:cubicBezTo>
                    <a:pt x="227" y="179"/>
                    <a:pt x="26" y="530"/>
                    <a:pt x="1" y="781"/>
                  </a:cubicBezTo>
                  <a:cubicBezTo>
                    <a:pt x="1" y="977"/>
                    <a:pt x="116" y="1085"/>
                    <a:pt x="263" y="1085"/>
                  </a:cubicBezTo>
                  <a:cubicBezTo>
                    <a:pt x="323" y="1085"/>
                    <a:pt x="387" y="1067"/>
                    <a:pt x="452" y="1031"/>
                  </a:cubicBezTo>
                  <a:cubicBezTo>
                    <a:pt x="678" y="906"/>
                    <a:pt x="878" y="580"/>
                    <a:pt x="878" y="304"/>
                  </a:cubicBezTo>
                  <a:cubicBezTo>
                    <a:pt x="878" y="108"/>
                    <a:pt x="763" y="0"/>
                    <a:pt x="6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5"/>
            <p:cNvSpPr/>
            <p:nvPr/>
          </p:nvSpPr>
          <p:spPr>
            <a:xfrm>
              <a:off x="5115425" y="131385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16" y="1"/>
                  </a:moveTo>
                  <a:cubicBezTo>
                    <a:pt x="556" y="1"/>
                    <a:pt x="492" y="18"/>
                    <a:pt x="427" y="54"/>
                  </a:cubicBezTo>
                  <a:cubicBezTo>
                    <a:pt x="176" y="179"/>
                    <a:pt x="1" y="480"/>
                    <a:pt x="1" y="781"/>
                  </a:cubicBezTo>
                  <a:cubicBezTo>
                    <a:pt x="1" y="977"/>
                    <a:pt x="90" y="1085"/>
                    <a:pt x="232" y="1085"/>
                  </a:cubicBezTo>
                  <a:cubicBezTo>
                    <a:pt x="289" y="1085"/>
                    <a:pt x="355" y="1067"/>
                    <a:pt x="427" y="1031"/>
                  </a:cubicBezTo>
                  <a:cubicBezTo>
                    <a:pt x="677" y="906"/>
                    <a:pt x="878" y="580"/>
                    <a:pt x="878" y="305"/>
                  </a:cubicBezTo>
                  <a:cubicBezTo>
                    <a:pt x="878" y="108"/>
                    <a:pt x="763" y="1"/>
                    <a:pt x="6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5"/>
            <p:cNvSpPr/>
            <p:nvPr/>
          </p:nvSpPr>
          <p:spPr>
            <a:xfrm>
              <a:off x="5115425" y="142412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16" y="1"/>
                  </a:moveTo>
                  <a:cubicBezTo>
                    <a:pt x="556" y="1"/>
                    <a:pt x="492" y="18"/>
                    <a:pt x="427" y="54"/>
                  </a:cubicBezTo>
                  <a:cubicBezTo>
                    <a:pt x="226" y="179"/>
                    <a:pt x="26" y="530"/>
                    <a:pt x="1" y="781"/>
                  </a:cubicBezTo>
                  <a:cubicBezTo>
                    <a:pt x="1" y="977"/>
                    <a:pt x="90" y="1085"/>
                    <a:pt x="232" y="1085"/>
                  </a:cubicBezTo>
                  <a:cubicBezTo>
                    <a:pt x="289" y="1085"/>
                    <a:pt x="355" y="1067"/>
                    <a:pt x="427" y="1031"/>
                  </a:cubicBezTo>
                  <a:cubicBezTo>
                    <a:pt x="677" y="906"/>
                    <a:pt x="878" y="580"/>
                    <a:pt x="878" y="305"/>
                  </a:cubicBezTo>
                  <a:cubicBezTo>
                    <a:pt x="878" y="108"/>
                    <a:pt x="763" y="1"/>
                    <a:pt x="6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5"/>
            <p:cNvSpPr/>
            <p:nvPr/>
          </p:nvSpPr>
          <p:spPr>
            <a:xfrm>
              <a:off x="5211300" y="1258100"/>
              <a:ext cx="22575" cy="27125"/>
            </a:xfrm>
            <a:custGeom>
              <a:avLst/>
              <a:gdLst/>
              <a:ahLst/>
              <a:cxnLst/>
              <a:rect l="l" t="t" r="r" b="b"/>
              <a:pathLst>
                <a:path w="903" h="1085" extrusionOk="0">
                  <a:moveTo>
                    <a:pt x="640" y="0"/>
                  </a:moveTo>
                  <a:cubicBezTo>
                    <a:pt x="581" y="0"/>
                    <a:pt x="516" y="17"/>
                    <a:pt x="452" y="53"/>
                  </a:cubicBezTo>
                  <a:cubicBezTo>
                    <a:pt x="201" y="179"/>
                    <a:pt x="0" y="530"/>
                    <a:pt x="25" y="780"/>
                  </a:cubicBezTo>
                  <a:cubicBezTo>
                    <a:pt x="25" y="977"/>
                    <a:pt x="115" y="1084"/>
                    <a:pt x="257" y="1084"/>
                  </a:cubicBezTo>
                  <a:cubicBezTo>
                    <a:pt x="314" y="1084"/>
                    <a:pt x="380" y="1067"/>
                    <a:pt x="452" y="1031"/>
                  </a:cubicBezTo>
                  <a:cubicBezTo>
                    <a:pt x="702" y="905"/>
                    <a:pt x="903" y="580"/>
                    <a:pt x="903" y="304"/>
                  </a:cubicBezTo>
                  <a:cubicBezTo>
                    <a:pt x="903" y="107"/>
                    <a:pt x="788" y="0"/>
                    <a:pt x="6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5"/>
            <p:cNvSpPr/>
            <p:nvPr/>
          </p:nvSpPr>
          <p:spPr>
            <a:xfrm>
              <a:off x="5307150" y="1202325"/>
              <a:ext cx="21975" cy="27125"/>
            </a:xfrm>
            <a:custGeom>
              <a:avLst/>
              <a:gdLst/>
              <a:ahLst/>
              <a:cxnLst/>
              <a:rect l="l" t="t" r="r" b="b"/>
              <a:pathLst>
                <a:path w="879" h="1085" extrusionOk="0">
                  <a:moveTo>
                    <a:pt x="625" y="0"/>
                  </a:moveTo>
                  <a:cubicBezTo>
                    <a:pt x="569" y="0"/>
                    <a:pt x="510" y="18"/>
                    <a:pt x="452" y="54"/>
                  </a:cubicBezTo>
                  <a:cubicBezTo>
                    <a:pt x="227" y="179"/>
                    <a:pt x="26" y="530"/>
                    <a:pt x="1" y="781"/>
                  </a:cubicBezTo>
                  <a:cubicBezTo>
                    <a:pt x="1" y="977"/>
                    <a:pt x="116" y="1085"/>
                    <a:pt x="263" y="1085"/>
                  </a:cubicBezTo>
                  <a:cubicBezTo>
                    <a:pt x="323" y="1085"/>
                    <a:pt x="387" y="1067"/>
                    <a:pt x="452" y="1031"/>
                  </a:cubicBezTo>
                  <a:cubicBezTo>
                    <a:pt x="678" y="906"/>
                    <a:pt x="878" y="605"/>
                    <a:pt x="878" y="304"/>
                  </a:cubicBezTo>
                  <a:cubicBezTo>
                    <a:pt x="878" y="108"/>
                    <a:pt x="763" y="0"/>
                    <a:pt x="6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5"/>
            <p:cNvSpPr/>
            <p:nvPr/>
          </p:nvSpPr>
          <p:spPr>
            <a:xfrm>
              <a:off x="5307800" y="1313100"/>
              <a:ext cx="21950" cy="26750"/>
            </a:xfrm>
            <a:custGeom>
              <a:avLst/>
              <a:gdLst/>
              <a:ahLst/>
              <a:cxnLst/>
              <a:rect l="l" t="t" r="r" b="b"/>
              <a:pathLst>
                <a:path w="878" h="1070" extrusionOk="0">
                  <a:moveTo>
                    <a:pt x="647" y="1"/>
                  </a:moveTo>
                  <a:cubicBezTo>
                    <a:pt x="587" y="1"/>
                    <a:pt x="520" y="20"/>
                    <a:pt x="451" y="59"/>
                  </a:cubicBezTo>
                  <a:cubicBezTo>
                    <a:pt x="201" y="184"/>
                    <a:pt x="0" y="510"/>
                    <a:pt x="0" y="761"/>
                  </a:cubicBezTo>
                  <a:cubicBezTo>
                    <a:pt x="0" y="969"/>
                    <a:pt x="108" y="1069"/>
                    <a:pt x="250" y="1069"/>
                  </a:cubicBezTo>
                  <a:cubicBezTo>
                    <a:pt x="313" y="1069"/>
                    <a:pt x="382" y="1050"/>
                    <a:pt x="451" y="1011"/>
                  </a:cubicBezTo>
                  <a:cubicBezTo>
                    <a:pt x="702" y="886"/>
                    <a:pt x="877" y="585"/>
                    <a:pt x="877" y="310"/>
                  </a:cubicBezTo>
                  <a:cubicBezTo>
                    <a:pt x="877" y="101"/>
                    <a:pt x="781" y="1"/>
                    <a:pt x="6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5"/>
            <p:cNvSpPr/>
            <p:nvPr/>
          </p:nvSpPr>
          <p:spPr>
            <a:xfrm>
              <a:off x="5211300" y="1368375"/>
              <a:ext cx="22575" cy="27125"/>
            </a:xfrm>
            <a:custGeom>
              <a:avLst/>
              <a:gdLst/>
              <a:ahLst/>
              <a:cxnLst/>
              <a:rect l="l" t="t" r="r" b="b"/>
              <a:pathLst>
                <a:path w="903" h="1085" extrusionOk="0">
                  <a:moveTo>
                    <a:pt x="640" y="0"/>
                  </a:moveTo>
                  <a:cubicBezTo>
                    <a:pt x="581" y="0"/>
                    <a:pt x="516" y="17"/>
                    <a:pt x="452" y="53"/>
                  </a:cubicBezTo>
                  <a:cubicBezTo>
                    <a:pt x="226" y="179"/>
                    <a:pt x="0" y="530"/>
                    <a:pt x="25" y="780"/>
                  </a:cubicBezTo>
                  <a:cubicBezTo>
                    <a:pt x="25" y="977"/>
                    <a:pt x="127" y="1084"/>
                    <a:pt x="268" y="1084"/>
                  </a:cubicBezTo>
                  <a:cubicBezTo>
                    <a:pt x="324" y="1084"/>
                    <a:pt x="387" y="1067"/>
                    <a:pt x="452" y="1031"/>
                  </a:cubicBezTo>
                  <a:cubicBezTo>
                    <a:pt x="702" y="906"/>
                    <a:pt x="903" y="605"/>
                    <a:pt x="903" y="304"/>
                  </a:cubicBezTo>
                  <a:cubicBezTo>
                    <a:pt x="903" y="107"/>
                    <a:pt x="788" y="0"/>
                    <a:pt x="6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5"/>
            <p:cNvSpPr/>
            <p:nvPr/>
          </p:nvSpPr>
          <p:spPr>
            <a:xfrm>
              <a:off x="4921825" y="1642050"/>
              <a:ext cx="21950" cy="26750"/>
            </a:xfrm>
            <a:custGeom>
              <a:avLst/>
              <a:gdLst/>
              <a:ahLst/>
              <a:cxnLst/>
              <a:rect l="l" t="t" r="r" b="b"/>
              <a:pathLst>
                <a:path w="878" h="1070" extrusionOk="0">
                  <a:moveTo>
                    <a:pt x="636" y="1"/>
                  </a:moveTo>
                  <a:cubicBezTo>
                    <a:pt x="577" y="1"/>
                    <a:pt x="513" y="20"/>
                    <a:pt x="452" y="59"/>
                  </a:cubicBezTo>
                  <a:cubicBezTo>
                    <a:pt x="201" y="184"/>
                    <a:pt x="0" y="510"/>
                    <a:pt x="0" y="761"/>
                  </a:cubicBezTo>
                  <a:cubicBezTo>
                    <a:pt x="0" y="969"/>
                    <a:pt x="109" y="1069"/>
                    <a:pt x="251" y="1069"/>
                  </a:cubicBezTo>
                  <a:cubicBezTo>
                    <a:pt x="313" y="1069"/>
                    <a:pt x="382" y="1050"/>
                    <a:pt x="452" y="1011"/>
                  </a:cubicBezTo>
                  <a:cubicBezTo>
                    <a:pt x="702" y="886"/>
                    <a:pt x="878" y="585"/>
                    <a:pt x="878" y="309"/>
                  </a:cubicBezTo>
                  <a:cubicBezTo>
                    <a:pt x="878" y="101"/>
                    <a:pt x="769" y="1"/>
                    <a:pt x="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5"/>
            <p:cNvSpPr/>
            <p:nvPr/>
          </p:nvSpPr>
          <p:spPr>
            <a:xfrm>
              <a:off x="5018325" y="1586400"/>
              <a:ext cx="21950" cy="27150"/>
            </a:xfrm>
            <a:custGeom>
              <a:avLst/>
              <a:gdLst/>
              <a:ahLst/>
              <a:cxnLst/>
              <a:rect l="l" t="t" r="r" b="b"/>
              <a:pathLst>
                <a:path w="878" h="1086" extrusionOk="0">
                  <a:moveTo>
                    <a:pt x="615" y="1"/>
                  </a:moveTo>
                  <a:cubicBezTo>
                    <a:pt x="556" y="1"/>
                    <a:pt x="491" y="18"/>
                    <a:pt x="426" y="54"/>
                  </a:cubicBezTo>
                  <a:cubicBezTo>
                    <a:pt x="175" y="180"/>
                    <a:pt x="0" y="480"/>
                    <a:pt x="0" y="781"/>
                  </a:cubicBezTo>
                  <a:cubicBezTo>
                    <a:pt x="0" y="978"/>
                    <a:pt x="89" y="1085"/>
                    <a:pt x="231" y="1085"/>
                  </a:cubicBezTo>
                  <a:cubicBezTo>
                    <a:pt x="288" y="1085"/>
                    <a:pt x="354" y="1068"/>
                    <a:pt x="426" y="1032"/>
                  </a:cubicBezTo>
                  <a:cubicBezTo>
                    <a:pt x="677" y="906"/>
                    <a:pt x="877" y="581"/>
                    <a:pt x="877" y="305"/>
                  </a:cubicBezTo>
                  <a:cubicBezTo>
                    <a:pt x="877" y="108"/>
                    <a:pt x="763" y="1"/>
                    <a:pt x="6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5"/>
            <p:cNvSpPr/>
            <p:nvPr/>
          </p:nvSpPr>
          <p:spPr>
            <a:xfrm>
              <a:off x="5114800" y="1530650"/>
              <a:ext cx="21325" cy="27125"/>
            </a:xfrm>
            <a:custGeom>
              <a:avLst/>
              <a:gdLst/>
              <a:ahLst/>
              <a:cxnLst/>
              <a:rect l="l" t="t" r="r" b="b"/>
              <a:pathLst>
                <a:path w="853" h="1085" extrusionOk="0">
                  <a:moveTo>
                    <a:pt x="611" y="0"/>
                  </a:moveTo>
                  <a:cubicBezTo>
                    <a:pt x="554" y="0"/>
                    <a:pt x="491" y="18"/>
                    <a:pt x="427" y="54"/>
                  </a:cubicBezTo>
                  <a:cubicBezTo>
                    <a:pt x="176" y="179"/>
                    <a:pt x="1" y="530"/>
                    <a:pt x="1" y="780"/>
                  </a:cubicBezTo>
                  <a:cubicBezTo>
                    <a:pt x="1" y="977"/>
                    <a:pt x="90" y="1084"/>
                    <a:pt x="232" y="1084"/>
                  </a:cubicBezTo>
                  <a:cubicBezTo>
                    <a:pt x="289" y="1084"/>
                    <a:pt x="355" y="1067"/>
                    <a:pt x="427" y="1031"/>
                  </a:cubicBezTo>
                  <a:cubicBezTo>
                    <a:pt x="677" y="906"/>
                    <a:pt x="853" y="580"/>
                    <a:pt x="853" y="304"/>
                  </a:cubicBezTo>
                  <a:cubicBezTo>
                    <a:pt x="853" y="108"/>
                    <a:pt x="751" y="0"/>
                    <a:pt x="6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5"/>
            <p:cNvSpPr/>
            <p:nvPr/>
          </p:nvSpPr>
          <p:spPr>
            <a:xfrm>
              <a:off x="5210050" y="147487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1"/>
                  </a:moveTo>
                  <a:cubicBezTo>
                    <a:pt x="568" y="1"/>
                    <a:pt x="509" y="18"/>
                    <a:pt x="451" y="54"/>
                  </a:cubicBezTo>
                  <a:cubicBezTo>
                    <a:pt x="226" y="179"/>
                    <a:pt x="0" y="505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1" y="1032"/>
                  </a:cubicBezTo>
                  <a:cubicBezTo>
                    <a:pt x="677" y="906"/>
                    <a:pt x="877" y="605"/>
                    <a:pt x="877" y="305"/>
                  </a:cubicBezTo>
                  <a:cubicBezTo>
                    <a:pt x="877" y="108"/>
                    <a:pt x="763" y="1"/>
                    <a:pt x="6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5"/>
            <p:cNvSpPr/>
            <p:nvPr/>
          </p:nvSpPr>
          <p:spPr>
            <a:xfrm>
              <a:off x="5306525" y="1419625"/>
              <a:ext cx="21975" cy="26725"/>
            </a:xfrm>
            <a:custGeom>
              <a:avLst/>
              <a:gdLst/>
              <a:ahLst/>
              <a:cxnLst/>
              <a:rect l="l" t="t" r="r" b="b"/>
              <a:pathLst>
                <a:path w="879" h="1069" extrusionOk="0">
                  <a:moveTo>
                    <a:pt x="628" y="1"/>
                  </a:moveTo>
                  <a:cubicBezTo>
                    <a:pt x="565" y="1"/>
                    <a:pt x="496" y="20"/>
                    <a:pt x="427" y="59"/>
                  </a:cubicBezTo>
                  <a:cubicBezTo>
                    <a:pt x="226" y="184"/>
                    <a:pt x="1" y="485"/>
                    <a:pt x="1" y="760"/>
                  </a:cubicBezTo>
                  <a:cubicBezTo>
                    <a:pt x="1" y="969"/>
                    <a:pt x="97" y="1069"/>
                    <a:pt x="232" y="1069"/>
                  </a:cubicBezTo>
                  <a:cubicBezTo>
                    <a:pt x="291" y="1069"/>
                    <a:pt x="358" y="1049"/>
                    <a:pt x="427" y="1011"/>
                  </a:cubicBezTo>
                  <a:cubicBezTo>
                    <a:pt x="678" y="886"/>
                    <a:pt x="878" y="585"/>
                    <a:pt x="878" y="309"/>
                  </a:cubicBezTo>
                  <a:cubicBezTo>
                    <a:pt x="878" y="101"/>
                    <a:pt x="770" y="1"/>
                    <a:pt x="6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0" name="Google Shape;440;p5"/>
          <p:cNvSpPr/>
          <p:nvPr/>
        </p:nvSpPr>
        <p:spPr>
          <a:xfrm rot="10800000">
            <a:off x="-253" y="-93"/>
            <a:ext cx="2019852" cy="1148544"/>
          </a:xfrm>
          <a:custGeom>
            <a:avLst/>
            <a:gdLst/>
            <a:ahLst/>
            <a:cxnLst/>
            <a:rect l="l" t="t" r="r" b="b"/>
            <a:pathLst>
              <a:path w="116586" h="66294" extrusionOk="0">
                <a:moveTo>
                  <a:pt x="116586" y="0"/>
                </a:moveTo>
                <a:lnTo>
                  <a:pt x="0" y="66294"/>
                </a:lnTo>
                <a:lnTo>
                  <a:pt x="116586" y="66294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</p:sp>
      <p:grpSp>
        <p:nvGrpSpPr>
          <p:cNvPr id="441" name="Google Shape;441;p5"/>
          <p:cNvGrpSpPr/>
          <p:nvPr/>
        </p:nvGrpSpPr>
        <p:grpSpPr>
          <a:xfrm>
            <a:off x="7123447" y="2151889"/>
            <a:ext cx="3863499" cy="3798516"/>
            <a:chOff x="3133537" y="-308699"/>
            <a:chExt cx="6010422" cy="5452155"/>
          </a:xfrm>
        </p:grpSpPr>
        <p:sp>
          <p:nvSpPr>
            <p:cNvPr id="442" name="Google Shape;442;p5"/>
            <p:cNvSpPr/>
            <p:nvPr/>
          </p:nvSpPr>
          <p:spPr>
            <a:xfrm>
              <a:off x="3201565" y="-185790"/>
              <a:ext cx="5942394" cy="5329246"/>
            </a:xfrm>
            <a:custGeom>
              <a:avLst/>
              <a:gdLst/>
              <a:ahLst/>
              <a:cxnLst/>
              <a:rect l="l" t="t" r="r" b="b"/>
              <a:pathLst>
                <a:path w="90413" h="81084" extrusionOk="0">
                  <a:moveTo>
                    <a:pt x="90412" y="1"/>
                  </a:moveTo>
                  <a:lnTo>
                    <a:pt x="3084" y="50747"/>
                  </a:lnTo>
                  <a:cubicBezTo>
                    <a:pt x="1293" y="51801"/>
                    <a:pt x="239" y="51702"/>
                    <a:pt x="0" y="53075"/>
                  </a:cubicBezTo>
                  <a:lnTo>
                    <a:pt x="0" y="55104"/>
                  </a:lnTo>
                  <a:cubicBezTo>
                    <a:pt x="20" y="56675"/>
                    <a:pt x="1055" y="58247"/>
                    <a:pt x="3123" y="59440"/>
                  </a:cubicBezTo>
                  <a:lnTo>
                    <a:pt x="40641" y="81083"/>
                  </a:lnTo>
                  <a:lnTo>
                    <a:pt x="88642" y="81083"/>
                  </a:lnTo>
                  <a:cubicBezTo>
                    <a:pt x="89617" y="81083"/>
                    <a:pt x="90412" y="80288"/>
                    <a:pt x="90412" y="79313"/>
                  </a:cubicBezTo>
                  <a:lnTo>
                    <a:pt x="90412" y="1"/>
                  </a:ln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5"/>
            <p:cNvSpPr/>
            <p:nvPr/>
          </p:nvSpPr>
          <p:spPr>
            <a:xfrm>
              <a:off x="3133537" y="-308699"/>
              <a:ext cx="6010420" cy="5452152"/>
            </a:xfrm>
            <a:custGeom>
              <a:avLst/>
              <a:gdLst/>
              <a:ahLst/>
              <a:cxnLst/>
              <a:rect l="l" t="t" r="r" b="b"/>
              <a:pathLst>
                <a:path w="91448" h="82954" extrusionOk="0">
                  <a:moveTo>
                    <a:pt x="91447" y="1"/>
                  </a:moveTo>
                  <a:lnTo>
                    <a:pt x="4119" y="50767"/>
                  </a:lnTo>
                  <a:cubicBezTo>
                    <a:pt x="1" y="53154"/>
                    <a:pt x="21" y="57033"/>
                    <a:pt x="4158" y="59440"/>
                  </a:cubicBezTo>
                  <a:lnTo>
                    <a:pt x="44899" y="82953"/>
                  </a:lnTo>
                  <a:lnTo>
                    <a:pt x="89677" y="82953"/>
                  </a:lnTo>
                  <a:cubicBezTo>
                    <a:pt x="90652" y="82953"/>
                    <a:pt x="91447" y="82158"/>
                    <a:pt x="91447" y="81183"/>
                  </a:cubicBezTo>
                  <a:lnTo>
                    <a:pt x="9144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5" name="Google Shape;445;p6"/>
          <p:cNvGrpSpPr/>
          <p:nvPr/>
        </p:nvGrpSpPr>
        <p:grpSpPr>
          <a:xfrm>
            <a:off x="-458461" y="-321271"/>
            <a:ext cx="10059175" cy="5791575"/>
            <a:chOff x="-458461" y="-321271"/>
            <a:chExt cx="10059175" cy="5791575"/>
          </a:xfrm>
        </p:grpSpPr>
        <p:grpSp>
          <p:nvGrpSpPr>
            <p:cNvPr id="446" name="Google Shape;446;p6"/>
            <p:cNvGrpSpPr/>
            <p:nvPr/>
          </p:nvGrpSpPr>
          <p:grpSpPr>
            <a:xfrm flipH="1">
              <a:off x="-458461" y="-245071"/>
              <a:ext cx="9830575" cy="5715375"/>
              <a:chOff x="-358925" y="-303650"/>
              <a:chExt cx="9830575" cy="5715375"/>
            </a:xfrm>
          </p:grpSpPr>
          <p:cxnSp>
            <p:nvCxnSpPr>
              <p:cNvPr id="447" name="Google Shape;447;p6"/>
              <p:cNvCxnSpPr/>
              <p:nvPr/>
            </p:nvCxnSpPr>
            <p:spPr>
              <a:xfrm rot="10800000" flipH="1">
                <a:off x="-282200" y="-303650"/>
                <a:ext cx="1052400" cy="607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48" name="Google Shape;448;p6"/>
              <p:cNvCxnSpPr/>
              <p:nvPr/>
            </p:nvCxnSpPr>
            <p:spPr>
              <a:xfrm rot="10800000" flipH="1">
                <a:off x="-281950" y="-236675"/>
                <a:ext cx="1425600" cy="822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49" name="Google Shape;449;p6"/>
              <p:cNvCxnSpPr/>
              <p:nvPr/>
            </p:nvCxnSpPr>
            <p:spPr>
              <a:xfrm rot="10800000" flipH="1">
                <a:off x="-358925" y="-155350"/>
                <a:ext cx="1851000" cy="1068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0" name="Google Shape;450;p6"/>
              <p:cNvCxnSpPr/>
              <p:nvPr/>
            </p:nvCxnSpPr>
            <p:spPr>
              <a:xfrm rot="10800000" flipH="1">
                <a:off x="-267650" y="-115750"/>
                <a:ext cx="2180400" cy="125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1" name="Google Shape;451;p6"/>
              <p:cNvCxnSpPr/>
              <p:nvPr/>
            </p:nvCxnSpPr>
            <p:spPr>
              <a:xfrm rot="10800000" flipH="1">
                <a:off x="-229800" y="-86050"/>
                <a:ext cx="2580300" cy="1489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2" name="Google Shape;452;p6"/>
              <p:cNvCxnSpPr/>
              <p:nvPr/>
            </p:nvCxnSpPr>
            <p:spPr>
              <a:xfrm rot="10800000" flipH="1">
                <a:off x="-212775" y="-127750"/>
                <a:ext cx="3125100" cy="1804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3" name="Google Shape;453;p6"/>
              <p:cNvCxnSpPr/>
              <p:nvPr/>
            </p:nvCxnSpPr>
            <p:spPr>
              <a:xfrm rot="10800000" flipH="1">
                <a:off x="-180475" y="-165575"/>
                <a:ext cx="3648000" cy="210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4" name="Google Shape;454;p6"/>
              <p:cNvCxnSpPr/>
              <p:nvPr/>
            </p:nvCxnSpPr>
            <p:spPr>
              <a:xfrm rot="10800000" flipH="1">
                <a:off x="-227000" y="-146700"/>
                <a:ext cx="4150500" cy="2396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5" name="Google Shape;455;p6"/>
              <p:cNvCxnSpPr/>
              <p:nvPr/>
            </p:nvCxnSpPr>
            <p:spPr>
              <a:xfrm rot="10800000" flipH="1">
                <a:off x="-285775" y="-133000"/>
                <a:ext cx="4675200" cy="2699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6" name="Google Shape;456;p6"/>
              <p:cNvCxnSpPr/>
              <p:nvPr/>
            </p:nvCxnSpPr>
            <p:spPr>
              <a:xfrm rot="10800000" flipH="1">
                <a:off x="-254975" y="-209000"/>
                <a:ext cx="5265600" cy="303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7" name="Google Shape;457;p6"/>
              <p:cNvCxnSpPr/>
              <p:nvPr/>
            </p:nvCxnSpPr>
            <p:spPr>
              <a:xfrm rot="10800000" flipH="1">
                <a:off x="-230325" y="-171400"/>
                <a:ext cx="5665200" cy="327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8" name="Google Shape;458;p6"/>
              <p:cNvCxnSpPr/>
              <p:nvPr/>
            </p:nvCxnSpPr>
            <p:spPr>
              <a:xfrm rot="10800000" flipH="1">
                <a:off x="-203625" y="-162575"/>
                <a:ext cx="6111900" cy="3528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9" name="Google Shape;459;p6"/>
              <p:cNvCxnSpPr/>
              <p:nvPr/>
            </p:nvCxnSpPr>
            <p:spPr>
              <a:xfrm rot="10800000" flipH="1">
                <a:off x="-212500" y="-179425"/>
                <a:ext cx="6639600" cy="3833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60" name="Google Shape;460;p6"/>
              <p:cNvCxnSpPr/>
              <p:nvPr/>
            </p:nvCxnSpPr>
            <p:spPr>
              <a:xfrm rot="10800000" flipH="1">
                <a:off x="-237200" y="-171550"/>
                <a:ext cx="7140000" cy="4122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61" name="Google Shape;461;p6"/>
              <p:cNvCxnSpPr/>
              <p:nvPr/>
            </p:nvCxnSpPr>
            <p:spPr>
              <a:xfrm rot="10800000" flipH="1">
                <a:off x="-208450" y="-169925"/>
                <a:ext cx="7598100" cy="4386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62" name="Google Shape;462;p6"/>
              <p:cNvCxnSpPr/>
              <p:nvPr/>
            </p:nvCxnSpPr>
            <p:spPr>
              <a:xfrm rot="10800000" flipH="1">
                <a:off x="-126875" y="-166100"/>
                <a:ext cx="7999200" cy="4618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63" name="Google Shape;463;p6"/>
              <p:cNvCxnSpPr/>
              <p:nvPr/>
            </p:nvCxnSpPr>
            <p:spPr>
              <a:xfrm rot="10800000" flipH="1">
                <a:off x="-175950" y="-237725"/>
                <a:ext cx="8661600" cy="500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64" name="Google Shape;464;p6"/>
              <p:cNvCxnSpPr/>
              <p:nvPr/>
            </p:nvCxnSpPr>
            <p:spPr>
              <a:xfrm rot="10800000" flipH="1">
                <a:off x="-230050" y="-244075"/>
                <a:ext cx="9215700" cy="5320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65" name="Google Shape;465;p6"/>
              <p:cNvCxnSpPr/>
              <p:nvPr/>
            </p:nvCxnSpPr>
            <p:spPr>
              <a:xfrm rot="10800000" flipH="1">
                <a:off x="-150500" y="-149375"/>
                <a:ext cx="9462000" cy="5462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66" name="Google Shape;466;p6"/>
              <p:cNvCxnSpPr/>
              <p:nvPr/>
            </p:nvCxnSpPr>
            <p:spPr>
              <a:xfrm rot="10800000" flipH="1">
                <a:off x="277300" y="105750"/>
                <a:ext cx="9081600" cy="5243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67" name="Google Shape;467;p6"/>
              <p:cNvCxnSpPr/>
              <p:nvPr/>
            </p:nvCxnSpPr>
            <p:spPr>
              <a:xfrm rot="10800000" flipH="1">
                <a:off x="846950" y="376800"/>
                <a:ext cx="8531400" cy="4925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68" name="Google Shape;468;p6"/>
              <p:cNvCxnSpPr/>
              <p:nvPr/>
            </p:nvCxnSpPr>
            <p:spPr>
              <a:xfrm rot="10800000" flipH="1">
                <a:off x="1349000" y="635275"/>
                <a:ext cx="8071500" cy="465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69" name="Google Shape;469;p6"/>
              <p:cNvCxnSpPr/>
              <p:nvPr/>
            </p:nvCxnSpPr>
            <p:spPr>
              <a:xfrm rot="10800000" flipH="1">
                <a:off x="1864375" y="918950"/>
                <a:ext cx="7554300" cy="4361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70" name="Google Shape;470;p6"/>
              <p:cNvCxnSpPr/>
              <p:nvPr/>
            </p:nvCxnSpPr>
            <p:spPr>
              <a:xfrm rot="10800000" flipH="1">
                <a:off x="2403950" y="1170550"/>
                <a:ext cx="7067700" cy="408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71" name="Google Shape;471;p6"/>
              <p:cNvCxnSpPr/>
              <p:nvPr/>
            </p:nvCxnSpPr>
            <p:spPr>
              <a:xfrm rot="10800000" flipH="1">
                <a:off x="2718375" y="1495625"/>
                <a:ext cx="6679800" cy="3856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72" name="Google Shape;472;p6"/>
              <p:cNvCxnSpPr/>
              <p:nvPr/>
            </p:nvCxnSpPr>
            <p:spPr>
              <a:xfrm rot="10800000" flipH="1">
                <a:off x="3297700" y="1822900"/>
                <a:ext cx="6023100" cy="3477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73" name="Google Shape;473;p6"/>
              <p:cNvCxnSpPr/>
              <p:nvPr/>
            </p:nvCxnSpPr>
            <p:spPr>
              <a:xfrm rot="10800000" flipH="1">
                <a:off x="3726050" y="2104125"/>
                <a:ext cx="5597100" cy="3231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74" name="Google Shape;474;p6"/>
              <p:cNvCxnSpPr/>
              <p:nvPr/>
            </p:nvCxnSpPr>
            <p:spPr>
              <a:xfrm rot="10800000" flipH="1">
                <a:off x="4244875" y="2361600"/>
                <a:ext cx="5121600" cy="295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75" name="Google Shape;475;p6"/>
              <p:cNvCxnSpPr/>
              <p:nvPr/>
            </p:nvCxnSpPr>
            <p:spPr>
              <a:xfrm rot="10800000" flipH="1">
                <a:off x="4742850" y="2657525"/>
                <a:ext cx="4600200" cy="2655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76" name="Google Shape;476;p6"/>
              <p:cNvCxnSpPr/>
              <p:nvPr/>
            </p:nvCxnSpPr>
            <p:spPr>
              <a:xfrm rot="10800000" flipH="1">
                <a:off x="5210850" y="2937150"/>
                <a:ext cx="4137300" cy="2388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77" name="Google Shape;477;p6"/>
              <p:cNvCxnSpPr/>
              <p:nvPr/>
            </p:nvCxnSpPr>
            <p:spPr>
              <a:xfrm rot="10800000" flipH="1">
                <a:off x="5725550" y="3223700"/>
                <a:ext cx="3615300" cy="208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78" name="Google Shape;478;p6"/>
              <p:cNvCxnSpPr/>
              <p:nvPr/>
            </p:nvCxnSpPr>
            <p:spPr>
              <a:xfrm rot="10800000" flipH="1">
                <a:off x="6217950" y="3515950"/>
                <a:ext cx="3106500" cy="1793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79" name="Google Shape;479;p6"/>
              <p:cNvCxnSpPr/>
              <p:nvPr/>
            </p:nvCxnSpPr>
            <p:spPr>
              <a:xfrm rot="10800000" flipH="1">
                <a:off x="6716500" y="3797450"/>
                <a:ext cx="2609700" cy="1506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80" name="Google Shape;480;p6"/>
              <p:cNvCxnSpPr/>
              <p:nvPr/>
            </p:nvCxnSpPr>
            <p:spPr>
              <a:xfrm rot="10800000" flipH="1">
                <a:off x="7199175" y="4100700"/>
                <a:ext cx="2091000" cy="1207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81" name="Google Shape;481;p6"/>
              <p:cNvCxnSpPr/>
              <p:nvPr/>
            </p:nvCxnSpPr>
            <p:spPr>
              <a:xfrm rot="10800000" flipH="1">
                <a:off x="7718000" y="4338975"/>
                <a:ext cx="1648800" cy="951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82" name="Google Shape;482;p6"/>
              <p:cNvCxnSpPr/>
              <p:nvPr/>
            </p:nvCxnSpPr>
            <p:spPr>
              <a:xfrm rot="10800000" flipH="1">
                <a:off x="8129050" y="4607075"/>
                <a:ext cx="1263000" cy="729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83" name="Google Shape;483;p6"/>
              <p:cNvCxnSpPr/>
              <p:nvPr/>
            </p:nvCxnSpPr>
            <p:spPr>
              <a:xfrm rot="10800000" flipH="1">
                <a:off x="8487200" y="4879525"/>
                <a:ext cx="921600" cy="532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484" name="Google Shape;484;p6"/>
            <p:cNvGrpSpPr/>
            <p:nvPr/>
          </p:nvGrpSpPr>
          <p:grpSpPr>
            <a:xfrm rot="10800000">
              <a:off x="-229861" y="-321271"/>
              <a:ext cx="9830575" cy="5715375"/>
              <a:chOff x="-358925" y="-303650"/>
              <a:chExt cx="9830575" cy="5715375"/>
            </a:xfrm>
          </p:grpSpPr>
          <p:cxnSp>
            <p:nvCxnSpPr>
              <p:cNvPr id="485" name="Google Shape;485;p6"/>
              <p:cNvCxnSpPr/>
              <p:nvPr/>
            </p:nvCxnSpPr>
            <p:spPr>
              <a:xfrm rot="10800000" flipH="1">
                <a:off x="-282200" y="-303650"/>
                <a:ext cx="1052400" cy="607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86" name="Google Shape;486;p6"/>
              <p:cNvCxnSpPr/>
              <p:nvPr/>
            </p:nvCxnSpPr>
            <p:spPr>
              <a:xfrm rot="10800000" flipH="1">
                <a:off x="-281950" y="-236675"/>
                <a:ext cx="1425600" cy="822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87" name="Google Shape;487;p6"/>
              <p:cNvCxnSpPr/>
              <p:nvPr/>
            </p:nvCxnSpPr>
            <p:spPr>
              <a:xfrm rot="10800000" flipH="1">
                <a:off x="-358925" y="-155350"/>
                <a:ext cx="1851000" cy="1068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88" name="Google Shape;488;p6"/>
              <p:cNvCxnSpPr/>
              <p:nvPr/>
            </p:nvCxnSpPr>
            <p:spPr>
              <a:xfrm rot="10800000" flipH="1">
                <a:off x="-267650" y="-115750"/>
                <a:ext cx="2180400" cy="125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89" name="Google Shape;489;p6"/>
              <p:cNvCxnSpPr/>
              <p:nvPr/>
            </p:nvCxnSpPr>
            <p:spPr>
              <a:xfrm rot="10800000" flipH="1">
                <a:off x="-229800" y="-86050"/>
                <a:ext cx="2580300" cy="1489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0" name="Google Shape;490;p6"/>
              <p:cNvCxnSpPr/>
              <p:nvPr/>
            </p:nvCxnSpPr>
            <p:spPr>
              <a:xfrm rot="10800000" flipH="1">
                <a:off x="-212775" y="-127750"/>
                <a:ext cx="3125100" cy="1804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1" name="Google Shape;491;p6"/>
              <p:cNvCxnSpPr/>
              <p:nvPr/>
            </p:nvCxnSpPr>
            <p:spPr>
              <a:xfrm rot="10800000" flipH="1">
                <a:off x="-180475" y="-165575"/>
                <a:ext cx="3648000" cy="210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2" name="Google Shape;492;p6"/>
              <p:cNvCxnSpPr/>
              <p:nvPr/>
            </p:nvCxnSpPr>
            <p:spPr>
              <a:xfrm rot="10800000" flipH="1">
                <a:off x="-227000" y="-146700"/>
                <a:ext cx="4150500" cy="2396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3" name="Google Shape;493;p6"/>
              <p:cNvCxnSpPr/>
              <p:nvPr/>
            </p:nvCxnSpPr>
            <p:spPr>
              <a:xfrm rot="10800000" flipH="1">
                <a:off x="-285775" y="-133000"/>
                <a:ext cx="4675200" cy="2699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4" name="Google Shape;494;p6"/>
              <p:cNvCxnSpPr/>
              <p:nvPr/>
            </p:nvCxnSpPr>
            <p:spPr>
              <a:xfrm rot="10800000" flipH="1">
                <a:off x="-254975" y="-209000"/>
                <a:ext cx="5265600" cy="303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5" name="Google Shape;495;p6"/>
              <p:cNvCxnSpPr/>
              <p:nvPr/>
            </p:nvCxnSpPr>
            <p:spPr>
              <a:xfrm rot="10800000" flipH="1">
                <a:off x="-230325" y="-171400"/>
                <a:ext cx="5665200" cy="327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6" name="Google Shape;496;p6"/>
              <p:cNvCxnSpPr/>
              <p:nvPr/>
            </p:nvCxnSpPr>
            <p:spPr>
              <a:xfrm rot="10800000" flipH="1">
                <a:off x="-203625" y="-162575"/>
                <a:ext cx="6111900" cy="3528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7" name="Google Shape;497;p6"/>
              <p:cNvCxnSpPr/>
              <p:nvPr/>
            </p:nvCxnSpPr>
            <p:spPr>
              <a:xfrm rot="10800000" flipH="1">
                <a:off x="-212500" y="-179425"/>
                <a:ext cx="6639600" cy="3833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8" name="Google Shape;498;p6"/>
              <p:cNvCxnSpPr/>
              <p:nvPr/>
            </p:nvCxnSpPr>
            <p:spPr>
              <a:xfrm rot="10800000" flipH="1">
                <a:off x="-237200" y="-171550"/>
                <a:ext cx="7140000" cy="4122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9" name="Google Shape;499;p6"/>
              <p:cNvCxnSpPr/>
              <p:nvPr/>
            </p:nvCxnSpPr>
            <p:spPr>
              <a:xfrm rot="10800000" flipH="1">
                <a:off x="-208450" y="-169925"/>
                <a:ext cx="7598100" cy="4386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00" name="Google Shape;500;p6"/>
              <p:cNvCxnSpPr/>
              <p:nvPr/>
            </p:nvCxnSpPr>
            <p:spPr>
              <a:xfrm rot="10800000" flipH="1">
                <a:off x="-126875" y="-166100"/>
                <a:ext cx="7999200" cy="4618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01" name="Google Shape;501;p6"/>
              <p:cNvCxnSpPr/>
              <p:nvPr/>
            </p:nvCxnSpPr>
            <p:spPr>
              <a:xfrm rot="10800000" flipH="1">
                <a:off x="-175950" y="-237725"/>
                <a:ext cx="8661600" cy="500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02" name="Google Shape;502;p6"/>
              <p:cNvCxnSpPr/>
              <p:nvPr/>
            </p:nvCxnSpPr>
            <p:spPr>
              <a:xfrm rot="10800000" flipH="1">
                <a:off x="-230050" y="-244075"/>
                <a:ext cx="9215700" cy="5320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03" name="Google Shape;503;p6"/>
              <p:cNvCxnSpPr/>
              <p:nvPr/>
            </p:nvCxnSpPr>
            <p:spPr>
              <a:xfrm rot="10800000" flipH="1">
                <a:off x="-150500" y="-149375"/>
                <a:ext cx="9462000" cy="5462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04" name="Google Shape;504;p6"/>
              <p:cNvCxnSpPr/>
              <p:nvPr/>
            </p:nvCxnSpPr>
            <p:spPr>
              <a:xfrm rot="10800000" flipH="1">
                <a:off x="277300" y="105750"/>
                <a:ext cx="9081600" cy="5243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05" name="Google Shape;505;p6"/>
              <p:cNvCxnSpPr/>
              <p:nvPr/>
            </p:nvCxnSpPr>
            <p:spPr>
              <a:xfrm rot="10800000" flipH="1">
                <a:off x="846950" y="376800"/>
                <a:ext cx="8531400" cy="4925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06" name="Google Shape;506;p6"/>
              <p:cNvCxnSpPr/>
              <p:nvPr/>
            </p:nvCxnSpPr>
            <p:spPr>
              <a:xfrm rot="10800000" flipH="1">
                <a:off x="1349000" y="635275"/>
                <a:ext cx="8071500" cy="465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07" name="Google Shape;507;p6"/>
              <p:cNvCxnSpPr/>
              <p:nvPr/>
            </p:nvCxnSpPr>
            <p:spPr>
              <a:xfrm rot="10800000" flipH="1">
                <a:off x="1864375" y="918950"/>
                <a:ext cx="7554300" cy="4361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08" name="Google Shape;508;p6"/>
              <p:cNvCxnSpPr/>
              <p:nvPr/>
            </p:nvCxnSpPr>
            <p:spPr>
              <a:xfrm rot="10800000" flipH="1">
                <a:off x="2403950" y="1170550"/>
                <a:ext cx="7067700" cy="408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09" name="Google Shape;509;p6"/>
              <p:cNvCxnSpPr/>
              <p:nvPr/>
            </p:nvCxnSpPr>
            <p:spPr>
              <a:xfrm rot="10800000" flipH="1">
                <a:off x="2718375" y="1495625"/>
                <a:ext cx="6679800" cy="3856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10" name="Google Shape;510;p6"/>
              <p:cNvCxnSpPr/>
              <p:nvPr/>
            </p:nvCxnSpPr>
            <p:spPr>
              <a:xfrm rot="10800000" flipH="1">
                <a:off x="3297700" y="1822900"/>
                <a:ext cx="6023100" cy="3477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11" name="Google Shape;511;p6"/>
              <p:cNvCxnSpPr/>
              <p:nvPr/>
            </p:nvCxnSpPr>
            <p:spPr>
              <a:xfrm rot="10800000" flipH="1">
                <a:off x="3726050" y="2104125"/>
                <a:ext cx="5597100" cy="3231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12" name="Google Shape;512;p6"/>
              <p:cNvCxnSpPr/>
              <p:nvPr/>
            </p:nvCxnSpPr>
            <p:spPr>
              <a:xfrm rot="10800000" flipH="1">
                <a:off x="4244875" y="2361600"/>
                <a:ext cx="5121600" cy="295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13" name="Google Shape;513;p6"/>
              <p:cNvCxnSpPr/>
              <p:nvPr/>
            </p:nvCxnSpPr>
            <p:spPr>
              <a:xfrm rot="10800000" flipH="1">
                <a:off x="4742850" y="2657525"/>
                <a:ext cx="4600200" cy="2655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14" name="Google Shape;514;p6"/>
              <p:cNvCxnSpPr/>
              <p:nvPr/>
            </p:nvCxnSpPr>
            <p:spPr>
              <a:xfrm rot="10800000" flipH="1">
                <a:off x="5210850" y="2937150"/>
                <a:ext cx="4137300" cy="2388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15" name="Google Shape;515;p6"/>
              <p:cNvCxnSpPr/>
              <p:nvPr/>
            </p:nvCxnSpPr>
            <p:spPr>
              <a:xfrm rot="10800000" flipH="1">
                <a:off x="5725550" y="3223700"/>
                <a:ext cx="3615300" cy="208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16" name="Google Shape;516;p6"/>
              <p:cNvCxnSpPr/>
              <p:nvPr/>
            </p:nvCxnSpPr>
            <p:spPr>
              <a:xfrm rot="10800000" flipH="1">
                <a:off x="6217950" y="3515950"/>
                <a:ext cx="3106500" cy="1793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17" name="Google Shape;517;p6"/>
              <p:cNvCxnSpPr/>
              <p:nvPr/>
            </p:nvCxnSpPr>
            <p:spPr>
              <a:xfrm rot="10800000" flipH="1">
                <a:off x="6716500" y="3797450"/>
                <a:ext cx="2609700" cy="1506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18" name="Google Shape;518;p6"/>
              <p:cNvCxnSpPr/>
              <p:nvPr/>
            </p:nvCxnSpPr>
            <p:spPr>
              <a:xfrm rot="10800000" flipH="1">
                <a:off x="7199175" y="4100700"/>
                <a:ext cx="2091000" cy="1207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19" name="Google Shape;519;p6"/>
              <p:cNvCxnSpPr/>
              <p:nvPr/>
            </p:nvCxnSpPr>
            <p:spPr>
              <a:xfrm rot="10800000" flipH="1">
                <a:off x="7718000" y="4338975"/>
                <a:ext cx="1648800" cy="951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20" name="Google Shape;520;p6"/>
              <p:cNvCxnSpPr/>
              <p:nvPr/>
            </p:nvCxnSpPr>
            <p:spPr>
              <a:xfrm rot="10800000" flipH="1">
                <a:off x="8129050" y="4607075"/>
                <a:ext cx="1263000" cy="729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21" name="Google Shape;521;p6"/>
              <p:cNvCxnSpPr/>
              <p:nvPr/>
            </p:nvCxnSpPr>
            <p:spPr>
              <a:xfrm rot="10800000" flipH="1">
                <a:off x="8487200" y="4879525"/>
                <a:ext cx="921600" cy="532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522" name="Google Shape;522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4" name="Google Shape;524;p7"/>
          <p:cNvGrpSpPr/>
          <p:nvPr/>
        </p:nvGrpSpPr>
        <p:grpSpPr>
          <a:xfrm>
            <a:off x="-458461" y="-321271"/>
            <a:ext cx="10059175" cy="5791575"/>
            <a:chOff x="-458461" y="-321271"/>
            <a:chExt cx="10059175" cy="5791575"/>
          </a:xfrm>
        </p:grpSpPr>
        <p:grpSp>
          <p:nvGrpSpPr>
            <p:cNvPr id="525" name="Google Shape;525;p7"/>
            <p:cNvGrpSpPr/>
            <p:nvPr/>
          </p:nvGrpSpPr>
          <p:grpSpPr>
            <a:xfrm flipH="1">
              <a:off x="-458461" y="-245071"/>
              <a:ext cx="9830575" cy="5715375"/>
              <a:chOff x="-358925" y="-303650"/>
              <a:chExt cx="9830575" cy="5715375"/>
            </a:xfrm>
          </p:grpSpPr>
          <p:cxnSp>
            <p:nvCxnSpPr>
              <p:cNvPr id="526" name="Google Shape;526;p7"/>
              <p:cNvCxnSpPr/>
              <p:nvPr/>
            </p:nvCxnSpPr>
            <p:spPr>
              <a:xfrm rot="10800000" flipH="1">
                <a:off x="-282200" y="-303650"/>
                <a:ext cx="1052400" cy="607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27" name="Google Shape;527;p7"/>
              <p:cNvCxnSpPr/>
              <p:nvPr/>
            </p:nvCxnSpPr>
            <p:spPr>
              <a:xfrm rot="10800000" flipH="1">
                <a:off x="-281950" y="-236675"/>
                <a:ext cx="1425600" cy="822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28" name="Google Shape;528;p7"/>
              <p:cNvCxnSpPr/>
              <p:nvPr/>
            </p:nvCxnSpPr>
            <p:spPr>
              <a:xfrm rot="10800000" flipH="1">
                <a:off x="-358925" y="-155350"/>
                <a:ext cx="1851000" cy="1068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29" name="Google Shape;529;p7"/>
              <p:cNvCxnSpPr/>
              <p:nvPr/>
            </p:nvCxnSpPr>
            <p:spPr>
              <a:xfrm rot="10800000" flipH="1">
                <a:off x="-267650" y="-115750"/>
                <a:ext cx="2180400" cy="125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0" name="Google Shape;530;p7"/>
              <p:cNvCxnSpPr/>
              <p:nvPr/>
            </p:nvCxnSpPr>
            <p:spPr>
              <a:xfrm rot="10800000" flipH="1">
                <a:off x="-229800" y="-86050"/>
                <a:ext cx="2580300" cy="1489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1" name="Google Shape;531;p7"/>
              <p:cNvCxnSpPr/>
              <p:nvPr/>
            </p:nvCxnSpPr>
            <p:spPr>
              <a:xfrm rot="10800000" flipH="1">
                <a:off x="-212775" y="-127750"/>
                <a:ext cx="3125100" cy="1804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2" name="Google Shape;532;p7"/>
              <p:cNvCxnSpPr/>
              <p:nvPr/>
            </p:nvCxnSpPr>
            <p:spPr>
              <a:xfrm rot="10800000" flipH="1">
                <a:off x="-180475" y="-165575"/>
                <a:ext cx="3648000" cy="210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3" name="Google Shape;533;p7"/>
              <p:cNvCxnSpPr/>
              <p:nvPr/>
            </p:nvCxnSpPr>
            <p:spPr>
              <a:xfrm rot="10800000" flipH="1">
                <a:off x="-227000" y="-146700"/>
                <a:ext cx="4150500" cy="2396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4" name="Google Shape;534;p7"/>
              <p:cNvCxnSpPr/>
              <p:nvPr/>
            </p:nvCxnSpPr>
            <p:spPr>
              <a:xfrm rot="10800000" flipH="1">
                <a:off x="-285775" y="-133000"/>
                <a:ext cx="4675200" cy="2699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5" name="Google Shape;535;p7"/>
              <p:cNvCxnSpPr/>
              <p:nvPr/>
            </p:nvCxnSpPr>
            <p:spPr>
              <a:xfrm rot="10800000" flipH="1">
                <a:off x="-254975" y="-209000"/>
                <a:ext cx="5265600" cy="303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6" name="Google Shape;536;p7"/>
              <p:cNvCxnSpPr/>
              <p:nvPr/>
            </p:nvCxnSpPr>
            <p:spPr>
              <a:xfrm rot="10800000" flipH="1">
                <a:off x="-230325" y="-171400"/>
                <a:ext cx="5665200" cy="327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7" name="Google Shape;537;p7"/>
              <p:cNvCxnSpPr/>
              <p:nvPr/>
            </p:nvCxnSpPr>
            <p:spPr>
              <a:xfrm rot="10800000" flipH="1">
                <a:off x="-203625" y="-162575"/>
                <a:ext cx="6111900" cy="3528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8" name="Google Shape;538;p7"/>
              <p:cNvCxnSpPr/>
              <p:nvPr/>
            </p:nvCxnSpPr>
            <p:spPr>
              <a:xfrm rot="10800000" flipH="1">
                <a:off x="-212500" y="-179425"/>
                <a:ext cx="6639600" cy="3833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9" name="Google Shape;539;p7"/>
              <p:cNvCxnSpPr/>
              <p:nvPr/>
            </p:nvCxnSpPr>
            <p:spPr>
              <a:xfrm rot="10800000" flipH="1">
                <a:off x="-237200" y="-171550"/>
                <a:ext cx="7140000" cy="4122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40" name="Google Shape;540;p7"/>
              <p:cNvCxnSpPr/>
              <p:nvPr/>
            </p:nvCxnSpPr>
            <p:spPr>
              <a:xfrm rot="10800000" flipH="1">
                <a:off x="-208450" y="-169925"/>
                <a:ext cx="7598100" cy="4386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41" name="Google Shape;541;p7"/>
              <p:cNvCxnSpPr/>
              <p:nvPr/>
            </p:nvCxnSpPr>
            <p:spPr>
              <a:xfrm rot="10800000" flipH="1">
                <a:off x="-126875" y="-166100"/>
                <a:ext cx="7999200" cy="4618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42" name="Google Shape;542;p7"/>
              <p:cNvCxnSpPr/>
              <p:nvPr/>
            </p:nvCxnSpPr>
            <p:spPr>
              <a:xfrm rot="10800000" flipH="1">
                <a:off x="-175950" y="-237725"/>
                <a:ext cx="8661600" cy="500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43" name="Google Shape;543;p7"/>
              <p:cNvCxnSpPr/>
              <p:nvPr/>
            </p:nvCxnSpPr>
            <p:spPr>
              <a:xfrm rot="10800000" flipH="1">
                <a:off x="-230050" y="-244075"/>
                <a:ext cx="9215700" cy="5320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44" name="Google Shape;544;p7"/>
              <p:cNvCxnSpPr/>
              <p:nvPr/>
            </p:nvCxnSpPr>
            <p:spPr>
              <a:xfrm rot="10800000" flipH="1">
                <a:off x="-150500" y="-149375"/>
                <a:ext cx="9462000" cy="5462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45" name="Google Shape;545;p7"/>
              <p:cNvCxnSpPr/>
              <p:nvPr/>
            </p:nvCxnSpPr>
            <p:spPr>
              <a:xfrm rot="10800000" flipH="1">
                <a:off x="277300" y="105750"/>
                <a:ext cx="9081600" cy="5243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46" name="Google Shape;546;p7"/>
              <p:cNvCxnSpPr/>
              <p:nvPr/>
            </p:nvCxnSpPr>
            <p:spPr>
              <a:xfrm rot="10800000" flipH="1">
                <a:off x="846950" y="376800"/>
                <a:ext cx="8531400" cy="4925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47" name="Google Shape;547;p7"/>
              <p:cNvCxnSpPr/>
              <p:nvPr/>
            </p:nvCxnSpPr>
            <p:spPr>
              <a:xfrm rot="10800000" flipH="1">
                <a:off x="1349000" y="635275"/>
                <a:ext cx="8071500" cy="465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48" name="Google Shape;548;p7"/>
              <p:cNvCxnSpPr/>
              <p:nvPr/>
            </p:nvCxnSpPr>
            <p:spPr>
              <a:xfrm rot="10800000" flipH="1">
                <a:off x="1864375" y="918950"/>
                <a:ext cx="7554300" cy="4361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49" name="Google Shape;549;p7"/>
              <p:cNvCxnSpPr/>
              <p:nvPr/>
            </p:nvCxnSpPr>
            <p:spPr>
              <a:xfrm rot="10800000" flipH="1">
                <a:off x="2403950" y="1170550"/>
                <a:ext cx="7067700" cy="408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50" name="Google Shape;550;p7"/>
              <p:cNvCxnSpPr/>
              <p:nvPr/>
            </p:nvCxnSpPr>
            <p:spPr>
              <a:xfrm rot="10800000" flipH="1">
                <a:off x="2718375" y="1495625"/>
                <a:ext cx="6679800" cy="3856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51" name="Google Shape;551;p7"/>
              <p:cNvCxnSpPr/>
              <p:nvPr/>
            </p:nvCxnSpPr>
            <p:spPr>
              <a:xfrm rot="10800000" flipH="1">
                <a:off x="3297700" y="1822900"/>
                <a:ext cx="6023100" cy="3477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52" name="Google Shape;552;p7"/>
              <p:cNvCxnSpPr/>
              <p:nvPr/>
            </p:nvCxnSpPr>
            <p:spPr>
              <a:xfrm rot="10800000" flipH="1">
                <a:off x="3726050" y="2104125"/>
                <a:ext cx="5597100" cy="3231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53" name="Google Shape;553;p7"/>
              <p:cNvCxnSpPr/>
              <p:nvPr/>
            </p:nvCxnSpPr>
            <p:spPr>
              <a:xfrm rot="10800000" flipH="1">
                <a:off x="4244875" y="2361600"/>
                <a:ext cx="5121600" cy="295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54" name="Google Shape;554;p7"/>
              <p:cNvCxnSpPr/>
              <p:nvPr/>
            </p:nvCxnSpPr>
            <p:spPr>
              <a:xfrm rot="10800000" flipH="1">
                <a:off x="4742850" y="2657525"/>
                <a:ext cx="4600200" cy="2655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55" name="Google Shape;555;p7"/>
              <p:cNvCxnSpPr/>
              <p:nvPr/>
            </p:nvCxnSpPr>
            <p:spPr>
              <a:xfrm rot="10800000" flipH="1">
                <a:off x="5210850" y="2937150"/>
                <a:ext cx="4137300" cy="2388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56" name="Google Shape;556;p7"/>
              <p:cNvCxnSpPr/>
              <p:nvPr/>
            </p:nvCxnSpPr>
            <p:spPr>
              <a:xfrm rot="10800000" flipH="1">
                <a:off x="5725550" y="3223700"/>
                <a:ext cx="3615300" cy="208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57" name="Google Shape;557;p7"/>
              <p:cNvCxnSpPr/>
              <p:nvPr/>
            </p:nvCxnSpPr>
            <p:spPr>
              <a:xfrm rot="10800000" flipH="1">
                <a:off x="6217950" y="3515950"/>
                <a:ext cx="3106500" cy="1793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58" name="Google Shape;558;p7"/>
              <p:cNvCxnSpPr/>
              <p:nvPr/>
            </p:nvCxnSpPr>
            <p:spPr>
              <a:xfrm rot="10800000" flipH="1">
                <a:off x="6716500" y="3797450"/>
                <a:ext cx="2609700" cy="1506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59" name="Google Shape;559;p7"/>
              <p:cNvCxnSpPr/>
              <p:nvPr/>
            </p:nvCxnSpPr>
            <p:spPr>
              <a:xfrm rot="10800000" flipH="1">
                <a:off x="7199175" y="4100700"/>
                <a:ext cx="2091000" cy="1207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60" name="Google Shape;560;p7"/>
              <p:cNvCxnSpPr/>
              <p:nvPr/>
            </p:nvCxnSpPr>
            <p:spPr>
              <a:xfrm rot="10800000" flipH="1">
                <a:off x="7718000" y="4338975"/>
                <a:ext cx="1648800" cy="951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61" name="Google Shape;561;p7"/>
              <p:cNvCxnSpPr/>
              <p:nvPr/>
            </p:nvCxnSpPr>
            <p:spPr>
              <a:xfrm rot="10800000" flipH="1">
                <a:off x="8129050" y="4607075"/>
                <a:ext cx="1263000" cy="729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62" name="Google Shape;562;p7"/>
              <p:cNvCxnSpPr/>
              <p:nvPr/>
            </p:nvCxnSpPr>
            <p:spPr>
              <a:xfrm rot="10800000" flipH="1">
                <a:off x="8487200" y="4879525"/>
                <a:ext cx="921600" cy="532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563" name="Google Shape;563;p7"/>
            <p:cNvGrpSpPr/>
            <p:nvPr/>
          </p:nvGrpSpPr>
          <p:grpSpPr>
            <a:xfrm rot="10800000">
              <a:off x="-229861" y="-321271"/>
              <a:ext cx="9830575" cy="5715375"/>
              <a:chOff x="-358925" y="-303650"/>
              <a:chExt cx="9830575" cy="5715375"/>
            </a:xfrm>
          </p:grpSpPr>
          <p:cxnSp>
            <p:nvCxnSpPr>
              <p:cNvPr id="564" name="Google Shape;564;p7"/>
              <p:cNvCxnSpPr/>
              <p:nvPr/>
            </p:nvCxnSpPr>
            <p:spPr>
              <a:xfrm rot="10800000" flipH="1">
                <a:off x="-282200" y="-303650"/>
                <a:ext cx="1052400" cy="607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65" name="Google Shape;565;p7"/>
              <p:cNvCxnSpPr/>
              <p:nvPr/>
            </p:nvCxnSpPr>
            <p:spPr>
              <a:xfrm rot="10800000" flipH="1">
                <a:off x="-281950" y="-236675"/>
                <a:ext cx="1425600" cy="822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66" name="Google Shape;566;p7"/>
              <p:cNvCxnSpPr/>
              <p:nvPr/>
            </p:nvCxnSpPr>
            <p:spPr>
              <a:xfrm rot="10800000" flipH="1">
                <a:off x="-358925" y="-155350"/>
                <a:ext cx="1851000" cy="1068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67" name="Google Shape;567;p7"/>
              <p:cNvCxnSpPr/>
              <p:nvPr/>
            </p:nvCxnSpPr>
            <p:spPr>
              <a:xfrm rot="10800000" flipH="1">
                <a:off x="-267650" y="-115750"/>
                <a:ext cx="2180400" cy="125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68" name="Google Shape;568;p7"/>
              <p:cNvCxnSpPr/>
              <p:nvPr/>
            </p:nvCxnSpPr>
            <p:spPr>
              <a:xfrm rot="10800000" flipH="1">
                <a:off x="-229800" y="-86050"/>
                <a:ext cx="2580300" cy="1489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69" name="Google Shape;569;p7"/>
              <p:cNvCxnSpPr/>
              <p:nvPr/>
            </p:nvCxnSpPr>
            <p:spPr>
              <a:xfrm rot="10800000" flipH="1">
                <a:off x="-212775" y="-127750"/>
                <a:ext cx="3125100" cy="1804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70" name="Google Shape;570;p7"/>
              <p:cNvCxnSpPr/>
              <p:nvPr/>
            </p:nvCxnSpPr>
            <p:spPr>
              <a:xfrm rot="10800000" flipH="1">
                <a:off x="-180475" y="-165575"/>
                <a:ext cx="3648000" cy="210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71" name="Google Shape;571;p7"/>
              <p:cNvCxnSpPr/>
              <p:nvPr/>
            </p:nvCxnSpPr>
            <p:spPr>
              <a:xfrm rot="10800000" flipH="1">
                <a:off x="-227000" y="-146700"/>
                <a:ext cx="4150500" cy="2396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72" name="Google Shape;572;p7"/>
              <p:cNvCxnSpPr/>
              <p:nvPr/>
            </p:nvCxnSpPr>
            <p:spPr>
              <a:xfrm rot="10800000" flipH="1">
                <a:off x="-285775" y="-133000"/>
                <a:ext cx="4675200" cy="2699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73" name="Google Shape;573;p7"/>
              <p:cNvCxnSpPr/>
              <p:nvPr/>
            </p:nvCxnSpPr>
            <p:spPr>
              <a:xfrm rot="10800000" flipH="1">
                <a:off x="-254975" y="-209000"/>
                <a:ext cx="5265600" cy="303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74" name="Google Shape;574;p7"/>
              <p:cNvCxnSpPr/>
              <p:nvPr/>
            </p:nvCxnSpPr>
            <p:spPr>
              <a:xfrm rot="10800000" flipH="1">
                <a:off x="-230325" y="-171400"/>
                <a:ext cx="5665200" cy="327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75" name="Google Shape;575;p7"/>
              <p:cNvCxnSpPr/>
              <p:nvPr/>
            </p:nvCxnSpPr>
            <p:spPr>
              <a:xfrm rot="10800000" flipH="1">
                <a:off x="-203625" y="-162575"/>
                <a:ext cx="6111900" cy="3528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76" name="Google Shape;576;p7"/>
              <p:cNvCxnSpPr/>
              <p:nvPr/>
            </p:nvCxnSpPr>
            <p:spPr>
              <a:xfrm rot="10800000" flipH="1">
                <a:off x="-212500" y="-179425"/>
                <a:ext cx="6639600" cy="3833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77" name="Google Shape;577;p7"/>
              <p:cNvCxnSpPr/>
              <p:nvPr/>
            </p:nvCxnSpPr>
            <p:spPr>
              <a:xfrm rot="10800000" flipH="1">
                <a:off x="-237200" y="-171550"/>
                <a:ext cx="7140000" cy="4122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78" name="Google Shape;578;p7"/>
              <p:cNvCxnSpPr/>
              <p:nvPr/>
            </p:nvCxnSpPr>
            <p:spPr>
              <a:xfrm rot="10800000" flipH="1">
                <a:off x="-208450" y="-169925"/>
                <a:ext cx="7598100" cy="4386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79" name="Google Shape;579;p7"/>
              <p:cNvCxnSpPr/>
              <p:nvPr/>
            </p:nvCxnSpPr>
            <p:spPr>
              <a:xfrm rot="10800000" flipH="1">
                <a:off x="-126875" y="-166100"/>
                <a:ext cx="7999200" cy="4618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80" name="Google Shape;580;p7"/>
              <p:cNvCxnSpPr/>
              <p:nvPr/>
            </p:nvCxnSpPr>
            <p:spPr>
              <a:xfrm rot="10800000" flipH="1">
                <a:off x="-175950" y="-237725"/>
                <a:ext cx="8661600" cy="500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81" name="Google Shape;581;p7"/>
              <p:cNvCxnSpPr/>
              <p:nvPr/>
            </p:nvCxnSpPr>
            <p:spPr>
              <a:xfrm rot="10800000" flipH="1">
                <a:off x="-230050" y="-244075"/>
                <a:ext cx="9215700" cy="5320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82" name="Google Shape;582;p7"/>
              <p:cNvCxnSpPr/>
              <p:nvPr/>
            </p:nvCxnSpPr>
            <p:spPr>
              <a:xfrm rot="10800000" flipH="1">
                <a:off x="-150500" y="-149375"/>
                <a:ext cx="9462000" cy="5462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83" name="Google Shape;583;p7"/>
              <p:cNvCxnSpPr/>
              <p:nvPr/>
            </p:nvCxnSpPr>
            <p:spPr>
              <a:xfrm rot="10800000" flipH="1">
                <a:off x="277300" y="105750"/>
                <a:ext cx="9081600" cy="5243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84" name="Google Shape;584;p7"/>
              <p:cNvCxnSpPr/>
              <p:nvPr/>
            </p:nvCxnSpPr>
            <p:spPr>
              <a:xfrm rot="10800000" flipH="1">
                <a:off x="846950" y="376800"/>
                <a:ext cx="8531400" cy="4925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85" name="Google Shape;585;p7"/>
              <p:cNvCxnSpPr/>
              <p:nvPr/>
            </p:nvCxnSpPr>
            <p:spPr>
              <a:xfrm rot="10800000" flipH="1">
                <a:off x="1349000" y="635275"/>
                <a:ext cx="8071500" cy="465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86" name="Google Shape;586;p7"/>
              <p:cNvCxnSpPr/>
              <p:nvPr/>
            </p:nvCxnSpPr>
            <p:spPr>
              <a:xfrm rot="10800000" flipH="1">
                <a:off x="1864375" y="918950"/>
                <a:ext cx="7554300" cy="4361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87" name="Google Shape;587;p7"/>
              <p:cNvCxnSpPr/>
              <p:nvPr/>
            </p:nvCxnSpPr>
            <p:spPr>
              <a:xfrm rot="10800000" flipH="1">
                <a:off x="2403950" y="1170550"/>
                <a:ext cx="7067700" cy="408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88" name="Google Shape;588;p7"/>
              <p:cNvCxnSpPr/>
              <p:nvPr/>
            </p:nvCxnSpPr>
            <p:spPr>
              <a:xfrm rot="10800000" flipH="1">
                <a:off x="2718375" y="1495625"/>
                <a:ext cx="6679800" cy="3856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89" name="Google Shape;589;p7"/>
              <p:cNvCxnSpPr/>
              <p:nvPr/>
            </p:nvCxnSpPr>
            <p:spPr>
              <a:xfrm rot="10800000" flipH="1">
                <a:off x="3297700" y="1822900"/>
                <a:ext cx="6023100" cy="3477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90" name="Google Shape;590;p7"/>
              <p:cNvCxnSpPr/>
              <p:nvPr/>
            </p:nvCxnSpPr>
            <p:spPr>
              <a:xfrm rot="10800000" flipH="1">
                <a:off x="3726050" y="2104125"/>
                <a:ext cx="5597100" cy="3231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91" name="Google Shape;591;p7"/>
              <p:cNvCxnSpPr/>
              <p:nvPr/>
            </p:nvCxnSpPr>
            <p:spPr>
              <a:xfrm rot="10800000" flipH="1">
                <a:off x="4244875" y="2361600"/>
                <a:ext cx="5121600" cy="295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92" name="Google Shape;592;p7"/>
              <p:cNvCxnSpPr/>
              <p:nvPr/>
            </p:nvCxnSpPr>
            <p:spPr>
              <a:xfrm rot="10800000" flipH="1">
                <a:off x="4742850" y="2657525"/>
                <a:ext cx="4600200" cy="2655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93" name="Google Shape;593;p7"/>
              <p:cNvCxnSpPr/>
              <p:nvPr/>
            </p:nvCxnSpPr>
            <p:spPr>
              <a:xfrm rot="10800000" flipH="1">
                <a:off x="5210850" y="2937150"/>
                <a:ext cx="4137300" cy="2388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94" name="Google Shape;594;p7"/>
              <p:cNvCxnSpPr/>
              <p:nvPr/>
            </p:nvCxnSpPr>
            <p:spPr>
              <a:xfrm rot="10800000" flipH="1">
                <a:off x="5725550" y="3223700"/>
                <a:ext cx="3615300" cy="208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95" name="Google Shape;595;p7"/>
              <p:cNvCxnSpPr/>
              <p:nvPr/>
            </p:nvCxnSpPr>
            <p:spPr>
              <a:xfrm rot="10800000" flipH="1">
                <a:off x="6217950" y="3515950"/>
                <a:ext cx="3106500" cy="1793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96" name="Google Shape;596;p7"/>
              <p:cNvCxnSpPr/>
              <p:nvPr/>
            </p:nvCxnSpPr>
            <p:spPr>
              <a:xfrm rot="10800000" flipH="1">
                <a:off x="6716500" y="3797450"/>
                <a:ext cx="2609700" cy="1506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97" name="Google Shape;597;p7"/>
              <p:cNvCxnSpPr/>
              <p:nvPr/>
            </p:nvCxnSpPr>
            <p:spPr>
              <a:xfrm rot="10800000" flipH="1">
                <a:off x="7199175" y="4100700"/>
                <a:ext cx="2091000" cy="1207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98" name="Google Shape;598;p7"/>
              <p:cNvCxnSpPr/>
              <p:nvPr/>
            </p:nvCxnSpPr>
            <p:spPr>
              <a:xfrm rot="10800000" flipH="1">
                <a:off x="7718000" y="4338975"/>
                <a:ext cx="1648800" cy="951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99" name="Google Shape;599;p7"/>
              <p:cNvCxnSpPr/>
              <p:nvPr/>
            </p:nvCxnSpPr>
            <p:spPr>
              <a:xfrm rot="10800000" flipH="1">
                <a:off x="8129050" y="4607075"/>
                <a:ext cx="1263000" cy="729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00" name="Google Shape;600;p7"/>
              <p:cNvCxnSpPr/>
              <p:nvPr/>
            </p:nvCxnSpPr>
            <p:spPr>
              <a:xfrm rot="10800000" flipH="1">
                <a:off x="8487200" y="4879525"/>
                <a:ext cx="921600" cy="532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601" name="Google Shape;601;p7"/>
          <p:cNvSpPr txBox="1">
            <a:spLocks noGrp="1"/>
          </p:cNvSpPr>
          <p:nvPr>
            <p:ph type="title"/>
          </p:nvPr>
        </p:nvSpPr>
        <p:spPr>
          <a:xfrm>
            <a:off x="715100" y="855675"/>
            <a:ext cx="3842100" cy="127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02" name="Google Shape;602;p7"/>
          <p:cNvSpPr txBox="1">
            <a:spLocks noGrp="1"/>
          </p:cNvSpPr>
          <p:nvPr>
            <p:ph type="body" idx="1"/>
          </p:nvPr>
        </p:nvSpPr>
        <p:spPr>
          <a:xfrm>
            <a:off x="715100" y="2257425"/>
            <a:ext cx="3842100" cy="203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400"/>
            </a:lvl1pPr>
            <a:lvl2pPr marL="914400" lvl="1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/>
            </a:lvl2pPr>
            <a:lvl3pPr marL="1371600" lvl="2" indent="-3238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 Light"/>
              <a:buChar char="■"/>
              <a:defRPr/>
            </a:lvl3pPr>
            <a:lvl4pPr marL="1828800" lvl="3" indent="-3238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 Light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11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Nunito Light"/>
              <a:buChar char="●"/>
              <a:defRPr/>
            </a:lvl7pPr>
            <a:lvl8pPr marL="3657600" lvl="7" indent="-3111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Nunito Light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603" name="Google Shape;603;p7"/>
          <p:cNvSpPr/>
          <p:nvPr/>
        </p:nvSpPr>
        <p:spPr>
          <a:xfrm flipH="1">
            <a:off x="110" y="4099029"/>
            <a:ext cx="1836812" cy="1044462"/>
          </a:xfrm>
          <a:custGeom>
            <a:avLst/>
            <a:gdLst/>
            <a:ahLst/>
            <a:cxnLst/>
            <a:rect l="l" t="t" r="r" b="b"/>
            <a:pathLst>
              <a:path w="116586" h="66294" extrusionOk="0">
                <a:moveTo>
                  <a:pt x="116586" y="0"/>
                </a:moveTo>
                <a:lnTo>
                  <a:pt x="0" y="66294"/>
                </a:lnTo>
                <a:lnTo>
                  <a:pt x="116586" y="66294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</p:sp>
      <p:grpSp>
        <p:nvGrpSpPr>
          <p:cNvPr id="604" name="Google Shape;604;p7"/>
          <p:cNvGrpSpPr/>
          <p:nvPr/>
        </p:nvGrpSpPr>
        <p:grpSpPr>
          <a:xfrm>
            <a:off x="8178341" y="619573"/>
            <a:ext cx="593164" cy="1161172"/>
            <a:chOff x="4921825" y="870250"/>
            <a:chExt cx="407925" cy="798550"/>
          </a:xfrm>
        </p:grpSpPr>
        <p:sp>
          <p:nvSpPr>
            <p:cNvPr id="605" name="Google Shape;605;p7"/>
            <p:cNvSpPr/>
            <p:nvPr/>
          </p:nvSpPr>
          <p:spPr>
            <a:xfrm>
              <a:off x="4921825" y="109267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0"/>
                  </a:moveTo>
                  <a:cubicBezTo>
                    <a:pt x="569" y="0"/>
                    <a:pt x="509" y="18"/>
                    <a:pt x="452" y="54"/>
                  </a:cubicBezTo>
                  <a:cubicBezTo>
                    <a:pt x="201" y="179"/>
                    <a:pt x="0" y="530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2" y="1031"/>
                  </a:cubicBezTo>
                  <a:cubicBezTo>
                    <a:pt x="702" y="906"/>
                    <a:pt x="878" y="580"/>
                    <a:pt x="878" y="304"/>
                  </a:cubicBezTo>
                  <a:cubicBezTo>
                    <a:pt x="878" y="108"/>
                    <a:pt x="763" y="0"/>
                    <a:pt x="6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7"/>
            <p:cNvSpPr/>
            <p:nvPr/>
          </p:nvSpPr>
          <p:spPr>
            <a:xfrm>
              <a:off x="5018325" y="1037425"/>
              <a:ext cx="21950" cy="26725"/>
            </a:xfrm>
            <a:custGeom>
              <a:avLst/>
              <a:gdLst/>
              <a:ahLst/>
              <a:cxnLst/>
              <a:rect l="l" t="t" r="r" b="b"/>
              <a:pathLst>
                <a:path w="878" h="1069" extrusionOk="0">
                  <a:moveTo>
                    <a:pt x="627" y="0"/>
                  </a:moveTo>
                  <a:cubicBezTo>
                    <a:pt x="564" y="0"/>
                    <a:pt x="495" y="20"/>
                    <a:pt x="426" y="58"/>
                  </a:cubicBezTo>
                  <a:cubicBezTo>
                    <a:pt x="175" y="209"/>
                    <a:pt x="0" y="509"/>
                    <a:pt x="0" y="760"/>
                  </a:cubicBezTo>
                  <a:cubicBezTo>
                    <a:pt x="0" y="969"/>
                    <a:pt x="96" y="1069"/>
                    <a:pt x="231" y="1069"/>
                  </a:cubicBezTo>
                  <a:cubicBezTo>
                    <a:pt x="290" y="1069"/>
                    <a:pt x="357" y="1049"/>
                    <a:pt x="426" y="1011"/>
                  </a:cubicBezTo>
                  <a:cubicBezTo>
                    <a:pt x="677" y="885"/>
                    <a:pt x="877" y="585"/>
                    <a:pt x="877" y="309"/>
                  </a:cubicBezTo>
                  <a:cubicBezTo>
                    <a:pt x="877" y="100"/>
                    <a:pt x="769" y="0"/>
                    <a:pt x="6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7"/>
            <p:cNvSpPr/>
            <p:nvPr/>
          </p:nvSpPr>
          <p:spPr>
            <a:xfrm>
              <a:off x="5114800" y="981775"/>
              <a:ext cx="21325" cy="26900"/>
            </a:xfrm>
            <a:custGeom>
              <a:avLst/>
              <a:gdLst/>
              <a:ahLst/>
              <a:cxnLst/>
              <a:rect l="l" t="t" r="r" b="b"/>
              <a:pathLst>
                <a:path w="853" h="1076" extrusionOk="0">
                  <a:moveTo>
                    <a:pt x="611" y="0"/>
                  </a:moveTo>
                  <a:cubicBezTo>
                    <a:pt x="554" y="0"/>
                    <a:pt x="491" y="18"/>
                    <a:pt x="427" y="54"/>
                  </a:cubicBezTo>
                  <a:cubicBezTo>
                    <a:pt x="176" y="204"/>
                    <a:pt x="1" y="530"/>
                    <a:pt x="1" y="780"/>
                  </a:cubicBezTo>
                  <a:cubicBezTo>
                    <a:pt x="1" y="969"/>
                    <a:pt x="95" y="1076"/>
                    <a:pt x="227" y="1076"/>
                  </a:cubicBezTo>
                  <a:cubicBezTo>
                    <a:pt x="287" y="1076"/>
                    <a:pt x="356" y="1053"/>
                    <a:pt x="427" y="1006"/>
                  </a:cubicBezTo>
                  <a:cubicBezTo>
                    <a:pt x="677" y="906"/>
                    <a:pt x="853" y="580"/>
                    <a:pt x="853" y="304"/>
                  </a:cubicBezTo>
                  <a:cubicBezTo>
                    <a:pt x="853" y="108"/>
                    <a:pt x="751" y="0"/>
                    <a:pt x="6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7"/>
            <p:cNvSpPr/>
            <p:nvPr/>
          </p:nvSpPr>
          <p:spPr>
            <a:xfrm>
              <a:off x="5210050" y="92600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1"/>
                  </a:moveTo>
                  <a:cubicBezTo>
                    <a:pt x="568" y="1"/>
                    <a:pt x="509" y="18"/>
                    <a:pt x="451" y="54"/>
                  </a:cubicBezTo>
                  <a:cubicBezTo>
                    <a:pt x="226" y="204"/>
                    <a:pt x="0" y="505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1" y="1032"/>
                  </a:cubicBezTo>
                  <a:cubicBezTo>
                    <a:pt x="677" y="906"/>
                    <a:pt x="877" y="580"/>
                    <a:pt x="877" y="305"/>
                  </a:cubicBezTo>
                  <a:cubicBezTo>
                    <a:pt x="877" y="108"/>
                    <a:pt x="763" y="1"/>
                    <a:pt x="6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7"/>
            <p:cNvSpPr/>
            <p:nvPr/>
          </p:nvSpPr>
          <p:spPr>
            <a:xfrm>
              <a:off x="5306525" y="870250"/>
              <a:ext cx="21975" cy="27125"/>
            </a:xfrm>
            <a:custGeom>
              <a:avLst/>
              <a:gdLst/>
              <a:ahLst/>
              <a:cxnLst/>
              <a:rect l="l" t="t" r="r" b="b"/>
              <a:pathLst>
                <a:path w="879" h="1085" extrusionOk="0">
                  <a:moveTo>
                    <a:pt x="616" y="0"/>
                  </a:moveTo>
                  <a:cubicBezTo>
                    <a:pt x="556" y="0"/>
                    <a:pt x="492" y="18"/>
                    <a:pt x="427" y="53"/>
                  </a:cubicBezTo>
                  <a:cubicBezTo>
                    <a:pt x="226" y="229"/>
                    <a:pt x="1" y="505"/>
                    <a:pt x="1" y="780"/>
                  </a:cubicBezTo>
                  <a:cubicBezTo>
                    <a:pt x="1" y="977"/>
                    <a:pt x="103" y="1084"/>
                    <a:pt x="243" y="1084"/>
                  </a:cubicBezTo>
                  <a:cubicBezTo>
                    <a:pt x="300" y="1084"/>
                    <a:pt x="362" y="1067"/>
                    <a:pt x="427" y="1031"/>
                  </a:cubicBezTo>
                  <a:cubicBezTo>
                    <a:pt x="678" y="906"/>
                    <a:pt x="878" y="605"/>
                    <a:pt x="878" y="304"/>
                  </a:cubicBezTo>
                  <a:cubicBezTo>
                    <a:pt x="878" y="108"/>
                    <a:pt x="763" y="0"/>
                    <a:pt x="6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7"/>
            <p:cNvSpPr/>
            <p:nvPr/>
          </p:nvSpPr>
          <p:spPr>
            <a:xfrm>
              <a:off x="4921825" y="1203450"/>
              <a:ext cx="21950" cy="26750"/>
            </a:xfrm>
            <a:custGeom>
              <a:avLst/>
              <a:gdLst/>
              <a:ahLst/>
              <a:cxnLst/>
              <a:rect l="l" t="t" r="r" b="b"/>
              <a:pathLst>
                <a:path w="878" h="1070" extrusionOk="0">
                  <a:moveTo>
                    <a:pt x="636" y="1"/>
                  </a:moveTo>
                  <a:cubicBezTo>
                    <a:pt x="577" y="1"/>
                    <a:pt x="513" y="20"/>
                    <a:pt x="452" y="59"/>
                  </a:cubicBezTo>
                  <a:cubicBezTo>
                    <a:pt x="226" y="209"/>
                    <a:pt x="25" y="510"/>
                    <a:pt x="0" y="761"/>
                  </a:cubicBezTo>
                  <a:cubicBezTo>
                    <a:pt x="0" y="969"/>
                    <a:pt x="109" y="1069"/>
                    <a:pt x="251" y="1069"/>
                  </a:cubicBezTo>
                  <a:cubicBezTo>
                    <a:pt x="313" y="1069"/>
                    <a:pt x="382" y="1050"/>
                    <a:pt x="452" y="1011"/>
                  </a:cubicBezTo>
                  <a:cubicBezTo>
                    <a:pt x="702" y="886"/>
                    <a:pt x="878" y="585"/>
                    <a:pt x="878" y="310"/>
                  </a:cubicBezTo>
                  <a:cubicBezTo>
                    <a:pt x="878" y="101"/>
                    <a:pt x="769" y="1"/>
                    <a:pt x="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7"/>
            <p:cNvSpPr/>
            <p:nvPr/>
          </p:nvSpPr>
          <p:spPr>
            <a:xfrm>
              <a:off x="4922450" y="131385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35" y="1"/>
                  </a:moveTo>
                  <a:cubicBezTo>
                    <a:pt x="579" y="1"/>
                    <a:pt x="516" y="18"/>
                    <a:pt x="452" y="54"/>
                  </a:cubicBezTo>
                  <a:cubicBezTo>
                    <a:pt x="201" y="204"/>
                    <a:pt x="0" y="530"/>
                    <a:pt x="0" y="781"/>
                  </a:cubicBezTo>
                  <a:cubicBezTo>
                    <a:pt x="0" y="977"/>
                    <a:pt x="102" y="1085"/>
                    <a:pt x="252" y="1085"/>
                  </a:cubicBezTo>
                  <a:cubicBezTo>
                    <a:pt x="312" y="1085"/>
                    <a:pt x="380" y="1067"/>
                    <a:pt x="452" y="1031"/>
                  </a:cubicBezTo>
                  <a:cubicBezTo>
                    <a:pt x="702" y="906"/>
                    <a:pt x="878" y="580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7"/>
            <p:cNvSpPr/>
            <p:nvPr/>
          </p:nvSpPr>
          <p:spPr>
            <a:xfrm>
              <a:off x="4922450" y="142475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35" y="1"/>
                  </a:moveTo>
                  <a:cubicBezTo>
                    <a:pt x="579" y="1"/>
                    <a:pt x="516" y="18"/>
                    <a:pt x="452" y="54"/>
                  </a:cubicBezTo>
                  <a:cubicBezTo>
                    <a:pt x="226" y="179"/>
                    <a:pt x="51" y="505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2" y="1032"/>
                  </a:cubicBezTo>
                  <a:cubicBezTo>
                    <a:pt x="702" y="906"/>
                    <a:pt x="878" y="605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7"/>
            <p:cNvSpPr/>
            <p:nvPr/>
          </p:nvSpPr>
          <p:spPr>
            <a:xfrm>
              <a:off x="4923700" y="1535550"/>
              <a:ext cx="21325" cy="26725"/>
            </a:xfrm>
            <a:custGeom>
              <a:avLst/>
              <a:gdLst/>
              <a:ahLst/>
              <a:cxnLst/>
              <a:rect l="l" t="t" r="r" b="b"/>
              <a:pathLst>
                <a:path w="853" h="1069" extrusionOk="0">
                  <a:moveTo>
                    <a:pt x="622" y="0"/>
                  </a:moveTo>
                  <a:cubicBezTo>
                    <a:pt x="563" y="0"/>
                    <a:pt x="496" y="20"/>
                    <a:pt x="427" y="58"/>
                  </a:cubicBezTo>
                  <a:cubicBezTo>
                    <a:pt x="176" y="183"/>
                    <a:pt x="1" y="484"/>
                    <a:pt x="1" y="760"/>
                  </a:cubicBezTo>
                  <a:cubicBezTo>
                    <a:pt x="1" y="968"/>
                    <a:pt x="97" y="1069"/>
                    <a:pt x="231" y="1069"/>
                  </a:cubicBezTo>
                  <a:cubicBezTo>
                    <a:pt x="291" y="1069"/>
                    <a:pt x="357" y="1049"/>
                    <a:pt x="427" y="1011"/>
                  </a:cubicBezTo>
                  <a:cubicBezTo>
                    <a:pt x="677" y="885"/>
                    <a:pt x="853" y="584"/>
                    <a:pt x="853" y="309"/>
                  </a:cubicBezTo>
                  <a:cubicBezTo>
                    <a:pt x="853" y="100"/>
                    <a:pt x="756" y="0"/>
                    <a:pt x="6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7"/>
            <p:cNvSpPr/>
            <p:nvPr/>
          </p:nvSpPr>
          <p:spPr>
            <a:xfrm>
              <a:off x="5018325" y="1147800"/>
              <a:ext cx="21950" cy="27150"/>
            </a:xfrm>
            <a:custGeom>
              <a:avLst/>
              <a:gdLst/>
              <a:ahLst/>
              <a:cxnLst/>
              <a:rect l="l" t="t" r="r" b="b"/>
              <a:pathLst>
                <a:path w="878" h="1086" extrusionOk="0">
                  <a:moveTo>
                    <a:pt x="615" y="1"/>
                  </a:moveTo>
                  <a:cubicBezTo>
                    <a:pt x="556" y="1"/>
                    <a:pt x="491" y="18"/>
                    <a:pt x="426" y="54"/>
                  </a:cubicBezTo>
                  <a:cubicBezTo>
                    <a:pt x="201" y="205"/>
                    <a:pt x="0" y="480"/>
                    <a:pt x="0" y="781"/>
                  </a:cubicBezTo>
                  <a:cubicBezTo>
                    <a:pt x="0" y="978"/>
                    <a:pt x="102" y="1085"/>
                    <a:pt x="242" y="1085"/>
                  </a:cubicBezTo>
                  <a:cubicBezTo>
                    <a:pt x="299" y="1085"/>
                    <a:pt x="361" y="1068"/>
                    <a:pt x="426" y="1032"/>
                  </a:cubicBezTo>
                  <a:cubicBezTo>
                    <a:pt x="677" y="906"/>
                    <a:pt x="877" y="581"/>
                    <a:pt x="877" y="305"/>
                  </a:cubicBezTo>
                  <a:cubicBezTo>
                    <a:pt x="877" y="108"/>
                    <a:pt x="763" y="1"/>
                    <a:pt x="6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7"/>
            <p:cNvSpPr/>
            <p:nvPr/>
          </p:nvSpPr>
          <p:spPr>
            <a:xfrm>
              <a:off x="5114800" y="1092050"/>
              <a:ext cx="21325" cy="27125"/>
            </a:xfrm>
            <a:custGeom>
              <a:avLst/>
              <a:gdLst/>
              <a:ahLst/>
              <a:cxnLst/>
              <a:rect l="l" t="t" r="r" b="b"/>
              <a:pathLst>
                <a:path w="853" h="1085" extrusionOk="0">
                  <a:moveTo>
                    <a:pt x="611" y="0"/>
                  </a:moveTo>
                  <a:cubicBezTo>
                    <a:pt x="554" y="0"/>
                    <a:pt x="491" y="18"/>
                    <a:pt x="427" y="54"/>
                  </a:cubicBezTo>
                  <a:cubicBezTo>
                    <a:pt x="201" y="204"/>
                    <a:pt x="1" y="530"/>
                    <a:pt x="1" y="781"/>
                  </a:cubicBezTo>
                  <a:cubicBezTo>
                    <a:pt x="1" y="977"/>
                    <a:pt x="103" y="1085"/>
                    <a:pt x="243" y="1085"/>
                  </a:cubicBezTo>
                  <a:cubicBezTo>
                    <a:pt x="299" y="1085"/>
                    <a:pt x="362" y="1067"/>
                    <a:pt x="427" y="1031"/>
                  </a:cubicBezTo>
                  <a:cubicBezTo>
                    <a:pt x="677" y="906"/>
                    <a:pt x="853" y="580"/>
                    <a:pt x="853" y="304"/>
                  </a:cubicBezTo>
                  <a:cubicBezTo>
                    <a:pt x="853" y="108"/>
                    <a:pt x="751" y="0"/>
                    <a:pt x="6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7"/>
            <p:cNvSpPr/>
            <p:nvPr/>
          </p:nvSpPr>
          <p:spPr>
            <a:xfrm>
              <a:off x="5210675" y="103627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35" y="1"/>
                  </a:moveTo>
                  <a:cubicBezTo>
                    <a:pt x="579" y="1"/>
                    <a:pt x="516" y="18"/>
                    <a:pt x="451" y="54"/>
                  </a:cubicBezTo>
                  <a:cubicBezTo>
                    <a:pt x="201" y="230"/>
                    <a:pt x="0" y="530"/>
                    <a:pt x="0" y="781"/>
                  </a:cubicBezTo>
                  <a:cubicBezTo>
                    <a:pt x="0" y="978"/>
                    <a:pt x="115" y="1085"/>
                    <a:pt x="263" y="1085"/>
                  </a:cubicBezTo>
                  <a:cubicBezTo>
                    <a:pt x="322" y="1085"/>
                    <a:pt x="387" y="1068"/>
                    <a:pt x="451" y="1032"/>
                  </a:cubicBezTo>
                  <a:cubicBezTo>
                    <a:pt x="702" y="906"/>
                    <a:pt x="878" y="580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7"/>
            <p:cNvSpPr/>
            <p:nvPr/>
          </p:nvSpPr>
          <p:spPr>
            <a:xfrm>
              <a:off x="5307150" y="981775"/>
              <a:ext cx="21975" cy="26900"/>
            </a:xfrm>
            <a:custGeom>
              <a:avLst/>
              <a:gdLst/>
              <a:ahLst/>
              <a:cxnLst/>
              <a:rect l="l" t="t" r="r" b="b"/>
              <a:pathLst>
                <a:path w="879" h="1076" extrusionOk="0">
                  <a:moveTo>
                    <a:pt x="625" y="0"/>
                  </a:moveTo>
                  <a:cubicBezTo>
                    <a:pt x="569" y="0"/>
                    <a:pt x="510" y="18"/>
                    <a:pt x="452" y="54"/>
                  </a:cubicBezTo>
                  <a:cubicBezTo>
                    <a:pt x="201" y="179"/>
                    <a:pt x="1" y="480"/>
                    <a:pt x="1" y="780"/>
                  </a:cubicBezTo>
                  <a:cubicBezTo>
                    <a:pt x="1" y="969"/>
                    <a:pt x="107" y="1076"/>
                    <a:pt x="246" y="1076"/>
                  </a:cubicBezTo>
                  <a:cubicBezTo>
                    <a:pt x="310" y="1076"/>
                    <a:pt x="381" y="1053"/>
                    <a:pt x="452" y="1006"/>
                  </a:cubicBezTo>
                  <a:cubicBezTo>
                    <a:pt x="678" y="906"/>
                    <a:pt x="878" y="580"/>
                    <a:pt x="878" y="304"/>
                  </a:cubicBezTo>
                  <a:cubicBezTo>
                    <a:pt x="878" y="108"/>
                    <a:pt x="763" y="0"/>
                    <a:pt x="6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7"/>
            <p:cNvSpPr/>
            <p:nvPr/>
          </p:nvSpPr>
          <p:spPr>
            <a:xfrm>
              <a:off x="5018950" y="125810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0"/>
                  </a:moveTo>
                  <a:cubicBezTo>
                    <a:pt x="568" y="0"/>
                    <a:pt x="509" y="17"/>
                    <a:pt x="451" y="53"/>
                  </a:cubicBezTo>
                  <a:cubicBezTo>
                    <a:pt x="176" y="204"/>
                    <a:pt x="0" y="504"/>
                    <a:pt x="0" y="780"/>
                  </a:cubicBezTo>
                  <a:cubicBezTo>
                    <a:pt x="0" y="977"/>
                    <a:pt x="115" y="1084"/>
                    <a:pt x="262" y="1084"/>
                  </a:cubicBezTo>
                  <a:cubicBezTo>
                    <a:pt x="322" y="1084"/>
                    <a:pt x="387" y="1067"/>
                    <a:pt x="451" y="1031"/>
                  </a:cubicBezTo>
                  <a:cubicBezTo>
                    <a:pt x="702" y="905"/>
                    <a:pt x="877" y="580"/>
                    <a:pt x="877" y="304"/>
                  </a:cubicBezTo>
                  <a:cubicBezTo>
                    <a:pt x="877" y="107"/>
                    <a:pt x="763" y="0"/>
                    <a:pt x="6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7"/>
            <p:cNvSpPr/>
            <p:nvPr/>
          </p:nvSpPr>
          <p:spPr>
            <a:xfrm>
              <a:off x="5018950" y="1369225"/>
              <a:ext cx="21950" cy="27000"/>
            </a:xfrm>
            <a:custGeom>
              <a:avLst/>
              <a:gdLst/>
              <a:ahLst/>
              <a:cxnLst/>
              <a:rect l="l" t="t" r="r" b="b"/>
              <a:pathLst>
                <a:path w="878" h="1080" extrusionOk="0">
                  <a:moveTo>
                    <a:pt x="637" y="0"/>
                  </a:moveTo>
                  <a:cubicBezTo>
                    <a:pt x="578" y="0"/>
                    <a:pt x="513" y="23"/>
                    <a:pt x="451" y="70"/>
                  </a:cubicBezTo>
                  <a:cubicBezTo>
                    <a:pt x="176" y="195"/>
                    <a:pt x="0" y="496"/>
                    <a:pt x="0" y="771"/>
                  </a:cubicBezTo>
                  <a:cubicBezTo>
                    <a:pt x="0" y="980"/>
                    <a:pt x="109" y="1080"/>
                    <a:pt x="250" y="1080"/>
                  </a:cubicBezTo>
                  <a:cubicBezTo>
                    <a:pt x="313" y="1080"/>
                    <a:pt x="382" y="1060"/>
                    <a:pt x="451" y="1022"/>
                  </a:cubicBezTo>
                  <a:cubicBezTo>
                    <a:pt x="702" y="897"/>
                    <a:pt x="877" y="596"/>
                    <a:pt x="877" y="320"/>
                  </a:cubicBezTo>
                  <a:cubicBezTo>
                    <a:pt x="877" y="113"/>
                    <a:pt x="770" y="0"/>
                    <a:pt x="6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7"/>
            <p:cNvSpPr/>
            <p:nvPr/>
          </p:nvSpPr>
          <p:spPr>
            <a:xfrm>
              <a:off x="5018950" y="147990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0"/>
                  </a:moveTo>
                  <a:cubicBezTo>
                    <a:pt x="568" y="0"/>
                    <a:pt x="509" y="18"/>
                    <a:pt x="451" y="54"/>
                  </a:cubicBezTo>
                  <a:cubicBezTo>
                    <a:pt x="226" y="179"/>
                    <a:pt x="25" y="505"/>
                    <a:pt x="0" y="780"/>
                  </a:cubicBezTo>
                  <a:cubicBezTo>
                    <a:pt x="0" y="977"/>
                    <a:pt x="102" y="1084"/>
                    <a:pt x="251" y="1084"/>
                  </a:cubicBezTo>
                  <a:cubicBezTo>
                    <a:pt x="312" y="1084"/>
                    <a:pt x="379" y="1067"/>
                    <a:pt x="451" y="1031"/>
                  </a:cubicBezTo>
                  <a:cubicBezTo>
                    <a:pt x="702" y="906"/>
                    <a:pt x="877" y="580"/>
                    <a:pt x="877" y="304"/>
                  </a:cubicBezTo>
                  <a:cubicBezTo>
                    <a:pt x="877" y="108"/>
                    <a:pt x="763" y="0"/>
                    <a:pt x="6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7"/>
            <p:cNvSpPr/>
            <p:nvPr/>
          </p:nvSpPr>
          <p:spPr>
            <a:xfrm>
              <a:off x="5114800" y="1203450"/>
              <a:ext cx="21325" cy="26750"/>
            </a:xfrm>
            <a:custGeom>
              <a:avLst/>
              <a:gdLst/>
              <a:ahLst/>
              <a:cxnLst/>
              <a:rect l="l" t="t" r="r" b="b"/>
              <a:pathLst>
                <a:path w="853" h="1070" extrusionOk="0">
                  <a:moveTo>
                    <a:pt x="622" y="1"/>
                  </a:moveTo>
                  <a:cubicBezTo>
                    <a:pt x="563" y="1"/>
                    <a:pt x="496" y="20"/>
                    <a:pt x="427" y="59"/>
                  </a:cubicBezTo>
                  <a:cubicBezTo>
                    <a:pt x="201" y="184"/>
                    <a:pt x="26" y="485"/>
                    <a:pt x="1" y="761"/>
                  </a:cubicBezTo>
                  <a:cubicBezTo>
                    <a:pt x="1" y="969"/>
                    <a:pt x="85" y="1069"/>
                    <a:pt x="220" y="1069"/>
                  </a:cubicBezTo>
                  <a:cubicBezTo>
                    <a:pt x="280" y="1069"/>
                    <a:pt x="350" y="1050"/>
                    <a:pt x="427" y="1011"/>
                  </a:cubicBezTo>
                  <a:cubicBezTo>
                    <a:pt x="677" y="886"/>
                    <a:pt x="853" y="585"/>
                    <a:pt x="853" y="310"/>
                  </a:cubicBezTo>
                  <a:cubicBezTo>
                    <a:pt x="853" y="101"/>
                    <a:pt x="756" y="1"/>
                    <a:pt x="6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7"/>
            <p:cNvSpPr/>
            <p:nvPr/>
          </p:nvSpPr>
          <p:spPr>
            <a:xfrm>
              <a:off x="5210675" y="1147800"/>
              <a:ext cx="21950" cy="27150"/>
            </a:xfrm>
            <a:custGeom>
              <a:avLst/>
              <a:gdLst/>
              <a:ahLst/>
              <a:cxnLst/>
              <a:rect l="l" t="t" r="r" b="b"/>
              <a:pathLst>
                <a:path w="878" h="1086" extrusionOk="0">
                  <a:moveTo>
                    <a:pt x="635" y="1"/>
                  </a:moveTo>
                  <a:cubicBezTo>
                    <a:pt x="579" y="1"/>
                    <a:pt x="516" y="18"/>
                    <a:pt x="451" y="54"/>
                  </a:cubicBezTo>
                  <a:cubicBezTo>
                    <a:pt x="226" y="180"/>
                    <a:pt x="0" y="480"/>
                    <a:pt x="0" y="781"/>
                  </a:cubicBezTo>
                  <a:cubicBezTo>
                    <a:pt x="0" y="978"/>
                    <a:pt x="115" y="1085"/>
                    <a:pt x="263" y="1085"/>
                  </a:cubicBezTo>
                  <a:cubicBezTo>
                    <a:pt x="322" y="1085"/>
                    <a:pt x="387" y="1068"/>
                    <a:pt x="451" y="1032"/>
                  </a:cubicBezTo>
                  <a:cubicBezTo>
                    <a:pt x="702" y="906"/>
                    <a:pt x="878" y="581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7"/>
            <p:cNvSpPr/>
            <p:nvPr/>
          </p:nvSpPr>
          <p:spPr>
            <a:xfrm>
              <a:off x="5307150" y="1092050"/>
              <a:ext cx="21975" cy="27125"/>
            </a:xfrm>
            <a:custGeom>
              <a:avLst/>
              <a:gdLst/>
              <a:ahLst/>
              <a:cxnLst/>
              <a:rect l="l" t="t" r="r" b="b"/>
              <a:pathLst>
                <a:path w="879" h="1085" extrusionOk="0">
                  <a:moveTo>
                    <a:pt x="625" y="0"/>
                  </a:moveTo>
                  <a:cubicBezTo>
                    <a:pt x="569" y="0"/>
                    <a:pt x="510" y="18"/>
                    <a:pt x="452" y="54"/>
                  </a:cubicBezTo>
                  <a:cubicBezTo>
                    <a:pt x="227" y="179"/>
                    <a:pt x="26" y="530"/>
                    <a:pt x="1" y="781"/>
                  </a:cubicBezTo>
                  <a:cubicBezTo>
                    <a:pt x="1" y="977"/>
                    <a:pt x="116" y="1085"/>
                    <a:pt x="263" y="1085"/>
                  </a:cubicBezTo>
                  <a:cubicBezTo>
                    <a:pt x="323" y="1085"/>
                    <a:pt x="387" y="1067"/>
                    <a:pt x="452" y="1031"/>
                  </a:cubicBezTo>
                  <a:cubicBezTo>
                    <a:pt x="678" y="906"/>
                    <a:pt x="878" y="580"/>
                    <a:pt x="878" y="304"/>
                  </a:cubicBezTo>
                  <a:cubicBezTo>
                    <a:pt x="878" y="108"/>
                    <a:pt x="763" y="0"/>
                    <a:pt x="6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7"/>
            <p:cNvSpPr/>
            <p:nvPr/>
          </p:nvSpPr>
          <p:spPr>
            <a:xfrm>
              <a:off x="5115425" y="131385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16" y="1"/>
                  </a:moveTo>
                  <a:cubicBezTo>
                    <a:pt x="556" y="1"/>
                    <a:pt x="492" y="18"/>
                    <a:pt x="427" y="54"/>
                  </a:cubicBezTo>
                  <a:cubicBezTo>
                    <a:pt x="176" y="179"/>
                    <a:pt x="1" y="480"/>
                    <a:pt x="1" y="781"/>
                  </a:cubicBezTo>
                  <a:cubicBezTo>
                    <a:pt x="1" y="977"/>
                    <a:pt x="90" y="1085"/>
                    <a:pt x="232" y="1085"/>
                  </a:cubicBezTo>
                  <a:cubicBezTo>
                    <a:pt x="289" y="1085"/>
                    <a:pt x="355" y="1067"/>
                    <a:pt x="427" y="1031"/>
                  </a:cubicBezTo>
                  <a:cubicBezTo>
                    <a:pt x="677" y="906"/>
                    <a:pt x="878" y="580"/>
                    <a:pt x="878" y="305"/>
                  </a:cubicBezTo>
                  <a:cubicBezTo>
                    <a:pt x="878" y="108"/>
                    <a:pt x="763" y="1"/>
                    <a:pt x="6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7"/>
            <p:cNvSpPr/>
            <p:nvPr/>
          </p:nvSpPr>
          <p:spPr>
            <a:xfrm>
              <a:off x="5115425" y="142412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16" y="1"/>
                  </a:moveTo>
                  <a:cubicBezTo>
                    <a:pt x="556" y="1"/>
                    <a:pt x="492" y="18"/>
                    <a:pt x="427" y="54"/>
                  </a:cubicBezTo>
                  <a:cubicBezTo>
                    <a:pt x="226" y="179"/>
                    <a:pt x="26" y="530"/>
                    <a:pt x="1" y="781"/>
                  </a:cubicBezTo>
                  <a:cubicBezTo>
                    <a:pt x="1" y="977"/>
                    <a:pt x="90" y="1085"/>
                    <a:pt x="232" y="1085"/>
                  </a:cubicBezTo>
                  <a:cubicBezTo>
                    <a:pt x="289" y="1085"/>
                    <a:pt x="355" y="1067"/>
                    <a:pt x="427" y="1031"/>
                  </a:cubicBezTo>
                  <a:cubicBezTo>
                    <a:pt x="677" y="906"/>
                    <a:pt x="878" y="580"/>
                    <a:pt x="878" y="305"/>
                  </a:cubicBezTo>
                  <a:cubicBezTo>
                    <a:pt x="878" y="108"/>
                    <a:pt x="763" y="1"/>
                    <a:pt x="6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7"/>
            <p:cNvSpPr/>
            <p:nvPr/>
          </p:nvSpPr>
          <p:spPr>
            <a:xfrm>
              <a:off x="5211300" y="1258100"/>
              <a:ext cx="22575" cy="27125"/>
            </a:xfrm>
            <a:custGeom>
              <a:avLst/>
              <a:gdLst/>
              <a:ahLst/>
              <a:cxnLst/>
              <a:rect l="l" t="t" r="r" b="b"/>
              <a:pathLst>
                <a:path w="903" h="1085" extrusionOk="0">
                  <a:moveTo>
                    <a:pt x="640" y="0"/>
                  </a:moveTo>
                  <a:cubicBezTo>
                    <a:pt x="581" y="0"/>
                    <a:pt x="516" y="17"/>
                    <a:pt x="452" y="53"/>
                  </a:cubicBezTo>
                  <a:cubicBezTo>
                    <a:pt x="201" y="179"/>
                    <a:pt x="0" y="530"/>
                    <a:pt x="25" y="780"/>
                  </a:cubicBezTo>
                  <a:cubicBezTo>
                    <a:pt x="25" y="977"/>
                    <a:pt x="115" y="1084"/>
                    <a:pt x="257" y="1084"/>
                  </a:cubicBezTo>
                  <a:cubicBezTo>
                    <a:pt x="314" y="1084"/>
                    <a:pt x="380" y="1067"/>
                    <a:pt x="452" y="1031"/>
                  </a:cubicBezTo>
                  <a:cubicBezTo>
                    <a:pt x="702" y="905"/>
                    <a:pt x="903" y="580"/>
                    <a:pt x="903" y="304"/>
                  </a:cubicBezTo>
                  <a:cubicBezTo>
                    <a:pt x="903" y="107"/>
                    <a:pt x="788" y="0"/>
                    <a:pt x="6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7"/>
            <p:cNvSpPr/>
            <p:nvPr/>
          </p:nvSpPr>
          <p:spPr>
            <a:xfrm>
              <a:off x="5307150" y="1202325"/>
              <a:ext cx="21975" cy="27125"/>
            </a:xfrm>
            <a:custGeom>
              <a:avLst/>
              <a:gdLst/>
              <a:ahLst/>
              <a:cxnLst/>
              <a:rect l="l" t="t" r="r" b="b"/>
              <a:pathLst>
                <a:path w="879" h="1085" extrusionOk="0">
                  <a:moveTo>
                    <a:pt x="625" y="0"/>
                  </a:moveTo>
                  <a:cubicBezTo>
                    <a:pt x="569" y="0"/>
                    <a:pt x="510" y="18"/>
                    <a:pt x="452" y="54"/>
                  </a:cubicBezTo>
                  <a:cubicBezTo>
                    <a:pt x="227" y="179"/>
                    <a:pt x="26" y="530"/>
                    <a:pt x="1" y="781"/>
                  </a:cubicBezTo>
                  <a:cubicBezTo>
                    <a:pt x="1" y="977"/>
                    <a:pt x="116" y="1085"/>
                    <a:pt x="263" y="1085"/>
                  </a:cubicBezTo>
                  <a:cubicBezTo>
                    <a:pt x="323" y="1085"/>
                    <a:pt x="387" y="1067"/>
                    <a:pt x="452" y="1031"/>
                  </a:cubicBezTo>
                  <a:cubicBezTo>
                    <a:pt x="678" y="906"/>
                    <a:pt x="878" y="605"/>
                    <a:pt x="878" y="304"/>
                  </a:cubicBezTo>
                  <a:cubicBezTo>
                    <a:pt x="878" y="108"/>
                    <a:pt x="763" y="0"/>
                    <a:pt x="6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7"/>
            <p:cNvSpPr/>
            <p:nvPr/>
          </p:nvSpPr>
          <p:spPr>
            <a:xfrm>
              <a:off x="5307800" y="1313100"/>
              <a:ext cx="21950" cy="26750"/>
            </a:xfrm>
            <a:custGeom>
              <a:avLst/>
              <a:gdLst/>
              <a:ahLst/>
              <a:cxnLst/>
              <a:rect l="l" t="t" r="r" b="b"/>
              <a:pathLst>
                <a:path w="878" h="1070" extrusionOk="0">
                  <a:moveTo>
                    <a:pt x="647" y="1"/>
                  </a:moveTo>
                  <a:cubicBezTo>
                    <a:pt x="587" y="1"/>
                    <a:pt x="520" y="20"/>
                    <a:pt x="451" y="59"/>
                  </a:cubicBezTo>
                  <a:cubicBezTo>
                    <a:pt x="201" y="184"/>
                    <a:pt x="0" y="510"/>
                    <a:pt x="0" y="761"/>
                  </a:cubicBezTo>
                  <a:cubicBezTo>
                    <a:pt x="0" y="969"/>
                    <a:pt x="108" y="1069"/>
                    <a:pt x="250" y="1069"/>
                  </a:cubicBezTo>
                  <a:cubicBezTo>
                    <a:pt x="313" y="1069"/>
                    <a:pt x="382" y="1050"/>
                    <a:pt x="451" y="1011"/>
                  </a:cubicBezTo>
                  <a:cubicBezTo>
                    <a:pt x="702" y="886"/>
                    <a:pt x="877" y="585"/>
                    <a:pt x="877" y="310"/>
                  </a:cubicBezTo>
                  <a:cubicBezTo>
                    <a:pt x="877" y="101"/>
                    <a:pt x="781" y="1"/>
                    <a:pt x="6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7"/>
            <p:cNvSpPr/>
            <p:nvPr/>
          </p:nvSpPr>
          <p:spPr>
            <a:xfrm>
              <a:off x="5211300" y="1368375"/>
              <a:ext cx="22575" cy="27125"/>
            </a:xfrm>
            <a:custGeom>
              <a:avLst/>
              <a:gdLst/>
              <a:ahLst/>
              <a:cxnLst/>
              <a:rect l="l" t="t" r="r" b="b"/>
              <a:pathLst>
                <a:path w="903" h="1085" extrusionOk="0">
                  <a:moveTo>
                    <a:pt x="640" y="0"/>
                  </a:moveTo>
                  <a:cubicBezTo>
                    <a:pt x="581" y="0"/>
                    <a:pt x="516" y="17"/>
                    <a:pt x="452" y="53"/>
                  </a:cubicBezTo>
                  <a:cubicBezTo>
                    <a:pt x="226" y="179"/>
                    <a:pt x="0" y="530"/>
                    <a:pt x="25" y="780"/>
                  </a:cubicBezTo>
                  <a:cubicBezTo>
                    <a:pt x="25" y="977"/>
                    <a:pt x="127" y="1084"/>
                    <a:pt x="268" y="1084"/>
                  </a:cubicBezTo>
                  <a:cubicBezTo>
                    <a:pt x="324" y="1084"/>
                    <a:pt x="387" y="1067"/>
                    <a:pt x="452" y="1031"/>
                  </a:cubicBezTo>
                  <a:cubicBezTo>
                    <a:pt x="702" y="906"/>
                    <a:pt x="903" y="605"/>
                    <a:pt x="903" y="304"/>
                  </a:cubicBezTo>
                  <a:cubicBezTo>
                    <a:pt x="903" y="107"/>
                    <a:pt x="788" y="0"/>
                    <a:pt x="6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7"/>
            <p:cNvSpPr/>
            <p:nvPr/>
          </p:nvSpPr>
          <p:spPr>
            <a:xfrm>
              <a:off x="4921825" y="1642050"/>
              <a:ext cx="21950" cy="26750"/>
            </a:xfrm>
            <a:custGeom>
              <a:avLst/>
              <a:gdLst/>
              <a:ahLst/>
              <a:cxnLst/>
              <a:rect l="l" t="t" r="r" b="b"/>
              <a:pathLst>
                <a:path w="878" h="1070" extrusionOk="0">
                  <a:moveTo>
                    <a:pt x="636" y="1"/>
                  </a:moveTo>
                  <a:cubicBezTo>
                    <a:pt x="577" y="1"/>
                    <a:pt x="513" y="20"/>
                    <a:pt x="452" y="59"/>
                  </a:cubicBezTo>
                  <a:cubicBezTo>
                    <a:pt x="201" y="184"/>
                    <a:pt x="0" y="510"/>
                    <a:pt x="0" y="761"/>
                  </a:cubicBezTo>
                  <a:cubicBezTo>
                    <a:pt x="0" y="969"/>
                    <a:pt x="109" y="1069"/>
                    <a:pt x="251" y="1069"/>
                  </a:cubicBezTo>
                  <a:cubicBezTo>
                    <a:pt x="313" y="1069"/>
                    <a:pt x="382" y="1050"/>
                    <a:pt x="452" y="1011"/>
                  </a:cubicBezTo>
                  <a:cubicBezTo>
                    <a:pt x="702" y="886"/>
                    <a:pt x="878" y="585"/>
                    <a:pt x="878" y="309"/>
                  </a:cubicBezTo>
                  <a:cubicBezTo>
                    <a:pt x="878" y="101"/>
                    <a:pt x="769" y="1"/>
                    <a:pt x="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7"/>
            <p:cNvSpPr/>
            <p:nvPr/>
          </p:nvSpPr>
          <p:spPr>
            <a:xfrm>
              <a:off x="5018325" y="1586400"/>
              <a:ext cx="21950" cy="27150"/>
            </a:xfrm>
            <a:custGeom>
              <a:avLst/>
              <a:gdLst/>
              <a:ahLst/>
              <a:cxnLst/>
              <a:rect l="l" t="t" r="r" b="b"/>
              <a:pathLst>
                <a:path w="878" h="1086" extrusionOk="0">
                  <a:moveTo>
                    <a:pt x="615" y="1"/>
                  </a:moveTo>
                  <a:cubicBezTo>
                    <a:pt x="556" y="1"/>
                    <a:pt x="491" y="18"/>
                    <a:pt x="426" y="54"/>
                  </a:cubicBezTo>
                  <a:cubicBezTo>
                    <a:pt x="175" y="180"/>
                    <a:pt x="0" y="480"/>
                    <a:pt x="0" y="781"/>
                  </a:cubicBezTo>
                  <a:cubicBezTo>
                    <a:pt x="0" y="978"/>
                    <a:pt x="89" y="1085"/>
                    <a:pt x="231" y="1085"/>
                  </a:cubicBezTo>
                  <a:cubicBezTo>
                    <a:pt x="288" y="1085"/>
                    <a:pt x="354" y="1068"/>
                    <a:pt x="426" y="1032"/>
                  </a:cubicBezTo>
                  <a:cubicBezTo>
                    <a:pt x="677" y="906"/>
                    <a:pt x="877" y="581"/>
                    <a:pt x="877" y="305"/>
                  </a:cubicBezTo>
                  <a:cubicBezTo>
                    <a:pt x="877" y="108"/>
                    <a:pt x="763" y="1"/>
                    <a:pt x="6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7"/>
            <p:cNvSpPr/>
            <p:nvPr/>
          </p:nvSpPr>
          <p:spPr>
            <a:xfrm>
              <a:off x="5114800" y="1530650"/>
              <a:ext cx="21325" cy="27125"/>
            </a:xfrm>
            <a:custGeom>
              <a:avLst/>
              <a:gdLst/>
              <a:ahLst/>
              <a:cxnLst/>
              <a:rect l="l" t="t" r="r" b="b"/>
              <a:pathLst>
                <a:path w="853" h="1085" extrusionOk="0">
                  <a:moveTo>
                    <a:pt x="611" y="0"/>
                  </a:moveTo>
                  <a:cubicBezTo>
                    <a:pt x="554" y="0"/>
                    <a:pt x="491" y="18"/>
                    <a:pt x="427" y="54"/>
                  </a:cubicBezTo>
                  <a:cubicBezTo>
                    <a:pt x="176" y="179"/>
                    <a:pt x="1" y="530"/>
                    <a:pt x="1" y="780"/>
                  </a:cubicBezTo>
                  <a:cubicBezTo>
                    <a:pt x="1" y="977"/>
                    <a:pt x="90" y="1084"/>
                    <a:pt x="232" y="1084"/>
                  </a:cubicBezTo>
                  <a:cubicBezTo>
                    <a:pt x="289" y="1084"/>
                    <a:pt x="355" y="1067"/>
                    <a:pt x="427" y="1031"/>
                  </a:cubicBezTo>
                  <a:cubicBezTo>
                    <a:pt x="677" y="906"/>
                    <a:pt x="853" y="580"/>
                    <a:pt x="853" y="304"/>
                  </a:cubicBezTo>
                  <a:cubicBezTo>
                    <a:pt x="853" y="108"/>
                    <a:pt x="751" y="0"/>
                    <a:pt x="6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7"/>
            <p:cNvSpPr/>
            <p:nvPr/>
          </p:nvSpPr>
          <p:spPr>
            <a:xfrm>
              <a:off x="5210050" y="147487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1"/>
                  </a:moveTo>
                  <a:cubicBezTo>
                    <a:pt x="568" y="1"/>
                    <a:pt x="509" y="18"/>
                    <a:pt x="451" y="54"/>
                  </a:cubicBezTo>
                  <a:cubicBezTo>
                    <a:pt x="226" y="179"/>
                    <a:pt x="0" y="505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1" y="1032"/>
                  </a:cubicBezTo>
                  <a:cubicBezTo>
                    <a:pt x="677" y="906"/>
                    <a:pt x="877" y="605"/>
                    <a:pt x="877" y="305"/>
                  </a:cubicBezTo>
                  <a:cubicBezTo>
                    <a:pt x="877" y="108"/>
                    <a:pt x="763" y="1"/>
                    <a:pt x="6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7"/>
            <p:cNvSpPr/>
            <p:nvPr/>
          </p:nvSpPr>
          <p:spPr>
            <a:xfrm>
              <a:off x="5306525" y="1419625"/>
              <a:ext cx="21975" cy="26725"/>
            </a:xfrm>
            <a:custGeom>
              <a:avLst/>
              <a:gdLst/>
              <a:ahLst/>
              <a:cxnLst/>
              <a:rect l="l" t="t" r="r" b="b"/>
              <a:pathLst>
                <a:path w="879" h="1069" extrusionOk="0">
                  <a:moveTo>
                    <a:pt x="628" y="1"/>
                  </a:moveTo>
                  <a:cubicBezTo>
                    <a:pt x="565" y="1"/>
                    <a:pt x="496" y="20"/>
                    <a:pt x="427" y="59"/>
                  </a:cubicBezTo>
                  <a:cubicBezTo>
                    <a:pt x="226" y="184"/>
                    <a:pt x="1" y="485"/>
                    <a:pt x="1" y="760"/>
                  </a:cubicBezTo>
                  <a:cubicBezTo>
                    <a:pt x="1" y="969"/>
                    <a:pt x="97" y="1069"/>
                    <a:pt x="232" y="1069"/>
                  </a:cubicBezTo>
                  <a:cubicBezTo>
                    <a:pt x="291" y="1069"/>
                    <a:pt x="358" y="1049"/>
                    <a:pt x="427" y="1011"/>
                  </a:cubicBezTo>
                  <a:cubicBezTo>
                    <a:pt x="678" y="886"/>
                    <a:pt x="878" y="585"/>
                    <a:pt x="878" y="309"/>
                  </a:cubicBezTo>
                  <a:cubicBezTo>
                    <a:pt x="878" y="101"/>
                    <a:pt x="770" y="1"/>
                    <a:pt x="6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6" name="Google Shape;636;p8"/>
          <p:cNvGrpSpPr/>
          <p:nvPr/>
        </p:nvGrpSpPr>
        <p:grpSpPr>
          <a:xfrm>
            <a:off x="-458461" y="-321271"/>
            <a:ext cx="10059175" cy="5791575"/>
            <a:chOff x="-458461" y="-321271"/>
            <a:chExt cx="10059175" cy="5791575"/>
          </a:xfrm>
        </p:grpSpPr>
        <p:grpSp>
          <p:nvGrpSpPr>
            <p:cNvPr id="637" name="Google Shape;637;p8"/>
            <p:cNvGrpSpPr/>
            <p:nvPr/>
          </p:nvGrpSpPr>
          <p:grpSpPr>
            <a:xfrm flipH="1">
              <a:off x="-458461" y="-245071"/>
              <a:ext cx="9830575" cy="5715375"/>
              <a:chOff x="-358925" y="-303650"/>
              <a:chExt cx="9830575" cy="5715375"/>
            </a:xfrm>
          </p:grpSpPr>
          <p:cxnSp>
            <p:nvCxnSpPr>
              <p:cNvPr id="638" name="Google Shape;638;p8"/>
              <p:cNvCxnSpPr/>
              <p:nvPr/>
            </p:nvCxnSpPr>
            <p:spPr>
              <a:xfrm rot="10800000" flipH="1">
                <a:off x="-282200" y="-303650"/>
                <a:ext cx="1052400" cy="607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39" name="Google Shape;639;p8"/>
              <p:cNvCxnSpPr/>
              <p:nvPr/>
            </p:nvCxnSpPr>
            <p:spPr>
              <a:xfrm rot="10800000" flipH="1">
                <a:off x="-281950" y="-236675"/>
                <a:ext cx="1425600" cy="822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0" name="Google Shape;640;p8"/>
              <p:cNvCxnSpPr/>
              <p:nvPr/>
            </p:nvCxnSpPr>
            <p:spPr>
              <a:xfrm rot="10800000" flipH="1">
                <a:off x="-358925" y="-155350"/>
                <a:ext cx="1851000" cy="1068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1" name="Google Shape;641;p8"/>
              <p:cNvCxnSpPr/>
              <p:nvPr/>
            </p:nvCxnSpPr>
            <p:spPr>
              <a:xfrm rot="10800000" flipH="1">
                <a:off x="-267650" y="-115750"/>
                <a:ext cx="2180400" cy="125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2" name="Google Shape;642;p8"/>
              <p:cNvCxnSpPr/>
              <p:nvPr/>
            </p:nvCxnSpPr>
            <p:spPr>
              <a:xfrm rot="10800000" flipH="1">
                <a:off x="-229800" y="-86050"/>
                <a:ext cx="2580300" cy="1489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3" name="Google Shape;643;p8"/>
              <p:cNvCxnSpPr/>
              <p:nvPr/>
            </p:nvCxnSpPr>
            <p:spPr>
              <a:xfrm rot="10800000" flipH="1">
                <a:off x="-212775" y="-127750"/>
                <a:ext cx="3125100" cy="1804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4" name="Google Shape;644;p8"/>
              <p:cNvCxnSpPr/>
              <p:nvPr/>
            </p:nvCxnSpPr>
            <p:spPr>
              <a:xfrm rot="10800000" flipH="1">
                <a:off x="-180475" y="-165575"/>
                <a:ext cx="3648000" cy="210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5" name="Google Shape;645;p8"/>
              <p:cNvCxnSpPr/>
              <p:nvPr/>
            </p:nvCxnSpPr>
            <p:spPr>
              <a:xfrm rot="10800000" flipH="1">
                <a:off x="-227000" y="-146700"/>
                <a:ext cx="4150500" cy="2396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6" name="Google Shape;646;p8"/>
              <p:cNvCxnSpPr/>
              <p:nvPr/>
            </p:nvCxnSpPr>
            <p:spPr>
              <a:xfrm rot="10800000" flipH="1">
                <a:off x="-285775" y="-133000"/>
                <a:ext cx="4675200" cy="2699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7" name="Google Shape;647;p8"/>
              <p:cNvCxnSpPr/>
              <p:nvPr/>
            </p:nvCxnSpPr>
            <p:spPr>
              <a:xfrm rot="10800000" flipH="1">
                <a:off x="-254975" y="-209000"/>
                <a:ext cx="5265600" cy="303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8" name="Google Shape;648;p8"/>
              <p:cNvCxnSpPr/>
              <p:nvPr/>
            </p:nvCxnSpPr>
            <p:spPr>
              <a:xfrm rot="10800000" flipH="1">
                <a:off x="-230325" y="-171400"/>
                <a:ext cx="5665200" cy="327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9" name="Google Shape;649;p8"/>
              <p:cNvCxnSpPr/>
              <p:nvPr/>
            </p:nvCxnSpPr>
            <p:spPr>
              <a:xfrm rot="10800000" flipH="1">
                <a:off x="-203625" y="-162575"/>
                <a:ext cx="6111900" cy="3528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50" name="Google Shape;650;p8"/>
              <p:cNvCxnSpPr/>
              <p:nvPr/>
            </p:nvCxnSpPr>
            <p:spPr>
              <a:xfrm rot="10800000" flipH="1">
                <a:off x="-212500" y="-179425"/>
                <a:ext cx="6639600" cy="3833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51" name="Google Shape;651;p8"/>
              <p:cNvCxnSpPr/>
              <p:nvPr/>
            </p:nvCxnSpPr>
            <p:spPr>
              <a:xfrm rot="10800000" flipH="1">
                <a:off x="-237200" y="-171550"/>
                <a:ext cx="7140000" cy="4122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52" name="Google Shape;652;p8"/>
              <p:cNvCxnSpPr/>
              <p:nvPr/>
            </p:nvCxnSpPr>
            <p:spPr>
              <a:xfrm rot="10800000" flipH="1">
                <a:off x="-208450" y="-169925"/>
                <a:ext cx="7598100" cy="4386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53" name="Google Shape;653;p8"/>
              <p:cNvCxnSpPr/>
              <p:nvPr/>
            </p:nvCxnSpPr>
            <p:spPr>
              <a:xfrm rot="10800000" flipH="1">
                <a:off x="-126875" y="-166100"/>
                <a:ext cx="7999200" cy="4618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54" name="Google Shape;654;p8"/>
              <p:cNvCxnSpPr/>
              <p:nvPr/>
            </p:nvCxnSpPr>
            <p:spPr>
              <a:xfrm rot="10800000" flipH="1">
                <a:off x="-175950" y="-237725"/>
                <a:ext cx="8661600" cy="500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55" name="Google Shape;655;p8"/>
              <p:cNvCxnSpPr/>
              <p:nvPr/>
            </p:nvCxnSpPr>
            <p:spPr>
              <a:xfrm rot="10800000" flipH="1">
                <a:off x="-230050" y="-244075"/>
                <a:ext cx="9215700" cy="5320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56" name="Google Shape;656;p8"/>
              <p:cNvCxnSpPr/>
              <p:nvPr/>
            </p:nvCxnSpPr>
            <p:spPr>
              <a:xfrm rot="10800000" flipH="1">
                <a:off x="-150500" y="-149375"/>
                <a:ext cx="9462000" cy="5462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57" name="Google Shape;657;p8"/>
              <p:cNvCxnSpPr/>
              <p:nvPr/>
            </p:nvCxnSpPr>
            <p:spPr>
              <a:xfrm rot="10800000" flipH="1">
                <a:off x="277300" y="105750"/>
                <a:ext cx="9081600" cy="5243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58" name="Google Shape;658;p8"/>
              <p:cNvCxnSpPr/>
              <p:nvPr/>
            </p:nvCxnSpPr>
            <p:spPr>
              <a:xfrm rot="10800000" flipH="1">
                <a:off x="846950" y="376800"/>
                <a:ext cx="8531400" cy="4925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59" name="Google Shape;659;p8"/>
              <p:cNvCxnSpPr/>
              <p:nvPr/>
            </p:nvCxnSpPr>
            <p:spPr>
              <a:xfrm rot="10800000" flipH="1">
                <a:off x="1349000" y="635275"/>
                <a:ext cx="8071500" cy="465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60" name="Google Shape;660;p8"/>
              <p:cNvCxnSpPr/>
              <p:nvPr/>
            </p:nvCxnSpPr>
            <p:spPr>
              <a:xfrm rot="10800000" flipH="1">
                <a:off x="1864375" y="918950"/>
                <a:ext cx="7554300" cy="4361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61" name="Google Shape;661;p8"/>
              <p:cNvCxnSpPr/>
              <p:nvPr/>
            </p:nvCxnSpPr>
            <p:spPr>
              <a:xfrm rot="10800000" flipH="1">
                <a:off x="2403950" y="1170550"/>
                <a:ext cx="7067700" cy="408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62" name="Google Shape;662;p8"/>
              <p:cNvCxnSpPr/>
              <p:nvPr/>
            </p:nvCxnSpPr>
            <p:spPr>
              <a:xfrm rot="10800000" flipH="1">
                <a:off x="2718375" y="1495625"/>
                <a:ext cx="6679800" cy="3856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63" name="Google Shape;663;p8"/>
              <p:cNvCxnSpPr/>
              <p:nvPr/>
            </p:nvCxnSpPr>
            <p:spPr>
              <a:xfrm rot="10800000" flipH="1">
                <a:off x="3297700" y="1822900"/>
                <a:ext cx="6023100" cy="3477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64" name="Google Shape;664;p8"/>
              <p:cNvCxnSpPr/>
              <p:nvPr/>
            </p:nvCxnSpPr>
            <p:spPr>
              <a:xfrm rot="10800000" flipH="1">
                <a:off x="3726050" y="2104125"/>
                <a:ext cx="5597100" cy="3231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65" name="Google Shape;665;p8"/>
              <p:cNvCxnSpPr/>
              <p:nvPr/>
            </p:nvCxnSpPr>
            <p:spPr>
              <a:xfrm rot="10800000" flipH="1">
                <a:off x="4244875" y="2361600"/>
                <a:ext cx="5121600" cy="295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66" name="Google Shape;666;p8"/>
              <p:cNvCxnSpPr/>
              <p:nvPr/>
            </p:nvCxnSpPr>
            <p:spPr>
              <a:xfrm rot="10800000" flipH="1">
                <a:off x="4742850" y="2657525"/>
                <a:ext cx="4600200" cy="2655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67" name="Google Shape;667;p8"/>
              <p:cNvCxnSpPr/>
              <p:nvPr/>
            </p:nvCxnSpPr>
            <p:spPr>
              <a:xfrm rot="10800000" flipH="1">
                <a:off x="5210850" y="2937150"/>
                <a:ext cx="4137300" cy="2388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68" name="Google Shape;668;p8"/>
              <p:cNvCxnSpPr/>
              <p:nvPr/>
            </p:nvCxnSpPr>
            <p:spPr>
              <a:xfrm rot="10800000" flipH="1">
                <a:off x="5725550" y="3223700"/>
                <a:ext cx="3615300" cy="208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69" name="Google Shape;669;p8"/>
              <p:cNvCxnSpPr/>
              <p:nvPr/>
            </p:nvCxnSpPr>
            <p:spPr>
              <a:xfrm rot="10800000" flipH="1">
                <a:off x="6217950" y="3515950"/>
                <a:ext cx="3106500" cy="1793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70" name="Google Shape;670;p8"/>
              <p:cNvCxnSpPr/>
              <p:nvPr/>
            </p:nvCxnSpPr>
            <p:spPr>
              <a:xfrm rot="10800000" flipH="1">
                <a:off x="6716500" y="3797450"/>
                <a:ext cx="2609700" cy="1506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71" name="Google Shape;671;p8"/>
              <p:cNvCxnSpPr/>
              <p:nvPr/>
            </p:nvCxnSpPr>
            <p:spPr>
              <a:xfrm rot="10800000" flipH="1">
                <a:off x="7199175" y="4100700"/>
                <a:ext cx="2091000" cy="1207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72" name="Google Shape;672;p8"/>
              <p:cNvCxnSpPr/>
              <p:nvPr/>
            </p:nvCxnSpPr>
            <p:spPr>
              <a:xfrm rot="10800000" flipH="1">
                <a:off x="7718000" y="4338975"/>
                <a:ext cx="1648800" cy="951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73" name="Google Shape;673;p8"/>
              <p:cNvCxnSpPr/>
              <p:nvPr/>
            </p:nvCxnSpPr>
            <p:spPr>
              <a:xfrm rot="10800000" flipH="1">
                <a:off x="8129050" y="4607075"/>
                <a:ext cx="1263000" cy="729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74" name="Google Shape;674;p8"/>
              <p:cNvCxnSpPr/>
              <p:nvPr/>
            </p:nvCxnSpPr>
            <p:spPr>
              <a:xfrm rot="10800000" flipH="1">
                <a:off x="8487200" y="4879525"/>
                <a:ext cx="921600" cy="532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675" name="Google Shape;675;p8"/>
            <p:cNvGrpSpPr/>
            <p:nvPr/>
          </p:nvGrpSpPr>
          <p:grpSpPr>
            <a:xfrm rot="10800000">
              <a:off x="-229861" y="-321271"/>
              <a:ext cx="9830575" cy="5715375"/>
              <a:chOff x="-358925" y="-303650"/>
              <a:chExt cx="9830575" cy="5715375"/>
            </a:xfrm>
          </p:grpSpPr>
          <p:cxnSp>
            <p:nvCxnSpPr>
              <p:cNvPr id="676" name="Google Shape;676;p8"/>
              <p:cNvCxnSpPr/>
              <p:nvPr/>
            </p:nvCxnSpPr>
            <p:spPr>
              <a:xfrm rot="10800000" flipH="1">
                <a:off x="-282200" y="-303650"/>
                <a:ext cx="1052400" cy="607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77" name="Google Shape;677;p8"/>
              <p:cNvCxnSpPr/>
              <p:nvPr/>
            </p:nvCxnSpPr>
            <p:spPr>
              <a:xfrm rot="10800000" flipH="1">
                <a:off x="-281950" y="-236675"/>
                <a:ext cx="1425600" cy="822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78" name="Google Shape;678;p8"/>
              <p:cNvCxnSpPr/>
              <p:nvPr/>
            </p:nvCxnSpPr>
            <p:spPr>
              <a:xfrm rot="10800000" flipH="1">
                <a:off x="-358925" y="-155350"/>
                <a:ext cx="1851000" cy="1068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79" name="Google Shape;679;p8"/>
              <p:cNvCxnSpPr/>
              <p:nvPr/>
            </p:nvCxnSpPr>
            <p:spPr>
              <a:xfrm rot="10800000" flipH="1">
                <a:off x="-267650" y="-115750"/>
                <a:ext cx="2180400" cy="125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0" name="Google Shape;680;p8"/>
              <p:cNvCxnSpPr/>
              <p:nvPr/>
            </p:nvCxnSpPr>
            <p:spPr>
              <a:xfrm rot="10800000" flipH="1">
                <a:off x="-229800" y="-86050"/>
                <a:ext cx="2580300" cy="1489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1" name="Google Shape;681;p8"/>
              <p:cNvCxnSpPr/>
              <p:nvPr/>
            </p:nvCxnSpPr>
            <p:spPr>
              <a:xfrm rot="10800000" flipH="1">
                <a:off x="-212775" y="-127750"/>
                <a:ext cx="3125100" cy="1804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2" name="Google Shape;682;p8"/>
              <p:cNvCxnSpPr/>
              <p:nvPr/>
            </p:nvCxnSpPr>
            <p:spPr>
              <a:xfrm rot="10800000" flipH="1">
                <a:off x="-180475" y="-165575"/>
                <a:ext cx="3648000" cy="210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3" name="Google Shape;683;p8"/>
              <p:cNvCxnSpPr/>
              <p:nvPr/>
            </p:nvCxnSpPr>
            <p:spPr>
              <a:xfrm rot="10800000" flipH="1">
                <a:off x="-227000" y="-146700"/>
                <a:ext cx="4150500" cy="2396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4" name="Google Shape;684;p8"/>
              <p:cNvCxnSpPr/>
              <p:nvPr/>
            </p:nvCxnSpPr>
            <p:spPr>
              <a:xfrm rot="10800000" flipH="1">
                <a:off x="-285775" y="-133000"/>
                <a:ext cx="4675200" cy="2699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5" name="Google Shape;685;p8"/>
              <p:cNvCxnSpPr/>
              <p:nvPr/>
            </p:nvCxnSpPr>
            <p:spPr>
              <a:xfrm rot="10800000" flipH="1">
                <a:off x="-254975" y="-209000"/>
                <a:ext cx="5265600" cy="303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6" name="Google Shape;686;p8"/>
              <p:cNvCxnSpPr/>
              <p:nvPr/>
            </p:nvCxnSpPr>
            <p:spPr>
              <a:xfrm rot="10800000" flipH="1">
                <a:off x="-230325" y="-171400"/>
                <a:ext cx="5665200" cy="327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7" name="Google Shape;687;p8"/>
              <p:cNvCxnSpPr/>
              <p:nvPr/>
            </p:nvCxnSpPr>
            <p:spPr>
              <a:xfrm rot="10800000" flipH="1">
                <a:off x="-203625" y="-162575"/>
                <a:ext cx="6111900" cy="3528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8" name="Google Shape;688;p8"/>
              <p:cNvCxnSpPr/>
              <p:nvPr/>
            </p:nvCxnSpPr>
            <p:spPr>
              <a:xfrm rot="10800000" flipH="1">
                <a:off x="-212500" y="-179425"/>
                <a:ext cx="6639600" cy="3833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9" name="Google Shape;689;p8"/>
              <p:cNvCxnSpPr/>
              <p:nvPr/>
            </p:nvCxnSpPr>
            <p:spPr>
              <a:xfrm rot="10800000" flipH="1">
                <a:off x="-237200" y="-171550"/>
                <a:ext cx="7140000" cy="4122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0" name="Google Shape;690;p8"/>
              <p:cNvCxnSpPr/>
              <p:nvPr/>
            </p:nvCxnSpPr>
            <p:spPr>
              <a:xfrm rot="10800000" flipH="1">
                <a:off x="-208450" y="-169925"/>
                <a:ext cx="7598100" cy="4386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1" name="Google Shape;691;p8"/>
              <p:cNvCxnSpPr/>
              <p:nvPr/>
            </p:nvCxnSpPr>
            <p:spPr>
              <a:xfrm rot="10800000" flipH="1">
                <a:off x="-126875" y="-166100"/>
                <a:ext cx="7999200" cy="4618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2" name="Google Shape;692;p8"/>
              <p:cNvCxnSpPr/>
              <p:nvPr/>
            </p:nvCxnSpPr>
            <p:spPr>
              <a:xfrm rot="10800000" flipH="1">
                <a:off x="-175950" y="-237725"/>
                <a:ext cx="8661600" cy="500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3" name="Google Shape;693;p8"/>
              <p:cNvCxnSpPr/>
              <p:nvPr/>
            </p:nvCxnSpPr>
            <p:spPr>
              <a:xfrm rot="10800000" flipH="1">
                <a:off x="-230050" y="-244075"/>
                <a:ext cx="9215700" cy="5320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4" name="Google Shape;694;p8"/>
              <p:cNvCxnSpPr/>
              <p:nvPr/>
            </p:nvCxnSpPr>
            <p:spPr>
              <a:xfrm rot="10800000" flipH="1">
                <a:off x="-150500" y="-149375"/>
                <a:ext cx="9462000" cy="5462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5" name="Google Shape;695;p8"/>
              <p:cNvCxnSpPr/>
              <p:nvPr/>
            </p:nvCxnSpPr>
            <p:spPr>
              <a:xfrm rot="10800000" flipH="1">
                <a:off x="277300" y="105750"/>
                <a:ext cx="9081600" cy="5243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6" name="Google Shape;696;p8"/>
              <p:cNvCxnSpPr/>
              <p:nvPr/>
            </p:nvCxnSpPr>
            <p:spPr>
              <a:xfrm rot="10800000" flipH="1">
                <a:off x="846950" y="376800"/>
                <a:ext cx="8531400" cy="4925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7" name="Google Shape;697;p8"/>
              <p:cNvCxnSpPr/>
              <p:nvPr/>
            </p:nvCxnSpPr>
            <p:spPr>
              <a:xfrm rot="10800000" flipH="1">
                <a:off x="1349000" y="635275"/>
                <a:ext cx="8071500" cy="465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8" name="Google Shape;698;p8"/>
              <p:cNvCxnSpPr/>
              <p:nvPr/>
            </p:nvCxnSpPr>
            <p:spPr>
              <a:xfrm rot="10800000" flipH="1">
                <a:off x="1864375" y="918950"/>
                <a:ext cx="7554300" cy="4361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9" name="Google Shape;699;p8"/>
              <p:cNvCxnSpPr/>
              <p:nvPr/>
            </p:nvCxnSpPr>
            <p:spPr>
              <a:xfrm rot="10800000" flipH="1">
                <a:off x="2403950" y="1170550"/>
                <a:ext cx="7067700" cy="408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00" name="Google Shape;700;p8"/>
              <p:cNvCxnSpPr/>
              <p:nvPr/>
            </p:nvCxnSpPr>
            <p:spPr>
              <a:xfrm rot="10800000" flipH="1">
                <a:off x="2718375" y="1495625"/>
                <a:ext cx="6679800" cy="3856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01" name="Google Shape;701;p8"/>
              <p:cNvCxnSpPr/>
              <p:nvPr/>
            </p:nvCxnSpPr>
            <p:spPr>
              <a:xfrm rot="10800000" flipH="1">
                <a:off x="3297700" y="1822900"/>
                <a:ext cx="6023100" cy="3477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02" name="Google Shape;702;p8"/>
              <p:cNvCxnSpPr/>
              <p:nvPr/>
            </p:nvCxnSpPr>
            <p:spPr>
              <a:xfrm rot="10800000" flipH="1">
                <a:off x="3726050" y="2104125"/>
                <a:ext cx="5597100" cy="3231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03" name="Google Shape;703;p8"/>
              <p:cNvCxnSpPr/>
              <p:nvPr/>
            </p:nvCxnSpPr>
            <p:spPr>
              <a:xfrm rot="10800000" flipH="1">
                <a:off x="4244875" y="2361600"/>
                <a:ext cx="5121600" cy="295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04" name="Google Shape;704;p8"/>
              <p:cNvCxnSpPr/>
              <p:nvPr/>
            </p:nvCxnSpPr>
            <p:spPr>
              <a:xfrm rot="10800000" flipH="1">
                <a:off x="4742850" y="2657525"/>
                <a:ext cx="4600200" cy="2655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05" name="Google Shape;705;p8"/>
              <p:cNvCxnSpPr/>
              <p:nvPr/>
            </p:nvCxnSpPr>
            <p:spPr>
              <a:xfrm rot="10800000" flipH="1">
                <a:off x="5210850" y="2937150"/>
                <a:ext cx="4137300" cy="2388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06" name="Google Shape;706;p8"/>
              <p:cNvCxnSpPr/>
              <p:nvPr/>
            </p:nvCxnSpPr>
            <p:spPr>
              <a:xfrm rot="10800000" flipH="1">
                <a:off x="5725550" y="3223700"/>
                <a:ext cx="3615300" cy="208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07" name="Google Shape;707;p8"/>
              <p:cNvCxnSpPr/>
              <p:nvPr/>
            </p:nvCxnSpPr>
            <p:spPr>
              <a:xfrm rot="10800000" flipH="1">
                <a:off x="6217950" y="3515950"/>
                <a:ext cx="3106500" cy="1793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08" name="Google Shape;708;p8"/>
              <p:cNvCxnSpPr/>
              <p:nvPr/>
            </p:nvCxnSpPr>
            <p:spPr>
              <a:xfrm rot="10800000" flipH="1">
                <a:off x="6716500" y="3797450"/>
                <a:ext cx="2609700" cy="1506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09" name="Google Shape;709;p8"/>
              <p:cNvCxnSpPr/>
              <p:nvPr/>
            </p:nvCxnSpPr>
            <p:spPr>
              <a:xfrm rot="10800000" flipH="1">
                <a:off x="7199175" y="4100700"/>
                <a:ext cx="2091000" cy="1207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10" name="Google Shape;710;p8"/>
              <p:cNvCxnSpPr/>
              <p:nvPr/>
            </p:nvCxnSpPr>
            <p:spPr>
              <a:xfrm rot="10800000" flipH="1">
                <a:off x="7718000" y="4338975"/>
                <a:ext cx="1648800" cy="951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11" name="Google Shape;711;p8"/>
              <p:cNvCxnSpPr/>
              <p:nvPr/>
            </p:nvCxnSpPr>
            <p:spPr>
              <a:xfrm rot="10800000" flipH="1">
                <a:off x="8129050" y="4607075"/>
                <a:ext cx="1263000" cy="729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12" name="Google Shape;712;p8"/>
              <p:cNvCxnSpPr/>
              <p:nvPr/>
            </p:nvCxnSpPr>
            <p:spPr>
              <a:xfrm rot="10800000" flipH="1">
                <a:off x="8487200" y="4879525"/>
                <a:ext cx="921600" cy="532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713" name="Google Shape;713;p8"/>
          <p:cNvSpPr txBox="1">
            <a:spLocks noGrp="1"/>
          </p:cNvSpPr>
          <p:nvPr>
            <p:ph type="title"/>
          </p:nvPr>
        </p:nvSpPr>
        <p:spPr>
          <a:xfrm>
            <a:off x="715100" y="1307100"/>
            <a:ext cx="6125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3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714" name="Google Shape;714;p8"/>
          <p:cNvGrpSpPr/>
          <p:nvPr/>
        </p:nvGrpSpPr>
        <p:grpSpPr>
          <a:xfrm>
            <a:off x="5735399" y="581245"/>
            <a:ext cx="5111263" cy="4704119"/>
            <a:chOff x="3133537" y="-308699"/>
            <a:chExt cx="6010422" cy="5452155"/>
          </a:xfrm>
        </p:grpSpPr>
        <p:sp>
          <p:nvSpPr>
            <p:cNvPr id="715" name="Google Shape;715;p8"/>
            <p:cNvSpPr/>
            <p:nvPr/>
          </p:nvSpPr>
          <p:spPr>
            <a:xfrm>
              <a:off x="3201565" y="-185790"/>
              <a:ext cx="5942394" cy="5329246"/>
            </a:xfrm>
            <a:custGeom>
              <a:avLst/>
              <a:gdLst/>
              <a:ahLst/>
              <a:cxnLst/>
              <a:rect l="l" t="t" r="r" b="b"/>
              <a:pathLst>
                <a:path w="90413" h="81084" extrusionOk="0">
                  <a:moveTo>
                    <a:pt x="90412" y="1"/>
                  </a:moveTo>
                  <a:lnTo>
                    <a:pt x="3084" y="50747"/>
                  </a:lnTo>
                  <a:cubicBezTo>
                    <a:pt x="1293" y="51801"/>
                    <a:pt x="239" y="51702"/>
                    <a:pt x="0" y="53075"/>
                  </a:cubicBezTo>
                  <a:lnTo>
                    <a:pt x="0" y="55104"/>
                  </a:lnTo>
                  <a:cubicBezTo>
                    <a:pt x="20" y="56675"/>
                    <a:pt x="1055" y="58247"/>
                    <a:pt x="3123" y="59440"/>
                  </a:cubicBezTo>
                  <a:lnTo>
                    <a:pt x="40641" y="81083"/>
                  </a:lnTo>
                  <a:lnTo>
                    <a:pt x="88642" y="81083"/>
                  </a:lnTo>
                  <a:cubicBezTo>
                    <a:pt x="89617" y="81083"/>
                    <a:pt x="90412" y="80288"/>
                    <a:pt x="90412" y="79313"/>
                  </a:cubicBezTo>
                  <a:lnTo>
                    <a:pt x="9041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8"/>
            <p:cNvSpPr/>
            <p:nvPr/>
          </p:nvSpPr>
          <p:spPr>
            <a:xfrm>
              <a:off x="3133537" y="-308699"/>
              <a:ext cx="6010420" cy="5452152"/>
            </a:xfrm>
            <a:custGeom>
              <a:avLst/>
              <a:gdLst/>
              <a:ahLst/>
              <a:cxnLst/>
              <a:rect l="l" t="t" r="r" b="b"/>
              <a:pathLst>
                <a:path w="91448" h="82954" extrusionOk="0">
                  <a:moveTo>
                    <a:pt x="91447" y="1"/>
                  </a:moveTo>
                  <a:lnTo>
                    <a:pt x="4119" y="50767"/>
                  </a:lnTo>
                  <a:cubicBezTo>
                    <a:pt x="1" y="53154"/>
                    <a:pt x="21" y="57033"/>
                    <a:pt x="4158" y="59440"/>
                  </a:cubicBezTo>
                  <a:lnTo>
                    <a:pt x="44899" y="82953"/>
                  </a:lnTo>
                  <a:lnTo>
                    <a:pt x="89677" y="82953"/>
                  </a:lnTo>
                  <a:cubicBezTo>
                    <a:pt x="90652" y="82953"/>
                    <a:pt x="91447" y="82158"/>
                    <a:pt x="91447" y="81183"/>
                  </a:cubicBezTo>
                  <a:lnTo>
                    <a:pt x="9144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8" name="Google Shape;718;p9"/>
          <p:cNvGrpSpPr/>
          <p:nvPr/>
        </p:nvGrpSpPr>
        <p:grpSpPr>
          <a:xfrm>
            <a:off x="-458461" y="-321271"/>
            <a:ext cx="10059175" cy="5791575"/>
            <a:chOff x="-458461" y="-321271"/>
            <a:chExt cx="10059175" cy="5791575"/>
          </a:xfrm>
        </p:grpSpPr>
        <p:grpSp>
          <p:nvGrpSpPr>
            <p:cNvPr id="719" name="Google Shape;719;p9"/>
            <p:cNvGrpSpPr/>
            <p:nvPr/>
          </p:nvGrpSpPr>
          <p:grpSpPr>
            <a:xfrm flipH="1">
              <a:off x="-458461" y="-245071"/>
              <a:ext cx="9830575" cy="5715375"/>
              <a:chOff x="-358925" y="-303650"/>
              <a:chExt cx="9830575" cy="5715375"/>
            </a:xfrm>
          </p:grpSpPr>
          <p:cxnSp>
            <p:nvCxnSpPr>
              <p:cNvPr id="720" name="Google Shape;720;p9"/>
              <p:cNvCxnSpPr/>
              <p:nvPr/>
            </p:nvCxnSpPr>
            <p:spPr>
              <a:xfrm rot="10800000" flipH="1">
                <a:off x="-282200" y="-303650"/>
                <a:ext cx="1052400" cy="607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21" name="Google Shape;721;p9"/>
              <p:cNvCxnSpPr/>
              <p:nvPr/>
            </p:nvCxnSpPr>
            <p:spPr>
              <a:xfrm rot="10800000" flipH="1">
                <a:off x="-281950" y="-236675"/>
                <a:ext cx="1425600" cy="822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22" name="Google Shape;722;p9"/>
              <p:cNvCxnSpPr/>
              <p:nvPr/>
            </p:nvCxnSpPr>
            <p:spPr>
              <a:xfrm rot="10800000" flipH="1">
                <a:off x="-358925" y="-155350"/>
                <a:ext cx="1851000" cy="1068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23" name="Google Shape;723;p9"/>
              <p:cNvCxnSpPr/>
              <p:nvPr/>
            </p:nvCxnSpPr>
            <p:spPr>
              <a:xfrm rot="10800000" flipH="1">
                <a:off x="-267650" y="-115750"/>
                <a:ext cx="2180400" cy="125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24" name="Google Shape;724;p9"/>
              <p:cNvCxnSpPr/>
              <p:nvPr/>
            </p:nvCxnSpPr>
            <p:spPr>
              <a:xfrm rot="10800000" flipH="1">
                <a:off x="-229800" y="-86050"/>
                <a:ext cx="2580300" cy="1489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25" name="Google Shape;725;p9"/>
              <p:cNvCxnSpPr/>
              <p:nvPr/>
            </p:nvCxnSpPr>
            <p:spPr>
              <a:xfrm rot="10800000" flipH="1">
                <a:off x="-212775" y="-127750"/>
                <a:ext cx="3125100" cy="1804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26" name="Google Shape;726;p9"/>
              <p:cNvCxnSpPr/>
              <p:nvPr/>
            </p:nvCxnSpPr>
            <p:spPr>
              <a:xfrm rot="10800000" flipH="1">
                <a:off x="-180475" y="-165575"/>
                <a:ext cx="3648000" cy="210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27" name="Google Shape;727;p9"/>
              <p:cNvCxnSpPr/>
              <p:nvPr/>
            </p:nvCxnSpPr>
            <p:spPr>
              <a:xfrm rot="10800000" flipH="1">
                <a:off x="-227000" y="-146700"/>
                <a:ext cx="4150500" cy="2396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28" name="Google Shape;728;p9"/>
              <p:cNvCxnSpPr/>
              <p:nvPr/>
            </p:nvCxnSpPr>
            <p:spPr>
              <a:xfrm rot="10800000" flipH="1">
                <a:off x="-285775" y="-133000"/>
                <a:ext cx="4675200" cy="2699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29" name="Google Shape;729;p9"/>
              <p:cNvCxnSpPr/>
              <p:nvPr/>
            </p:nvCxnSpPr>
            <p:spPr>
              <a:xfrm rot="10800000" flipH="1">
                <a:off x="-254975" y="-209000"/>
                <a:ext cx="5265600" cy="303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30" name="Google Shape;730;p9"/>
              <p:cNvCxnSpPr/>
              <p:nvPr/>
            </p:nvCxnSpPr>
            <p:spPr>
              <a:xfrm rot="10800000" flipH="1">
                <a:off x="-230325" y="-171400"/>
                <a:ext cx="5665200" cy="327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31" name="Google Shape;731;p9"/>
              <p:cNvCxnSpPr/>
              <p:nvPr/>
            </p:nvCxnSpPr>
            <p:spPr>
              <a:xfrm rot="10800000" flipH="1">
                <a:off x="-203625" y="-162575"/>
                <a:ext cx="6111900" cy="3528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32" name="Google Shape;732;p9"/>
              <p:cNvCxnSpPr/>
              <p:nvPr/>
            </p:nvCxnSpPr>
            <p:spPr>
              <a:xfrm rot="10800000" flipH="1">
                <a:off x="-212500" y="-179425"/>
                <a:ext cx="6639600" cy="3833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33" name="Google Shape;733;p9"/>
              <p:cNvCxnSpPr/>
              <p:nvPr/>
            </p:nvCxnSpPr>
            <p:spPr>
              <a:xfrm rot="10800000" flipH="1">
                <a:off x="-237200" y="-171550"/>
                <a:ext cx="7140000" cy="4122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34" name="Google Shape;734;p9"/>
              <p:cNvCxnSpPr/>
              <p:nvPr/>
            </p:nvCxnSpPr>
            <p:spPr>
              <a:xfrm rot="10800000" flipH="1">
                <a:off x="-208450" y="-169925"/>
                <a:ext cx="7598100" cy="4386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35" name="Google Shape;735;p9"/>
              <p:cNvCxnSpPr/>
              <p:nvPr/>
            </p:nvCxnSpPr>
            <p:spPr>
              <a:xfrm rot="10800000" flipH="1">
                <a:off x="-126875" y="-166100"/>
                <a:ext cx="7999200" cy="4618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36" name="Google Shape;736;p9"/>
              <p:cNvCxnSpPr/>
              <p:nvPr/>
            </p:nvCxnSpPr>
            <p:spPr>
              <a:xfrm rot="10800000" flipH="1">
                <a:off x="-175950" y="-237725"/>
                <a:ext cx="8661600" cy="500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37" name="Google Shape;737;p9"/>
              <p:cNvCxnSpPr/>
              <p:nvPr/>
            </p:nvCxnSpPr>
            <p:spPr>
              <a:xfrm rot="10800000" flipH="1">
                <a:off x="-230050" y="-244075"/>
                <a:ext cx="9215700" cy="5320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38" name="Google Shape;738;p9"/>
              <p:cNvCxnSpPr/>
              <p:nvPr/>
            </p:nvCxnSpPr>
            <p:spPr>
              <a:xfrm rot="10800000" flipH="1">
                <a:off x="-150500" y="-149375"/>
                <a:ext cx="9462000" cy="5462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39" name="Google Shape;739;p9"/>
              <p:cNvCxnSpPr/>
              <p:nvPr/>
            </p:nvCxnSpPr>
            <p:spPr>
              <a:xfrm rot="10800000" flipH="1">
                <a:off x="277300" y="105750"/>
                <a:ext cx="9081600" cy="5243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40" name="Google Shape;740;p9"/>
              <p:cNvCxnSpPr/>
              <p:nvPr/>
            </p:nvCxnSpPr>
            <p:spPr>
              <a:xfrm rot="10800000" flipH="1">
                <a:off x="846950" y="376800"/>
                <a:ext cx="8531400" cy="4925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41" name="Google Shape;741;p9"/>
              <p:cNvCxnSpPr/>
              <p:nvPr/>
            </p:nvCxnSpPr>
            <p:spPr>
              <a:xfrm rot="10800000" flipH="1">
                <a:off x="1349000" y="635275"/>
                <a:ext cx="8071500" cy="465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42" name="Google Shape;742;p9"/>
              <p:cNvCxnSpPr/>
              <p:nvPr/>
            </p:nvCxnSpPr>
            <p:spPr>
              <a:xfrm rot="10800000" flipH="1">
                <a:off x="1864375" y="918950"/>
                <a:ext cx="7554300" cy="4361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43" name="Google Shape;743;p9"/>
              <p:cNvCxnSpPr/>
              <p:nvPr/>
            </p:nvCxnSpPr>
            <p:spPr>
              <a:xfrm rot="10800000" flipH="1">
                <a:off x="2403950" y="1170550"/>
                <a:ext cx="7067700" cy="408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44" name="Google Shape;744;p9"/>
              <p:cNvCxnSpPr/>
              <p:nvPr/>
            </p:nvCxnSpPr>
            <p:spPr>
              <a:xfrm rot="10800000" flipH="1">
                <a:off x="2718375" y="1495625"/>
                <a:ext cx="6679800" cy="3856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45" name="Google Shape;745;p9"/>
              <p:cNvCxnSpPr/>
              <p:nvPr/>
            </p:nvCxnSpPr>
            <p:spPr>
              <a:xfrm rot="10800000" flipH="1">
                <a:off x="3297700" y="1822900"/>
                <a:ext cx="6023100" cy="3477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46" name="Google Shape;746;p9"/>
              <p:cNvCxnSpPr/>
              <p:nvPr/>
            </p:nvCxnSpPr>
            <p:spPr>
              <a:xfrm rot="10800000" flipH="1">
                <a:off x="3726050" y="2104125"/>
                <a:ext cx="5597100" cy="3231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47" name="Google Shape;747;p9"/>
              <p:cNvCxnSpPr/>
              <p:nvPr/>
            </p:nvCxnSpPr>
            <p:spPr>
              <a:xfrm rot="10800000" flipH="1">
                <a:off x="4244875" y="2361600"/>
                <a:ext cx="5121600" cy="295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48" name="Google Shape;748;p9"/>
              <p:cNvCxnSpPr/>
              <p:nvPr/>
            </p:nvCxnSpPr>
            <p:spPr>
              <a:xfrm rot="10800000" flipH="1">
                <a:off x="4742850" y="2657525"/>
                <a:ext cx="4600200" cy="2655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49" name="Google Shape;749;p9"/>
              <p:cNvCxnSpPr/>
              <p:nvPr/>
            </p:nvCxnSpPr>
            <p:spPr>
              <a:xfrm rot="10800000" flipH="1">
                <a:off x="5210850" y="2937150"/>
                <a:ext cx="4137300" cy="2388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50" name="Google Shape;750;p9"/>
              <p:cNvCxnSpPr/>
              <p:nvPr/>
            </p:nvCxnSpPr>
            <p:spPr>
              <a:xfrm rot="10800000" flipH="1">
                <a:off x="5725550" y="3223700"/>
                <a:ext cx="3615300" cy="208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51" name="Google Shape;751;p9"/>
              <p:cNvCxnSpPr/>
              <p:nvPr/>
            </p:nvCxnSpPr>
            <p:spPr>
              <a:xfrm rot="10800000" flipH="1">
                <a:off x="6217950" y="3515950"/>
                <a:ext cx="3106500" cy="1793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52" name="Google Shape;752;p9"/>
              <p:cNvCxnSpPr/>
              <p:nvPr/>
            </p:nvCxnSpPr>
            <p:spPr>
              <a:xfrm rot="10800000" flipH="1">
                <a:off x="6716500" y="3797450"/>
                <a:ext cx="2609700" cy="1506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53" name="Google Shape;753;p9"/>
              <p:cNvCxnSpPr/>
              <p:nvPr/>
            </p:nvCxnSpPr>
            <p:spPr>
              <a:xfrm rot="10800000" flipH="1">
                <a:off x="7199175" y="4100700"/>
                <a:ext cx="2091000" cy="1207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54" name="Google Shape;754;p9"/>
              <p:cNvCxnSpPr/>
              <p:nvPr/>
            </p:nvCxnSpPr>
            <p:spPr>
              <a:xfrm rot="10800000" flipH="1">
                <a:off x="7718000" y="4338975"/>
                <a:ext cx="1648800" cy="951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55" name="Google Shape;755;p9"/>
              <p:cNvCxnSpPr/>
              <p:nvPr/>
            </p:nvCxnSpPr>
            <p:spPr>
              <a:xfrm rot="10800000" flipH="1">
                <a:off x="8129050" y="4607075"/>
                <a:ext cx="1263000" cy="729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56" name="Google Shape;756;p9"/>
              <p:cNvCxnSpPr/>
              <p:nvPr/>
            </p:nvCxnSpPr>
            <p:spPr>
              <a:xfrm rot="10800000" flipH="1">
                <a:off x="8487200" y="4879525"/>
                <a:ext cx="921600" cy="532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757" name="Google Shape;757;p9"/>
            <p:cNvGrpSpPr/>
            <p:nvPr/>
          </p:nvGrpSpPr>
          <p:grpSpPr>
            <a:xfrm rot="10800000">
              <a:off x="-229861" y="-321271"/>
              <a:ext cx="9830575" cy="5715375"/>
              <a:chOff x="-358925" y="-303650"/>
              <a:chExt cx="9830575" cy="5715375"/>
            </a:xfrm>
          </p:grpSpPr>
          <p:cxnSp>
            <p:nvCxnSpPr>
              <p:cNvPr id="758" name="Google Shape;758;p9"/>
              <p:cNvCxnSpPr/>
              <p:nvPr/>
            </p:nvCxnSpPr>
            <p:spPr>
              <a:xfrm rot="10800000" flipH="1">
                <a:off x="-282200" y="-303650"/>
                <a:ext cx="1052400" cy="607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59" name="Google Shape;759;p9"/>
              <p:cNvCxnSpPr/>
              <p:nvPr/>
            </p:nvCxnSpPr>
            <p:spPr>
              <a:xfrm rot="10800000" flipH="1">
                <a:off x="-281950" y="-236675"/>
                <a:ext cx="1425600" cy="822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60" name="Google Shape;760;p9"/>
              <p:cNvCxnSpPr/>
              <p:nvPr/>
            </p:nvCxnSpPr>
            <p:spPr>
              <a:xfrm rot="10800000" flipH="1">
                <a:off x="-358925" y="-155350"/>
                <a:ext cx="1851000" cy="1068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61" name="Google Shape;761;p9"/>
              <p:cNvCxnSpPr/>
              <p:nvPr/>
            </p:nvCxnSpPr>
            <p:spPr>
              <a:xfrm rot="10800000" flipH="1">
                <a:off x="-267650" y="-115750"/>
                <a:ext cx="2180400" cy="125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62" name="Google Shape;762;p9"/>
              <p:cNvCxnSpPr/>
              <p:nvPr/>
            </p:nvCxnSpPr>
            <p:spPr>
              <a:xfrm rot="10800000" flipH="1">
                <a:off x="-229800" y="-86050"/>
                <a:ext cx="2580300" cy="1489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63" name="Google Shape;763;p9"/>
              <p:cNvCxnSpPr/>
              <p:nvPr/>
            </p:nvCxnSpPr>
            <p:spPr>
              <a:xfrm rot="10800000" flipH="1">
                <a:off x="-212775" y="-127750"/>
                <a:ext cx="3125100" cy="1804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64" name="Google Shape;764;p9"/>
              <p:cNvCxnSpPr/>
              <p:nvPr/>
            </p:nvCxnSpPr>
            <p:spPr>
              <a:xfrm rot="10800000" flipH="1">
                <a:off x="-180475" y="-165575"/>
                <a:ext cx="3648000" cy="210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65" name="Google Shape;765;p9"/>
              <p:cNvCxnSpPr/>
              <p:nvPr/>
            </p:nvCxnSpPr>
            <p:spPr>
              <a:xfrm rot="10800000" flipH="1">
                <a:off x="-227000" y="-146700"/>
                <a:ext cx="4150500" cy="2396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66" name="Google Shape;766;p9"/>
              <p:cNvCxnSpPr/>
              <p:nvPr/>
            </p:nvCxnSpPr>
            <p:spPr>
              <a:xfrm rot="10800000" flipH="1">
                <a:off x="-285775" y="-133000"/>
                <a:ext cx="4675200" cy="2699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67" name="Google Shape;767;p9"/>
              <p:cNvCxnSpPr/>
              <p:nvPr/>
            </p:nvCxnSpPr>
            <p:spPr>
              <a:xfrm rot="10800000" flipH="1">
                <a:off x="-254975" y="-209000"/>
                <a:ext cx="5265600" cy="303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68" name="Google Shape;768;p9"/>
              <p:cNvCxnSpPr/>
              <p:nvPr/>
            </p:nvCxnSpPr>
            <p:spPr>
              <a:xfrm rot="10800000" flipH="1">
                <a:off x="-230325" y="-171400"/>
                <a:ext cx="5665200" cy="327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69" name="Google Shape;769;p9"/>
              <p:cNvCxnSpPr/>
              <p:nvPr/>
            </p:nvCxnSpPr>
            <p:spPr>
              <a:xfrm rot="10800000" flipH="1">
                <a:off x="-203625" y="-162575"/>
                <a:ext cx="6111900" cy="3528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70" name="Google Shape;770;p9"/>
              <p:cNvCxnSpPr/>
              <p:nvPr/>
            </p:nvCxnSpPr>
            <p:spPr>
              <a:xfrm rot="10800000" flipH="1">
                <a:off x="-212500" y="-179425"/>
                <a:ext cx="6639600" cy="3833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71" name="Google Shape;771;p9"/>
              <p:cNvCxnSpPr/>
              <p:nvPr/>
            </p:nvCxnSpPr>
            <p:spPr>
              <a:xfrm rot="10800000" flipH="1">
                <a:off x="-237200" y="-171550"/>
                <a:ext cx="7140000" cy="4122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72" name="Google Shape;772;p9"/>
              <p:cNvCxnSpPr/>
              <p:nvPr/>
            </p:nvCxnSpPr>
            <p:spPr>
              <a:xfrm rot="10800000" flipH="1">
                <a:off x="-208450" y="-169925"/>
                <a:ext cx="7598100" cy="4386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73" name="Google Shape;773;p9"/>
              <p:cNvCxnSpPr/>
              <p:nvPr/>
            </p:nvCxnSpPr>
            <p:spPr>
              <a:xfrm rot="10800000" flipH="1">
                <a:off x="-126875" y="-166100"/>
                <a:ext cx="7999200" cy="4618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74" name="Google Shape;774;p9"/>
              <p:cNvCxnSpPr/>
              <p:nvPr/>
            </p:nvCxnSpPr>
            <p:spPr>
              <a:xfrm rot="10800000" flipH="1">
                <a:off x="-175950" y="-237725"/>
                <a:ext cx="8661600" cy="500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75" name="Google Shape;775;p9"/>
              <p:cNvCxnSpPr/>
              <p:nvPr/>
            </p:nvCxnSpPr>
            <p:spPr>
              <a:xfrm rot="10800000" flipH="1">
                <a:off x="-230050" y="-244075"/>
                <a:ext cx="9215700" cy="5320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76" name="Google Shape;776;p9"/>
              <p:cNvCxnSpPr/>
              <p:nvPr/>
            </p:nvCxnSpPr>
            <p:spPr>
              <a:xfrm rot="10800000" flipH="1">
                <a:off x="-150500" y="-149375"/>
                <a:ext cx="9462000" cy="5462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77" name="Google Shape;777;p9"/>
              <p:cNvCxnSpPr/>
              <p:nvPr/>
            </p:nvCxnSpPr>
            <p:spPr>
              <a:xfrm rot="10800000" flipH="1">
                <a:off x="277300" y="105750"/>
                <a:ext cx="9081600" cy="5243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78" name="Google Shape;778;p9"/>
              <p:cNvCxnSpPr/>
              <p:nvPr/>
            </p:nvCxnSpPr>
            <p:spPr>
              <a:xfrm rot="10800000" flipH="1">
                <a:off x="846950" y="376800"/>
                <a:ext cx="8531400" cy="4925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79" name="Google Shape;779;p9"/>
              <p:cNvCxnSpPr/>
              <p:nvPr/>
            </p:nvCxnSpPr>
            <p:spPr>
              <a:xfrm rot="10800000" flipH="1">
                <a:off x="1349000" y="635275"/>
                <a:ext cx="8071500" cy="465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80" name="Google Shape;780;p9"/>
              <p:cNvCxnSpPr/>
              <p:nvPr/>
            </p:nvCxnSpPr>
            <p:spPr>
              <a:xfrm rot="10800000" flipH="1">
                <a:off x="1864375" y="918950"/>
                <a:ext cx="7554300" cy="4361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81" name="Google Shape;781;p9"/>
              <p:cNvCxnSpPr/>
              <p:nvPr/>
            </p:nvCxnSpPr>
            <p:spPr>
              <a:xfrm rot="10800000" flipH="1">
                <a:off x="2403950" y="1170550"/>
                <a:ext cx="7067700" cy="408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82" name="Google Shape;782;p9"/>
              <p:cNvCxnSpPr/>
              <p:nvPr/>
            </p:nvCxnSpPr>
            <p:spPr>
              <a:xfrm rot="10800000" flipH="1">
                <a:off x="2718375" y="1495625"/>
                <a:ext cx="6679800" cy="3856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83" name="Google Shape;783;p9"/>
              <p:cNvCxnSpPr/>
              <p:nvPr/>
            </p:nvCxnSpPr>
            <p:spPr>
              <a:xfrm rot="10800000" flipH="1">
                <a:off x="3297700" y="1822900"/>
                <a:ext cx="6023100" cy="3477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84" name="Google Shape;784;p9"/>
              <p:cNvCxnSpPr/>
              <p:nvPr/>
            </p:nvCxnSpPr>
            <p:spPr>
              <a:xfrm rot="10800000" flipH="1">
                <a:off x="3726050" y="2104125"/>
                <a:ext cx="5597100" cy="3231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85" name="Google Shape;785;p9"/>
              <p:cNvCxnSpPr/>
              <p:nvPr/>
            </p:nvCxnSpPr>
            <p:spPr>
              <a:xfrm rot="10800000" flipH="1">
                <a:off x="4244875" y="2361600"/>
                <a:ext cx="5121600" cy="295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86" name="Google Shape;786;p9"/>
              <p:cNvCxnSpPr/>
              <p:nvPr/>
            </p:nvCxnSpPr>
            <p:spPr>
              <a:xfrm rot="10800000" flipH="1">
                <a:off x="4742850" y="2657525"/>
                <a:ext cx="4600200" cy="2655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87" name="Google Shape;787;p9"/>
              <p:cNvCxnSpPr/>
              <p:nvPr/>
            </p:nvCxnSpPr>
            <p:spPr>
              <a:xfrm rot="10800000" flipH="1">
                <a:off x="5210850" y="2937150"/>
                <a:ext cx="4137300" cy="2388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88" name="Google Shape;788;p9"/>
              <p:cNvCxnSpPr/>
              <p:nvPr/>
            </p:nvCxnSpPr>
            <p:spPr>
              <a:xfrm rot="10800000" flipH="1">
                <a:off x="5725550" y="3223700"/>
                <a:ext cx="3615300" cy="208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89" name="Google Shape;789;p9"/>
              <p:cNvCxnSpPr/>
              <p:nvPr/>
            </p:nvCxnSpPr>
            <p:spPr>
              <a:xfrm rot="10800000" flipH="1">
                <a:off x="6217950" y="3515950"/>
                <a:ext cx="3106500" cy="1793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90" name="Google Shape;790;p9"/>
              <p:cNvCxnSpPr/>
              <p:nvPr/>
            </p:nvCxnSpPr>
            <p:spPr>
              <a:xfrm rot="10800000" flipH="1">
                <a:off x="6716500" y="3797450"/>
                <a:ext cx="2609700" cy="1506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91" name="Google Shape;791;p9"/>
              <p:cNvCxnSpPr/>
              <p:nvPr/>
            </p:nvCxnSpPr>
            <p:spPr>
              <a:xfrm rot="10800000" flipH="1">
                <a:off x="7199175" y="4100700"/>
                <a:ext cx="2091000" cy="1207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92" name="Google Shape;792;p9"/>
              <p:cNvCxnSpPr/>
              <p:nvPr/>
            </p:nvCxnSpPr>
            <p:spPr>
              <a:xfrm rot="10800000" flipH="1">
                <a:off x="7718000" y="4338975"/>
                <a:ext cx="1648800" cy="951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93" name="Google Shape;793;p9"/>
              <p:cNvCxnSpPr/>
              <p:nvPr/>
            </p:nvCxnSpPr>
            <p:spPr>
              <a:xfrm rot="10800000" flipH="1">
                <a:off x="8129050" y="4607075"/>
                <a:ext cx="1263000" cy="729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94" name="Google Shape;794;p9"/>
              <p:cNvCxnSpPr/>
              <p:nvPr/>
            </p:nvCxnSpPr>
            <p:spPr>
              <a:xfrm rot="10800000" flipH="1">
                <a:off x="8487200" y="4879525"/>
                <a:ext cx="921600" cy="532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795" name="Google Shape;795;p9"/>
          <p:cNvSpPr txBox="1">
            <a:spLocks noGrp="1"/>
          </p:cNvSpPr>
          <p:nvPr>
            <p:ph type="title"/>
          </p:nvPr>
        </p:nvSpPr>
        <p:spPr>
          <a:xfrm>
            <a:off x="3369100" y="1420725"/>
            <a:ext cx="5059800" cy="142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9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96" name="Google Shape;796;p9"/>
          <p:cNvSpPr txBox="1">
            <a:spLocks noGrp="1"/>
          </p:cNvSpPr>
          <p:nvPr>
            <p:ph type="subTitle" idx="1"/>
          </p:nvPr>
        </p:nvSpPr>
        <p:spPr>
          <a:xfrm>
            <a:off x="3369100" y="3036375"/>
            <a:ext cx="5059800" cy="68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666666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797" name="Google Shape;797;p9"/>
          <p:cNvGrpSpPr/>
          <p:nvPr/>
        </p:nvGrpSpPr>
        <p:grpSpPr>
          <a:xfrm flipH="1">
            <a:off x="-2547989" y="60894"/>
            <a:ext cx="5703890" cy="5174095"/>
            <a:chOff x="3166062" y="1034326"/>
            <a:chExt cx="6010422" cy="5452155"/>
          </a:xfrm>
        </p:grpSpPr>
        <p:sp>
          <p:nvSpPr>
            <p:cNvPr id="798" name="Google Shape;798;p9"/>
            <p:cNvSpPr/>
            <p:nvPr/>
          </p:nvSpPr>
          <p:spPr>
            <a:xfrm>
              <a:off x="3234090" y="1157235"/>
              <a:ext cx="5942394" cy="5329246"/>
            </a:xfrm>
            <a:custGeom>
              <a:avLst/>
              <a:gdLst/>
              <a:ahLst/>
              <a:cxnLst/>
              <a:rect l="l" t="t" r="r" b="b"/>
              <a:pathLst>
                <a:path w="90413" h="81084" extrusionOk="0">
                  <a:moveTo>
                    <a:pt x="90412" y="1"/>
                  </a:moveTo>
                  <a:lnTo>
                    <a:pt x="3084" y="50747"/>
                  </a:lnTo>
                  <a:cubicBezTo>
                    <a:pt x="1293" y="51801"/>
                    <a:pt x="239" y="51702"/>
                    <a:pt x="0" y="53075"/>
                  </a:cubicBezTo>
                  <a:lnTo>
                    <a:pt x="0" y="55104"/>
                  </a:lnTo>
                  <a:cubicBezTo>
                    <a:pt x="20" y="56675"/>
                    <a:pt x="1055" y="58247"/>
                    <a:pt x="3123" y="59440"/>
                  </a:cubicBezTo>
                  <a:lnTo>
                    <a:pt x="40641" y="81083"/>
                  </a:lnTo>
                  <a:lnTo>
                    <a:pt x="88642" y="81083"/>
                  </a:lnTo>
                  <a:cubicBezTo>
                    <a:pt x="89617" y="81083"/>
                    <a:pt x="90412" y="80288"/>
                    <a:pt x="90412" y="79313"/>
                  </a:cubicBezTo>
                  <a:lnTo>
                    <a:pt x="9041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9"/>
            <p:cNvSpPr/>
            <p:nvPr/>
          </p:nvSpPr>
          <p:spPr>
            <a:xfrm>
              <a:off x="3166062" y="1034326"/>
              <a:ext cx="6010420" cy="5452152"/>
            </a:xfrm>
            <a:custGeom>
              <a:avLst/>
              <a:gdLst/>
              <a:ahLst/>
              <a:cxnLst/>
              <a:rect l="l" t="t" r="r" b="b"/>
              <a:pathLst>
                <a:path w="91448" h="82954" extrusionOk="0">
                  <a:moveTo>
                    <a:pt x="91447" y="1"/>
                  </a:moveTo>
                  <a:lnTo>
                    <a:pt x="4119" y="50767"/>
                  </a:lnTo>
                  <a:cubicBezTo>
                    <a:pt x="1" y="53154"/>
                    <a:pt x="21" y="57033"/>
                    <a:pt x="4158" y="59440"/>
                  </a:cubicBezTo>
                  <a:lnTo>
                    <a:pt x="44899" y="82953"/>
                  </a:lnTo>
                  <a:lnTo>
                    <a:pt x="89677" y="82953"/>
                  </a:lnTo>
                  <a:cubicBezTo>
                    <a:pt x="90652" y="82953"/>
                    <a:pt x="91447" y="82158"/>
                    <a:pt x="91447" y="81183"/>
                  </a:cubicBezTo>
                  <a:lnTo>
                    <a:pt x="9144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00" name="Google Shape;800;p9"/>
          <p:cNvGrpSpPr/>
          <p:nvPr/>
        </p:nvGrpSpPr>
        <p:grpSpPr>
          <a:xfrm>
            <a:off x="875216" y="444723"/>
            <a:ext cx="593164" cy="1161172"/>
            <a:chOff x="4921825" y="870250"/>
            <a:chExt cx="407925" cy="798550"/>
          </a:xfrm>
        </p:grpSpPr>
        <p:sp>
          <p:nvSpPr>
            <p:cNvPr id="801" name="Google Shape;801;p9"/>
            <p:cNvSpPr/>
            <p:nvPr/>
          </p:nvSpPr>
          <p:spPr>
            <a:xfrm>
              <a:off x="4921825" y="109267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0"/>
                  </a:moveTo>
                  <a:cubicBezTo>
                    <a:pt x="569" y="0"/>
                    <a:pt x="509" y="18"/>
                    <a:pt x="452" y="54"/>
                  </a:cubicBezTo>
                  <a:cubicBezTo>
                    <a:pt x="201" y="179"/>
                    <a:pt x="0" y="530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2" y="1031"/>
                  </a:cubicBezTo>
                  <a:cubicBezTo>
                    <a:pt x="702" y="906"/>
                    <a:pt x="878" y="580"/>
                    <a:pt x="878" y="304"/>
                  </a:cubicBezTo>
                  <a:cubicBezTo>
                    <a:pt x="878" y="108"/>
                    <a:pt x="763" y="0"/>
                    <a:pt x="6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9"/>
            <p:cNvSpPr/>
            <p:nvPr/>
          </p:nvSpPr>
          <p:spPr>
            <a:xfrm>
              <a:off x="5018325" y="1037425"/>
              <a:ext cx="21950" cy="26725"/>
            </a:xfrm>
            <a:custGeom>
              <a:avLst/>
              <a:gdLst/>
              <a:ahLst/>
              <a:cxnLst/>
              <a:rect l="l" t="t" r="r" b="b"/>
              <a:pathLst>
                <a:path w="878" h="1069" extrusionOk="0">
                  <a:moveTo>
                    <a:pt x="627" y="0"/>
                  </a:moveTo>
                  <a:cubicBezTo>
                    <a:pt x="564" y="0"/>
                    <a:pt x="495" y="20"/>
                    <a:pt x="426" y="58"/>
                  </a:cubicBezTo>
                  <a:cubicBezTo>
                    <a:pt x="175" y="209"/>
                    <a:pt x="0" y="509"/>
                    <a:pt x="0" y="760"/>
                  </a:cubicBezTo>
                  <a:cubicBezTo>
                    <a:pt x="0" y="969"/>
                    <a:pt x="96" y="1069"/>
                    <a:pt x="231" y="1069"/>
                  </a:cubicBezTo>
                  <a:cubicBezTo>
                    <a:pt x="290" y="1069"/>
                    <a:pt x="357" y="1049"/>
                    <a:pt x="426" y="1011"/>
                  </a:cubicBezTo>
                  <a:cubicBezTo>
                    <a:pt x="677" y="885"/>
                    <a:pt x="877" y="585"/>
                    <a:pt x="877" y="309"/>
                  </a:cubicBezTo>
                  <a:cubicBezTo>
                    <a:pt x="877" y="100"/>
                    <a:pt x="769" y="0"/>
                    <a:pt x="6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9"/>
            <p:cNvSpPr/>
            <p:nvPr/>
          </p:nvSpPr>
          <p:spPr>
            <a:xfrm>
              <a:off x="5114800" y="981775"/>
              <a:ext cx="21325" cy="26900"/>
            </a:xfrm>
            <a:custGeom>
              <a:avLst/>
              <a:gdLst/>
              <a:ahLst/>
              <a:cxnLst/>
              <a:rect l="l" t="t" r="r" b="b"/>
              <a:pathLst>
                <a:path w="853" h="1076" extrusionOk="0">
                  <a:moveTo>
                    <a:pt x="611" y="0"/>
                  </a:moveTo>
                  <a:cubicBezTo>
                    <a:pt x="554" y="0"/>
                    <a:pt x="491" y="18"/>
                    <a:pt x="427" y="54"/>
                  </a:cubicBezTo>
                  <a:cubicBezTo>
                    <a:pt x="176" y="204"/>
                    <a:pt x="1" y="530"/>
                    <a:pt x="1" y="780"/>
                  </a:cubicBezTo>
                  <a:cubicBezTo>
                    <a:pt x="1" y="969"/>
                    <a:pt x="95" y="1076"/>
                    <a:pt x="227" y="1076"/>
                  </a:cubicBezTo>
                  <a:cubicBezTo>
                    <a:pt x="287" y="1076"/>
                    <a:pt x="356" y="1053"/>
                    <a:pt x="427" y="1006"/>
                  </a:cubicBezTo>
                  <a:cubicBezTo>
                    <a:pt x="677" y="906"/>
                    <a:pt x="853" y="580"/>
                    <a:pt x="853" y="304"/>
                  </a:cubicBezTo>
                  <a:cubicBezTo>
                    <a:pt x="853" y="108"/>
                    <a:pt x="751" y="0"/>
                    <a:pt x="6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9"/>
            <p:cNvSpPr/>
            <p:nvPr/>
          </p:nvSpPr>
          <p:spPr>
            <a:xfrm>
              <a:off x="5210050" y="92600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1"/>
                  </a:moveTo>
                  <a:cubicBezTo>
                    <a:pt x="568" y="1"/>
                    <a:pt x="509" y="18"/>
                    <a:pt x="451" y="54"/>
                  </a:cubicBezTo>
                  <a:cubicBezTo>
                    <a:pt x="226" y="204"/>
                    <a:pt x="0" y="505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1" y="1032"/>
                  </a:cubicBezTo>
                  <a:cubicBezTo>
                    <a:pt x="677" y="906"/>
                    <a:pt x="877" y="580"/>
                    <a:pt x="877" y="305"/>
                  </a:cubicBezTo>
                  <a:cubicBezTo>
                    <a:pt x="877" y="108"/>
                    <a:pt x="763" y="1"/>
                    <a:pt x="6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9"/>
            <p:cNvSpPr/>
            <p:nvPr/>
          </p:nvSpPr>
          <p:spPr>
            <a:xfrm>
              <a:off x="5306525" y="870250"/>
              <a:ext cx="21975" cy="27125"/>
            </a:xfrm>
            <a:custGeom>
              <a:avLst/>
              <a:gdLst/>
              <a:ahLst/>
              <a:cxnLst/>
              <a:rect l="l" t="t" r="r" b="b"/>
              <a:pathLst>
                <a:path w="879" h="1085" extrusionOk="0">
                  <a:moveTo>
                    <a:pt x="616" y="0"/>
                  </a:moveTo>
                  <a:cubicBezTo>
                    <a:pt x="556" y="0"/>
                    <a:pt x="492" y="18"/>
                    <a:pt x="427" y="53"/>
                  </a:cubicBezTo>
                  <a:cubicBezTo>
                    <a:pt x="226" y="229"/>
                    <a:pt x="1" y="505"/>
                    <a:pt x="1" y="780"/>
                  </a:cubicBezTo>
                  <a:cubicBezTo>
                    <a:pt x="1" y="977"/>
                    <a:pt x="103" y="1084"/>
                    <a:pt x="243" y="1084"/>
                  </a:cubicBezTo>
                  <a:cubicBezTo>
                    <a:pt x="300" y="1084"/>
                    <a:pt x="362" y="1067"/>
                    <a:pt x="427" y="1031"/>
                  </a:cubicBezTo>
                  <a:cubicBezTo>
                    <a:pt x="678" y="906"/>
                    <a:pt x="878" y="605"/>
                    <a:pt x="878" y="304"/>
                  </a:cubicBezTo>
                  <a:cubicBezTo>
                    <a:pt x="878" y="108"/>
                    <a:pt x="763" y="0"/>
                    <a:pt x="6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9"/>
            <p:cNvSpPr/>
            <p:nvPr/>
          </p:nvSpPr>
          <p:spPr>
            <a:xfrm>
              <a:off x="4921825" y="1203450"/>
              <a:ext cx="21950" cy="26750"/>
            </a:xfrm>
            <a:custGeom>
              <a:avLst/>
              <a:gdLst/>
              <a:ahLst/>
              <a:cxnLst/>
              <a:rect l="l" t="t" r="r" b="b"/>
              <a:pathLst>
                <a:path w="878" h="1070" extrusionOk="0">
                  <a:moveTo>
                    <a:pt x="636" y="1"/>
                  </a:moveTo>
                  <a:cubicBezTo>
                    <a:pt x="577" y="1"/>
                    <a:pt x="513" y="20"/>
                    <a:pt x="452" y="59"/>
                  </a:cubicBezTo>
                  <a:cubicBezTo>
                    <a:pt x="226" y="209"/>
                    <a:pt x="25" y="510"/>
                    <a:pt x="0" y="761"/>
                  </a:cubicBezTo>
                  <a:cubicBezTo>
                    <a:pt x="0" y="969"/>
                    <a:pt x="109" y="1069"/>
                    <a:pt x="251" y="1069"/>
                  </a:cubicBezTo>
                  <a:cubicBezTo>
                    <a:pt x="313" y="1069"/>
                    <a:pt x="382" y="1050"/>
                    <a:pt x="452" y="1011"/>
                  </a:cubicBezTo>
                  <a:cubicBezTo>
                    <a:pt x="702" y="886"/>
                    <a:pt x="878" y="585"/>
                    <a:pt x="878" y="310"/>
                  </a:cubicBezTo>
                  <a:cubicBezTo>
                    <a:pt x="878" y="101"/>
                    <a:pt x="769" y="1"/>
                    <a:pt x="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9"/>
            <p:cNvSpPr/>
            <p:nvPr/>
          </p:nvSpPr>
          <p:spPr>
            <a:xfrm>
              <a:off x="4922450" y="131385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35" y="1"/>
                  </a:moveTo>
                  <a:cubicBezTo>
                    <a:pt x="579" y="1"/>
                    <a:pt x="516" y="18"/>
                    <a:pt x="452" y="54"/>
                  </a:cubicBezTo>
                  <a:cubicBezTo>
                    <a:pt x="201" y="204"/>
                    <a:pt x="0" y="530"/>
                    <a:pt x="0" y="781"/>
                  </a:cubicBezTo>
                  <a:cubicBezTo>
                    <a:pt x="0" y="977"/>
                    <a:pt x="102" y="1085"/>
                    <a:pt x="252" y="1085"/>
                  </a:cubicBezTo>
                  <a:cubicBezTo>
                    <a:pt x="312" y="1085"/>
                    <a:pt x="380" y="1067"/>
                    <a:pt x="452" y="1031"/>
                  </a:cubicBezTo>
                  <a:cubicBezTo>
                    <a:pt x="702" y="906"/>
                    <a:pt x="878" y="580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9"/>
            <p:cNvSpPr/>
            <p:nvPr/>
          </p:nvSpPr>
          <p:spPr>
            <a:xfrm>
              <a:off x="4922450" y="142475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35" y="1"/>
                  </a:moveTo>
                  <a:cubicBezTo>
                    <a:pt x="579" y="1"/>
                    <a:pt x="516" y="18"/>
                    <a:pt x="452" y="54"/>
                  </a:cubicBezTo>
                  <a:cubicBezTo>
                    <a:pt x="226" y="179"/>
                    <a:pt x="51" y="505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2" y="1032"/>
                  </a:cubicBezTo>
                  <a:cubicBezTo>
                    <a:pt x="702" y="906"/>
                    <a:pt x="878" y="605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9"/>
            <p:cNvSpPr/>
            <p:nvPr/>
          </p:nvSpPr>
          <p:spPr>
            <a:xfrm>
              <a:off x="4923700" y="1535550"/>
              <a:ext cx="21325" cy="26725"/>
            </a:xfrm>
            <a:custGeom>
              <a:avLst/>
              <a:gdLst/>
              <a:ahLst/>
              <a:cxnLst/>
              <a:rect l="l" t="t" r="r" b="b"/>
              <a:pathLst>
                <a:path w="853" h="1069" extrusionOk="0">
                  <a:moveTo>
                    <a:pt x="622" y="0"/>
                  </a:moveTo>
                  <a:cubicBezTo>
                    <a:pt x="563" y="0"/>
                    <a:pt x="496" y="20"/>
                    <a:pt x="427" y="58"/>
                  </a:cubicBezTo>
                  <a:cubicBezTo>
                    <a:pt x="176" y="183"/>
                    <a:pt x="1" y="484"/>
                    <a:pt x="1" y="760"/>
                  </a:cubicBezTo>
                  <a:cubicBezTo>
                    <a:pt x="1" y="968"/>
                    <a:pt x="97" y="1069"/>
                    <a:pt x="231" y="1069"/>
                  </a:cubicBezTo>
                  <a:cubicBezTo>
                    <a:pt x="291" y="1069"/>
                    <a:pt x="357" y="1049"/>
                    <a:pt x="427" y="1011"/>
                  </a:cubicBezTo>
                  <a:cubicBezTo>
                    <a:pt x="677" y="885"/>
                    <a:pt x="853" y="584"/>
                    <a:pt x="853" y="309"/>
                  </a:cubicBezTo>
                  <a:cubicBezTo>
                    <a:pt x="853" y="100"/>
                    <a:pt x="756" y="0"/>
                    <a:pt x="6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9"/>
            <p:cNvSpPr/>
            <p:nvPr/>
          </p:nvSpPr>
          <p:spPr>
            <a:xfrm>
              <a:off x="5018325" y="1147800"/>
              <a:ext cx="21950" cy="27150"/>
            </a:xfrm>
            <a:custGeom>
              <a:avLst/>
              <a:gdLst/>
              <a:ahLst/>
              <a:cxnLst/>
              <a:rect l="l" t="t" r="r" b="b"/>
              <a:pathLst>
                <a:path w="878" h="1086" extrusionOk="0">
                  <a:moveTo>
                    <a:pt x="615" y="1"/>
                  </a:moveTo>
                  <a:cubicBezTo>
                    <a:pt x="556" y="1"/>
                    <a:pt x="491" y="18"/>
                    <a:pt x="426" y="54"/>
                  </a:cubicBezTo>
                  <a:cubicBezTo>
                    <a:pt x="201" y="205"/>
                    <a:pt x="0" y="480"/>
                    <a:pt x="0" y="781"/>
                  </a:cubicBezTo>
                  <a:cubicBezTo>
                    <a:pt x="0" y="978"/>
                    <a:pt x="102" y="1085"/>
                    <a:pt x="242" y="1085"/>
                  </a:cubicBezTo>
                  <a:cubicBezTo>
                    <a:pt x="299" y="1085"/>
                    <a:pt x="361" y="1068"/>
                    <a:pt x="426" y="1032"/>
                  </a:cubicBezTo>
                  <a:cubicBezTo>
                    <a:pt x="677" y="906"/>
                    <a:pt x="877" y="581"/>
                    <a:pt x="877" y="305"/>
                  </a:cubicBezTo>
                  <a:cubicBezTo>
                    <a:pt x="877" y="108"/>
                    <a:pt x="763" y="1"/>
                    <a:pt x="6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9"/>
            <p:cNvSpPr/>
            <p:nvPr/>
          </p:nvSpPr>
          <p:spPr>
            <a:xfrm>
              <a:off x="5114800" y="1092050"/>
              <a:ext cx="21325" cy="27125"/>
            </a:xfrm>
            <a:custGeom>
              <a:avLst/>
              <a:gdLst/>
              <a:ahLst/>
              <a:cxnLst/>
              <a:rect l="l" t="t" r="r" b="b"/>
              <a:pathLst>
                <a:path w="853" h="1085" extrusionOk="0">
                  <a:moveTo>
                    <a:pt x="611" y="0"/>
                  </a:moveTo>
                  <a:cubicBezTo>
                    <a:pt x="554" y="0"/>
                    <a:pt x="491" y="18"/>
                    <a:pt x="427" y="54"/>
                  </a:cubicBezTo>
                  <a:cubicBezTo>
                    <a:pt x="201" y="204"/>
                    <a:pt x="1" y="530"/>
                    <a:pt x="1" y="781"/>
                  </a:cubicBezTo>
                  <a:cubicBezTo>
                    <a:pt x="1" y="977"/>
                    <a:pt x="103" y="1085"/>
                    <a:pt x="243" y="1085"/>
                  </a:cubicBezTo>
                  <a:cubicBezTo>
                    <a:pt x="299" y="1085"/>
                    <a:pt x="362" y="1067"/>
                    <a:pt x="427" y="1031"/>
                  </a:cubicBezTo>
                  <a:cubicBezTo>
                    <a:pt x="677" y="906"/>
                    <a:pt x="853" y="580"/>
                    <a:pt x="853" y="304"/>
                  </a:cubicBezTo>
                  <a:cubicBezTo>
                    <a:pt x="853" y="108"/>
                    <a:pt x="751" y="0"/>
                    <a:pt x="6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9"/>
            <p:cNvSpPr/>
            <p:nvPr/>
          </p:nvSpPr>
          <p:spPr>
            <a:xfrm>
              <a:off x="5210675" y="103627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35" y="1"/>
                  </a:moveTo>
                  <a:cubicBezTo>
                    <a:pt x="579" y="1"/>
                    <a:pt x="516" y="18"/>
                    <a:pt x="451" y="54"/>
                  </a:cubicBezTo>
                  <a:cubicBezTo>
                    <a:pt x="201" y="230"/>
                    <a:pt x="0" y="530"/>
                    <a:pt x="0" y="781"/>
                  </a:cubicBezTo>
                  <a:cubicBezTo>
                    <a:pt x="0" y="978"/>
                    <a:pt x="115" y="1085"/>
                    <a:pt x="263" y="1085"/>
                  </a:cubicBezTo>
                  <a:cubicBezTo>
                    <a:pt x="322" y="1085"/>
                    <a:pt x="387" y="1068"/>
                    <a:pt x="451" y="1032"/>
                  </a:cubicBezTo>
                  <a:cubicBezTo>
                    <a:pt x="702" y="906"/>
                    <a:pt x="878" y="580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9"/>
            <p:cNvSpPr/>
            <p:nvPr/>
          </p:nvSpPr>
          <p:spPr>
            <a:xfrm>
              <a:off x="5307150" y="981775"/>
              <a:ext cx="21975" cy="26900"/>
            </a:xfrm>
            <a:custGeom>
              <a:avLst/>
              <a:gdLst/>
              <a:ahLst/>
              <a:cxnLst/>
              <a:rect l="l" t="t" r="r" b="b"/>
              <a:pathLst>
                <a:path w="879" h="1076" extrusionOk="0">
                  <a:moveTo>
                    <a:pt x="625" y="0"/>
                  </a:moveTo>
                  <a:cubicBezTo>
                    <a:pt x="569" y="0"/>
                    <a:pt x="510" y="18"/>
                    <a:pt x="452" y="54"/>
                  </a:cubicBezTo>
                  <a:cubicBezTo>
                    <a:pt x="201" y="179"/>
                    <a:pt x="1" y="480"/>
                    <a:pt x="1" y="780"/>
                  </a:cubicBezTo>
                  <a:cubicBezTo>
                    <a:pt x="1" y="969"/>
                    <a:pt x="107" y="1076"/>
                    <a:pt x="246" y="1076"/>
                  </a:cubicBezTo>
                  <a:cubicBezTo>
                    <a:pt x="310" y="1076"/>
                    <a:pt x="381" y="1053"/>
                    <a:pt x="452" y="1006"/>
                  </a:cubicBezTo>
                  <a:cubicBezTo>
                    <a:pt x="678" y="906"/>
                    <a:pt x="878" y="580"/>
                    <a:pt x="878" y="304"/>
                  </a:cubicBezTo>
                  <a:cubicBezTo>
                    <a:pt x="878" y="108"/>
                    <a:pt x="763" y="0"/>
                    <a:pt x="6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9"/>
            <p:cNvSpPr/>
            <p:nvPr/>
          </p:nvSpPr>
          <p:spPr>
            <a:xfrm>
              <a:off x="5018950" y="125810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0"/>
                  </a:moveTo>
                  <a:cubicBezTo>
                    <a:pt x="568" y="0"/>
                    <a:pt x="509" y="17"/>
                    <a:pt x="451" y="53"/>
                  </a:cubicBezTo>
                  <a:cubicBezTo>
                    <a:pt x="176" y="204"/>
                    <a:pt x="0" y="504"/>
                    <a:pt x="0" y="780"/>
                  </a:cubicBezTo>
                  <a:cubicBezTo>
                    <a:pt x="0" y="977"/>
                    <a:pt x="115" y="1084"/>
                    <a:pt x="262" y="1084"/>
                  </a:cubicBezTo>
                  <a:cubicBezTo>
                    <a:pt x="322" y="1084"/>
                    <a:pt x="387" y="1067"/>
                    <a:pt x="451" y="1031"/>
                  </a:cubicBezTo>
                  <a:cubicBezTo>
                    <a:pt x="702" y="905"/>
                    <a:pt x="877" y="580"/>
                    <a:pt x="877" y="304"/>
                  </a:cubicBezTo>
                  <a:cubicBezTo>
                    <a:pt x="877" y="107"/>
                    <a:pt x="763" y="0"/>
                    <a:pt x="6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9"/>
            <p:cNvSpPr/>
            <p:nvPr/>
          </p:nvSpPr>
          <p:spPr>
            <a:xfrm>
              <a:off x="5018950" y="1369225"/>
              <a:ext cx="21950" cy="27000"/>
            </a:xfrm>
            <a:custGeom>
              <a:avLst/>
              <a:gdLst/>
              <a:ahLst/>
              <a:cxnLst/>
              <a:rect l="l" t="t" r="r" b="b"/>
              <a:pathLst>
                <a:path w="878" h="1080" extrusionOk="0">
                  <a:moveTo>
                    <a:pt x="637" y="0"/>
                  </a:moveTo>
                  <a:cubicBezTo>
                    <a:pt x="578" y="0"/>
                    <a:pt x="513" y="23"/>
                    <a:pt x="451" y="70"/>
                  </a:cubicBezTo>
                  <a:cubicBezTo>
                    <a:pt x="176" y="195"/>
                    <a:pt x="0" y="496"/>
                    <a:pt x="0" y="771"/>
                  </a:cubicBezTo>
                  <a:cubicBezTo>
                    <a:pt x="0" y="980"/>
                    <a:pt x="109" y="1080"/>
                    <a:pt x="250" y="1080"/>
                  </a:cubicBezTo>
                  <a:cubicBezTo>
                    <a:pt x="313" y="1080"/>
                    <a:pt x="382" y="1060"/>
                    <a:pt x="451" y="1022"/>
                  </a:cubicBezTo>
                  <a:cubicBezTo>
                    <a:pt x="702" y="897"/>
                    <a:pt x="877" y="596"/>
                    <a:pt x="877" y="320"/>
                  </a:cubicBezTo>
                  <a:cubicBezTo>
                    <a:pt x="877" y="113"/>
                    <a:pt x="770" y="0"/>
                    <a:pt x="6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9"/>
            <p:cNvSpPr/>
            <p:nvPr/>
          </p:nvSpPr>
          <p:spPr>
            <a:xfrm>
              <a:off x="5018950" y="147990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0"/>
                  </a:moveTo>
                  <a:cubicBezTo>
                    <a:pt x="568" y="0"/>
                    <a:pt x="509" y="18"/>
                    <a:pt x="451" y="54"/>
                  </a:cubicBezTo>
                  <a:cubicBezTo>
                    <a:pt x="226" y="179"/>
                    <a:pt x="25" y="505"/>
                    <a:pt x="0" y="780"/>
                  </a:cubicBezTo>
                  <a:cubicBezTo>
                    <a:pt x="0" y="977"/>
                    <a:pt x="102" y="1084"/>
                    <a:pt x="251" y="1084"/>
                  </a:cubicBezTo>
                  <a:cubicBezTo>
                    <a:pt x="312" y="1084"/>
                    <a:pt x="379" y="1067"/>
                    <a:pt x="451" y="1031"/>
                  </a:cubicBezTo>
                  <a:cubicBezTo>
                    <a:pt x="702" y="906"/>
                    <a:pt x="877" y="580"/>
                    <a:pt x="877" y="304"/>
                  </a:cubicBezTo>
                  <a:cubicBezTo>
                    <a:pt x="877" y="108"/>
                    <a:pt x="763" y="0"/>
                    <a:pt x="6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9"/>
            <p:cNvSpPr/>
            <p:nvPr/>
          </p:nvSpPr>
          <p:spPr>
            <a:xfrm>
              <a:off x="5114800" y="1203450"/>
              <a:ext cx="21325" cy="26750"/>
            </a:xfrm>
            <a:custGeom>
              <a:avLst/>
              <a:gdLst/>
              <a:ahLst/>
              <a:cxnLst/>
              <a:rect l="l" t="t" r="r" b="b"/>
              <a:pathLst>
                <a:path w="853" h="1070" extrusionOk="0">
                  <a:moveTo>
                    <a:pt x="622" y="1"/>
                  </a:moveTo>
                  <a:cubicBezTo>
                    <a:pt x="563" y="1"/>
                    <a:pt x="496" y="20"/>
                    <a:pt x="427" y="59"/>
                  </a:cubicBezTo>
                  <a:cubicBezTo>
                    <a:pt x="201" y="184"/>
                    <a:pt x="26" y="485"/>
                    <a:pt x="1" y="761"/>
                  </a:cubicBezTo>
                  <a:cubicBezTo>
                    <a:pt x="1" y="969"/>
                    <a:pt x="85" y="1069"/>
                    <a:pt x="220" y="1069"/>
                  </a:cubicBezTo>
                  <a:cubicBezTo>
                    <a:pt x="280" y="1069"/>
                    <a:pt x="350" y="1050"/>
                    <a:pt x="427" y="1011"/>
                  </a:cubicBezTo>
                  <a:cubicBezTo>
                    <a:pt x="677" y="886"/>
                    <a:pt x="853" y="585"/>
                    <a:pt x="853" y="310"/>
                  </a:cubicBezTo>
                  <a:cubicBezTo>
                    <a:pt x="853" y="101"/>
                    <a:pt x="756" y="1"/>
                    <a:pt x="6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9"/>
            <p:cNvSpPr/>
            <p:nvPr/>
          </p:nvSpPr>
          <p:spPr>
            <a:xfrm>
              <a:off x="5210675" y="1147800"/>
              <a:ext cx="21950" cy="27150"/>
            </a:xfrm>
            <a:custGeom>
              <a:avLst/>
              <a:gdLst/>
              <a:ahLst/>
              <a:cxnLst/>
              <a:rect l="l" t="t" r="r" b="b"/>
              <a:pathLst>
                <a:path w="878" h="1086" extrusionOk="0">
                  <a:moveTo>
                    <a:pt x="635" y="1"/>
                  </a:moveTo>
                  <a:cubicBezTo>
                    <a:pt x="579" y="1"/>
                    <a:pt x="516" y="18"/>
                    <a:pt x="451" y="54"/>
                  </a:cubicBezTo>
                  <a:cubicBezTo>
                    <a:pt x="226" y="180"/>
                    <a:pt x="0" y="480"/>
                    <a:pt x="0" y="781"/>
                  </a:cubicBezTo>
                  <a:cubicBezTo>
                    <a:pt x="0" y="978"/>
                    <a:pt x="115" y="1085"/>
                    <a:pt x="263" y="1085"/>
                  </a:cubicBezTo>
                  <a:cubicBezTo>
                    <a:pt x="322" y="1085"/>
                    <a:pt x="387" y="1068"/>
                    <a:pt x="451" y="1032"/>
                  </a:cubicBezTo>
                  <a:cubicBezTo>
                    <a:pt x="702" y="906"/>
                    <a:pt x="878" y="581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9"/>
            <p:cNvSpPr/>
            <p:nvPr/>
          </p:nvSpPr>
          <p:spPr>
            <a:xfrm>
              <a:off x="5307150" y="1092050"/>
              <a:ext cx="21975" cy="27125"/>
            </a:xfrm>
            <a:custGeom>
              <a:avLst/>
              <a:gdLst/>
              <a:ahLst/>
              <a:cxnLst/>
              <a:rect l="l" t="t" r="r" b="b"/>
              <a:pathLst>
                <a:path w="879" h="1085" extrusionOk="0">
                  <a:moveTo>
                    <a:pt x="625" y="0"/>
                  </a:moveTo>
                  <a:cubicBezTo>
                    <a:pt x="569" y="0"/>
                    <a:pt x="510" y="18"/>
                    <a:pt x="452" y="54"/>
                  </a:cubicBezTo>
                  <a:cubicBezTo>
                    <a:pt x="227" y="179"/>
                    <a:pt x="26" y="530"/>
                    <a:pt x="1" y="781"/>
                  </a:cubicBezTo>
                  <a:cubicBezTo>
                    <a:pt x="1" y="977"/>
                    <a:pt x="116" y="1085"/>
                    <a:pt x="263" y="1085"/>
                  </a:cubicBezTo>
                  <a:cubicBezTo>
                    <a:pt x="323" y="1085"/>
                    <a:pt x="387" y="1067"/>
                    <a:pt x="452" y="1031"/>
                  </a:cubicBezTo>
                  <a:cubicBezTo>
                    <a:pt x="678" y="906"/>
                    <a:pt x="878" y="580"/>
                    <a:pt x="878" y="304"/>
                  </a:cubicBezTo>
                  <a:cubicBezTo>
                    <a:pt x="878" y="108"/>
                    <a:pt x="763" y="0"/>
                    <a:pt x="6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9"/>
            <p:cNvSpPr/>
            <p:nvPr/>
          </p:nvSpPr>
          <p:spPr>
            <a:xfrm>
              <a:off x="5115425" y="131385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16" y="1"/>
                  </a:moveTo>
                  <a:cubicBezTo>
                    <a:pt x="556" y="1"/>
                    <a:pt x="492" y="18"/>
                    <a:pt x="427" y="54"/>
                  </a:cubicBezTo>
                  <a:cubicBezTo>
                    <a:pt x="176" y="179"/>
                    <a:pt x="1" y="480"/>
                    <a:pt x="1" y="781"/>
                  </a:cubicBezTo>
                  <a:cubicBezTo>
                    <a:pt x="1" y="977"/>
                    <a:pt x="90" y="1085"/>
                    <a:pt x="232" y="1085"/>
                  </a:cubicBezTo>
                  <a:cubicBezTo>
                    <a:pt x="289" y="1085"/>
                    <a:pt x="355" y="1067"/>
                    <a:pt x="427" y="1031"/>
                  </a:cubicBezTo>
                  <a:cubicBezTo>
                    <a:pt x="677" y="906"/>
                    <a:pt x="878" y="580"/>
                    <a:pt x="878" y="305"/>
                  </a:cubicBezTo>
                  <a:cubicBezTo>
                    <a:pt x="878" y="108"/>
                    <a:pt x="763" y="1"/>
                    <a:pt x="6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9"/>
            <p:cNvSpPr/>
            <p:nvPr/>
          </p:nvSpPr>
          <p:spPr>
            <a:xfrm>
              <a:off x="5115425" y="142412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16" y="1"/>
                  </a:moveTo>
                  <a:cubicBezTo>
                    <a:pt x="556" y="1"/>
                    <a:pt x="492" y="18"/>
                    <a:pt x="427" y="54"/>
                  </a:cubicBezTo>
                  <a:cubicBezTo>
                    <a:pt x="226" y="179"/>
                    <a:pt x="26" y="530"/>
                    <a:pt x="1" y="781"/>
                  </a:cubicBezTo>
                  <a:cubicBezTo>
                    <a:pt x="1" y="977"/>
                    <a:pt x="90" y="1085"/>
                    <a:pt x="232" y="1085"/>
                  </a:cubicBezTo>
                  <a:cubicBezTo>
                    <a:pt x="289" y="1085"/>
                    <a:pt x="355" y="1067"/>
                    <a:pt x="427" y="1031"/>
                  </a:cubicBezTo>
                  <a:cubicBezTo>
                    <a:pt x="677" y="906"/>
                    <a:pt x="878" y="580"/>
                    <a:pt x="878" y="305"/>
                  </a:cubicBezTo>
                  <a:cubicBezTo>
                    <a:pt x="878" y="108"/>
                    <a:pt x="763" y="1"/>
                    <a:pt x="6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9"/>
            <p:cNvSpPr/>
            <p:nvPr/>
          </p:nvSpPr>
          <p:spPr>
            <a:xfrm>
              <a:off x="5211300" y="1258100"/>
              <a:ext cx="22575" cy="27125"/>
            </a:xfrm>
            <a:custGeom>
              <a:avLst/>
              <a:gdLst/>
              <a:ahLst/>
              <a:cxnLst/>
              <a:rect l="l" t="t" r="r" b="b"/>
              <a:pathLst>
                <a:path w="903" h="1085" extrusionOk="0">
                  <a:moveTo>
                    <a:pt x="640" y="0"/>
                  </a:moveTo>
                  <a:cubicBezTo>
                    <a:pt x="581" y="0"/>
                    <a:pt x="516" y="17"/>
                    <a:pt x="452" y="53"/>
                  </a:cubicBezTo>
                  <a:cubicBezTo>
                    <a:pt x="201" y="179"/>
                    <a:pt x="0" y="530"/>
                    <a:pt x="25" y="780"/>
                  </a:cubicBezTo>
                  <a:cubicBezTo>
                    <a:pt x="25" y="977"/>
                    <a:pt x="115" y="1084"/>
                    <a:pt x="257" y="1084"/>
                  </a:cubicBezTo>
                  <a:cubicBezTo>
                    <a:pt x="314" y="1084"/>
                    <a:pt x="380" y="1067"/>
                    <a:pt x="452" y="1031"/>
                  </a:cubicBezTo>
                  <a:cubicBezTo>
                    <a:pt x="702" y="905"/>
                    <a:pt x="903" y="580"/>
                    <a:pt x="903" y="304"/>
                  </a:cubicBezTo>
                  <a:cubicBezTo>
                    <a:pt x="903" y="107"/>
                    <a:pt x="788" y="0"/>
                    <a:pt x="6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9"/>
            <p:cNvSpPr/>
            <p:nvPr/>
          </p:nvSpPr>
          <p:spPr>
            <a:xfrm>
              <a:off x="5307150" y="1202325"/>
              <a:ext cx="21975" cy="27125"/>
            </a:xfrm>
            <a:custGeom>
              <a:avLst/>
              <a:gdLst/>
              <a:ahLst/>
              <a:cxnLst/>
              <a:rect l="l" t="t" r="r" b="b"/>
              <a:pathLst>
                <a:path w="879" h="1085" extrusionOk="0">
                  <a:moveTo>
                    <a:pt x="625" y="0"/>
                  </a:moveTo>
                  <a:cubicBezTo>
                    <a:pt x="569" y="0"/>
                    <a:pt x="510" y="18"/>
                    <a:pt x="452" y="54"/>
                  </a:cubicBezTo>
                  <a:cubicBezTo>
                    <a:pt x="227" y="179"/>
                    <a:pt x="26" y="530"/>
                    <a:pt x="1" y="781"/>
                  </a:cubicBezTo>
                  <a:cubicBezTo>
                    <a:pt x="1" y="977"/>
                    <a:pt x="116" y="1085"/>
                    <a:pt x="263" y="1085"/>
                  </a:cubicBezTo>
                  <a:cubicBezTo>
                    <a:pt x="323" y="1085"/>
                    <a:pt x="387" y="1067"/>
                    <a:pt x="452" y="1031"/>
                  </a:cubicBezTo>
                  <a:cubicBezTo>
                    <a:pt x="678" y="906"/>
                    <a:pt x="878" y="605"/>
                    <a:pt x="878" y="304"/>
                  </a:cubicBezTo>
                  <a:cubicBezTo>
                    <a:pt x="878" y="108"/>
                    <a:pt x="763" y="0"/>
                    <a:pt x="6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9"/>
            <p:cNvSpPr/>
            <p:nvPr/>
          </p:nvSpPr>
          <p:spPr>
            <a:xfrm>
              <a:off x="5307800" y="1313100"/>
              <a:ext cx="21950" cy="26750"/>
            </a:xfrm>
            <a:custGeom>
              <a:avLst/>
              <a:gdLst/>
              <a:ahLst/>
              <a:cxnLst/>
              <a:rect l="l" t="t" r="r" b="b"/>
              <a:pathLst>
                <a:path w="878" h="1070" extrusionOk="0">
                  <a:moveTo>
                    <a:pt x="647" y="1"/>
                  </a:moveTo>
                  <a:cubicBezTo>
                    <a:pt x="587" y="1"/>
                    <a:pt x="520" y="20"/>
                    <a:pt x="451" y="59"/>
                  </a:cubicBezTo>
                  <a:cubicBezTo>
                    <a:pt x="201" y="184"/>
                    <a:pt x="0" y="510"/>
                    <a:pt x="0" y="761"/>
                  </a:cubicBezTo>
                  <a:cubicBezTo>
                    <a:pt x="0" y="969"/>
                    <a:pt x="108" y="1069"/>
                    <a:pt x="250" y="1069"/>
                  </a:cubicBezTo>
                  <a:cubicBezTo>
                    <a:pt x="313" y="1069"/>
                    <a:pt x="382" y="1050"/>
                    <a:pt x="451" y="1011"/>
                  </a:cubicBezTo>
                  <a:cubicBezTo>
                    <a:pt x="702" y="886"/>
                    <a:pt x="877" y="585"/>
                    <a:pt x="877" y="310"/>
                  </a:cubicBezTo>
                  <a:cubicBezTo>
                    <a:pt x="877" y="101"/>
                    <a:pt x="781" y="1"/>
                    <a:pt x="6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9"/>
            <p:cNvSpPr/>
            <p:nvPr/>
          </p:nvSpPr>
          <p:spPr>
            <a:xfrm>
              <a:off x="5211300" y="1368375"/>
              <a:ext cx="22575" cy="27125"/>
            </a:xfrm>
            <a:custGeom>
              <a:avLst/>
              <a:gdLst/>
              <a:ahLst/>
              <a:cxnLst/>
              <a:rect l="l" t="t" r="r" b="b"/>
              <a:pathLst>
                <a:path w="903" h="1085" extrusionOk="0">
                  <a:moveTo>
                    <a:pt x="640" y="0"/>
                  </a:moveTo>
                  <a:cubicBezTo>
                    <a:pt x="581" y="0"/>
                    <a:pt x="516" y="17"/>
                    <a:pt x="452" y="53"/>
                  </a:cubicBezTo>
                  <a:cubicBezTo>
                    <a:pt x="226" y="179"/>
                    <a:pt x="0" y="530"/>
                    <a:pt x="25" y="780"/>
                  </a:cubicBezTo>
                  <a:cubicBezTo>
                    <a:pt x="25" y="977"/>
                    <a:pt x="127" y="1084"/>
                    <a:pt x="268" y="1084"/>
                  </a:cubicBezTo>
                  <a:cubicBezTo>
                    <a:pt x="324" y="1084"/>
                    <a:pt x="387" y="1067"/>
                    <a:pt x="452" y="1031"/>
                  </a:cubicBezTo>
                  <a:cubicBezTo>
                    <a:pt x="702" y="906"/>
                    <a:pt x="903" y="605"/>
                    <a:pt x="903" y="304"/>
                  </a:cubicBezTo>
                  <a:cubicBezTo>
                    <a:pt x="903" y="107"/>
                    <a:pt x="788" y="0"/>
                    <a:pt x="6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9"/>
            <p:cNvSpPr/>
            <p:nvPr/>
          </p:nvSpPr>
          <p:spPr>
            <a:xfrm>
              <a:off x="4921825" y="1642050"/>
              <a:ext cx="21950" cy="26750"/>
            </a:xfrm>
            <a:custGeom>
              <a:avLst/>
              <a:gdLst/>
              <a:ahLst/>
              <a:cxnLst/>
              <a:rect l="l" t="t" r="r" b="b"/>
              <a:pathLst>
                <a:path w="878" h="1070" extrusionOk="0">
                  <a:moveTo>
                    <a:pt x="636" y="1"/>
                  </a:moveTo>
                  <a:cubicBezTo>
                    <a:pt x="577" y="1"/>
                    <a:pt x="513" y="20"/>
                    <a:pt x="452" y="59"/>
                  </a:cubicBezTo>
                  <a:cubicBezTo>
                    <a:pt x="201" y="184"/>
                    <a:pt x="0" y="510"/>
                    <a:pt x="0" y="761"/>
                  </a:cubicBezTo>
                  <a:cubicBezTo>
                    <a:pt x="0" y="969"/>
                    <a:pt x="109" y="1069"/>
                    <a:pt x="251" y="1069"/>
                  </a:cubicBezTo>
                  <a:cubicBezTo>
                    <a:pt x="313" y="1069"/>
                    <a:pt x="382" y="1050"/>
                    <a:pt x="452" y="1011"/>
                  </a:cubicBezTo>
                  <a:cubicBezTo>
                    <a:pt x="702" y="886"/>
                    <a:pt x="878" y="585"/>
                    <a:pt x="878" y="309"/>
                  </a:cubicBezTo>
                  <a:cubicBezTo>
                    <a:pt x="878" y="101"/>
                    <a:pt x="769" y="1"/>
                    <a:pt x="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9"/>
            <p:cNvSpPr/>
            <p:nvPr/>
          </p:nvSpPr>
          <p:spPr>
            <a:xfrm>
              <a:off x="5018325" y="1586400"/>
              <a:ext cx="21950" cy="27150"/>
            </a:xfrm>
            <a:custGeom>
              <a:avLst/>
              <a:gdLst/>
              <a:ahLst/>
              <a:cxnLst/>
              <a:rect l="l" t="t" r="r" b="b"/>
              <a:pathLst>
                <a:path w="878" h="1086" extrusionOk="0">
                  <a:moveTo>
                    <a:pt x="615" y="1"/>
                  </a:moveTo>
                  <a:cubicBezTo>
                    <a:pt x="556" y="1"/>
                    <a:pt x="491" y="18"/>
                    <a:pt x="426" y="54"/>
                  </a:cubicBezTo>
                  <a:cubicBezTo>
                    <a:pt x="175" y="180"/>
                    <a:pt x="0" y="480"/>
                    <a:pt x="0" y="781"/>
                  </a:cubicBezTo>
                  <a:cubicBezTo>
                    <a:pt x="0" y="978"/>
                    <a:pt x="89" y="1085"/>
                    <a:pt x="231" y="1085"/>
                  </a:cubicBezTo>
                  <a:cubicBezTo>
                    <a:pt x="288" y="1085"/>
                    <a:pt x="354" y="1068"/>
                    <a:pt x="426" y="1032"/>
                  </a:cubicBezTo>
                  <a:cubicBezTo>
                    <a:pt x="677" y="906"/>
                    <a:pt x="877" y="581"/>
                    <a:pt x="877" y="305"/>
                  </a:cubicBezTo>
                  <a:cubicBezTo>
                    <a:pt x="877" y="108"/>
                    <a:pt x="763" y="1"/>
                    <a:pt x="6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9"/>
            <p:cNvSpPr/>
            <p:nvPr/>
          </p:nvSpPr>
          <p:spPr>
            <a:xfrm>
              <a:off x="5114800" y="1530650"/>
              <a:ext cx="21325" cy="27125"/>
            </a:xfrm>
            <a:custGeom>
              <a:avLst/>
              <a:gdLst/>
              <a:ahLst/>
              <a:cxnLst/>
              <a:rect l="l" t="t" r="r" b="b"/>
              <a:pathLst>
                <a:path w="853" h="1085" extrusionOk="0">
                  <a:moveTo>
                    <a:pt x="611" y="0"/>
                  </a:moveTo>
                  <a:cubicBezTo>
                    <a:pt x="554" y="0"/>
                    <a:pt x="491" y="18"/>
                    <a:pt x="427" y="54"/>
                  </a:cubicBezTo>
                  <a:cubicBezTo>
                    <a:pt x="176" y="179"/>
                    <a:pt x="1" y="530"/>
                    <a:pt x="1" y="780"/>
                  </a:cubicBezTo>
                  <a:cubicBezTo>
                    <a:pt x="1" y="977"/>
                    <a:pt x="90" y="1084"/>
                    <a:pt x="232" y="1084"/>
                  </a:cubicBezTo>
                  <a:cubicBezTo>
                    <a:pt x="289" y="1084"/>
                    <a:pt x="355" y="1067"/>
                    <a:pt x="427" y="1031"/>
                  </a:cubicBezTo>
                  <a:cubicBezTo>
                    <a:pt x="677" y="906"/>
                    <a:pt x="853" y="580"/>
                    <a:pt x="853" y="304"/>
                  </a:cubicBezTo>
                  <a:cubicBezTo>
                    <a:pt x="853" y="108"/>
                    <a:pt x="751" y="0"/>
                    <a:pt x="6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9"/>
            <p:cNvSpPr/>
            <p:nvPr/>
          </p:nvSpPr>
          <p:spPr>
            <a:xfrm>
              <a:off x="5210050" y="147487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1"/>
                  </a:moveTo>
                  <a:cubicBezTo>
                    <a:pt x="568" y="1"/>
                    <a:pt x="509" y="18"/>
                    <a:pt x="451" y="54"/>
                  </a:cubicBezTo>
                  <a:cubicBezTo>
                    <a:pt x="226" y="179"/>
                    <a:pt x="0" y="505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1" y="1032"/>
                  </a:cubicBezTo>
                  <a:cubicBezTo>
                    <a:pt x="677" y="906"/>
                    <a:pt x="877" y="605"/>
                    <a:pt x="877" y="305"/>
                  </a:cubicBezTo>
                  <a:cubicBezTo>
                    <a:pt x="877" y="108"/>
                    <a:pt x="763" y="1"/>
                    <a:pt x="6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9"/>
            <p:cNvSpPr/>
            <p:nvPr/>
          </p:nvSpPr>
          <p:spPr>
            <a:xfrm>
              <a:off x="5306525" y="1419625"/>
              <a:ext cx="21975" cy="26725"/>
            </a:xfrm>
            <a:custGeom>
              <a:avLst/>
              <a:gdLst/>
              <a:ahLst/>
              <a:cxnLst/>
              <a:rect l="l" t="t" r="r" b="b"/>
              <a:pathLst>
                <a:path w="879" h="1069" extrusionOk="0">
                  <a:moveTo>
                    <a:pt x="628" y="1"/>
                  </a:moveTo>
                  <a:cubicBezTo>
                    <a:pt x="565" y="1"/>
                    <a:pt x="496" y="20"/>
                    <a:pt x="427" y="59"/>
                  </a:cubicBezTo>
                  <a:cubicBezTo>
                    <a:pt x="226" y="184"/>
                    <a:pt x="1" y="485"/>
                    <a:pt x="1" y="760"/>
                  </a:cubicBezTo>
                  <a:cubicBezTo>
                    <a:pt x="1" y="969"/>
                    <a:pt x="97" y="1069"/>
                    <a:pt x="232" y="1069"/>
                  </a:cubicBezTo>
                  <a:cubicBezTo>
                    <a:pt x="291" y="1069"/>
                    <a:pt x="358" y="1049"/>
                    <a:pt x="427" y="1011"/>
                  </a:cubicBezTo>
                  <a:cubicBezTo>
                    <a:pt x="678" y="886"/>
                    <a:pt x="878" y="585"/>
                    <a:pt x="878" y="309"/>
                  </a:cubicBezTo>
                  <a:cubicBezTo>
                    <a:pt x="878" y="101"/>
                    <a:pt x="770" y="1"/>
                    <a:pt x="6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1" name="Google Shape;831;p9"/>
          <p:cNvGrpSpPr/>
          <p:nvPr/>
        </p:nvGrpSpPr>
        <p:grpSpPr>
          <a:xfrm>
            <a:off x="7835741" y="3803948"/>
            <a:ext cx="593164" cy="1161172"/>
            <a:chOff x="4921825" y="870250"/>
            <a:chExt cx="407925" cy="798550"/>
          </a:xfrm>
        </p:grpSpPr>
        <p:sp>
          <p:nvSpPr>
            <p:cNvPr id="832" name="Google Shape;832;p9"/>
            <p:cNvSpPr/>
            <p:nvPr/>
          </p:nvSpPr>
          <p:spPr>
            <a:xfrm>
              <a:off x="4921825" y="109267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0"/>
                  </a:moveTo>
                  <a:cubicBezTo>
                    <a:pt x="569" y="0"/>
                    <a:pt x="509" y="18"/>
                    <a:pt x="452" y="54"/>
                  </a:cubicBezTo>
                  <a:cubicBezTo>
                    <a:pt x="201" y="179"/>
                    <a:pt x="0" y="530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2" y="1031"/>
                  </a:cubicBezTo>
                  <a:cubicBezTo>
                    <a:pt x="702" y="906"/>
                    <a:pt x="878" y="580"/>
                    <a:pt x="878" y="304"/>
                  </a:cubicBezTo>
                  <a:cubicBezTo>
                    <a:pt x="878" y="108"/>
                    <a:pt x="763" y="0"/>
                    <a:pt x="6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9"/>
            <p:cNvSpPr/>
            <p:nvPr/>
          </p:nvSpPr>
          <p:spPr>
            <a:xfrm>
              <a:off x="5018325" y="1037425"/>
              <a:ext cx="21950" cy="26725"/>
            </a:xfrm>
            <a:custGeom>
              <a:avLst/>
              <a:gdLst/>
              <a:ahLst/>
              <a:cxnLst/>
              <a:rect l="l" t="t" r="r" b="b"/>
              <a:pathLst>
                <a:path w="878" h="1069" extrusionOk="0">
                  <a:moveTo>
                    <a:pt x="627" y="0"/>
                  </a:moveTo>
                  <a:cubicBezTo>
                    <a:pt x="564" y="0"/>
                    <a:pt x="495" y="20"/>
                    <a:pt x="426" y="58"/>
                  </a:cubicBezTo>
                  <a:cubicBezTo>
                    <a:pt x="175" y="209"/>
                    <a:pt x="0" y="509"/>
                    <a:pt x="0" y="760"/>
                  </a:cubicBezTo>
                  <a:cubicBezTo>
                    <a:pt x="0" y="969"/>
                    <a:pt x="96" y="1069"/>
                    <a:pt x="231" y="1069"/>
                  </a:cubicBezTo>
                  <a:cubicBezTo>
                    <a:pt x="290" y="1069"/>
                    <a:pt x="357" y="1049"/>
                    <a:pt x="426" y="1011"/>
                  </a:cubicBezTo>
                  <a:cubicBezTo>
                    <a:pt x="677" y="885"/>
                    <a:pt x="877" y="585"/>
                    <a:pt x="877" y="309"/>
                  </a:cubicBezTo>
                  <a:cubicBezTo>
                    <a:pt x="877" y="100"/>
                    <a:pt x="769" y="0"/>
                    <a:pt x="6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9"/>
            <p:cNvSpPr/>
            <p:nvPr/>
          </p:nvSpPr>
          <p:spPr>
            <a:xfrm>
              <a:off x="5114800" y="981775"/>
              <a:ext cx="21325" cy="26900"/>
            </a:xfrm>
            <a:custGeom>
              <a:avLst/>
              <a:gdLst/>
              <a:ahLst/>
              <a:cxnLst/>
              <a:rect l="l" t="t" r="r" b="b"/>
              <a:pathLst>
                <a:path w="853" h="1076" extrusionOk="0">
                  <a:moveTo>
                    <a:pt x="611" y="0"/>
                  </a:moveTo>
                  <a:cubicBezTo>
                    <a:pt x="554" y="0"/>
                    <a:pt x="491" y="18"/>
                    <a:pt x="427" y="54"/>
                  </a:cubicBezTo>
                  <a:cubicBezTo>
                    <a:pt x="176" y="204"/>
                    <a:pt x="1" y="530"/>
                    <a:pt x="1" y="780"/>
                  </a:cubicBezTo>
                  <a:cubicBezTo>
                    <a:pt x="1" y="969"/>
                    <a:pt x="95" y="1076"/>
                    <a:pt x="227" y="1076"/>
                  </a:cubicBezTo>
                  <a:cubicBezTo>
                    <a:pt x="287" y="1076"/>
                    <a:pt x="356" y="1053"/>
                    <a:pt x="427" y="1006"/>
                  </a:cubicBezTo>
                  <a:cubicBezTo>
                    <a:pt x="677" y="906"/>
                    <a:pt x="853" y="580"/>
                    <a:pt x="853" y="304"/>
                  </a:cubicBezTo>
                  <a:cubicBezTo>
                    <a:pt x="853" y="108"/>
                    <a:pt x="751" y="0"/>
                    <a:pt x="6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9"/>
            <p:cNvSpPr/>
            <p:nvPr/>
          </p:nvSpPr>
          <p:spPr>
            <a:xfrm>
              <a:off x="5210050" y="92600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1"/>
                  </a:moveTo>
                  <a:cubicBezTo>
                    <a:pt x="568" y="1"/>
                    <a:pt x="509" y="18"/>
                    <a:pt x="451" y="54"/>
                  </a:cubicBezTo>
                  <a:cubicBezTo>
                    <a:pt x="226" y="204"/>
                    <a:pt x="0" y="505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1" y="1032"/>
                  </a:cubicBezTo>
                  <a:cubicBezTo>
                    <a:pt x="677" y="906"/>
                    <a:pt x="877" y="580"/>
                    <a:pt x="877" y="305"/>
                  </a:cubicBezTo>
                  <a:cubicBezTo>
                    <a:pt x="877" y="108"/>
                    <a:pt x="763" y="1"/>
                    <a:pt x="6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9"/>
            <p:cNvSpPr/>
            <p:nvPr/>
          </p:nvSpPr>
          <p:spPr>
            <a:xfrm>
              <a:off x="5306525" y="870250"/>
              <a:ext cx="21975" cy="27125"/>
            </a:xfrm>
            <a:custGeom>
              <a:avLst/>
              <a:gdLst/>
              <a:ahLst/>
              <a:cxnLst/>
              <a:rect l="l" t="t" r="r" b="b"/>
              <a:pathLst>
                <a:path w="879" h="1085" extrusionOk="0">
                  <a:moveTo>
                    <a:pt x="616" y="0"/>
                  </a:moveTo>
                  <a:cubicBezTo>
                    <a:pt x="556" y="0"/>
                    <a:pt x="492" y="18"/>
                    <a:pt x="427" y="53"/>
                  </a:cubicBezTo>
                  <a:cubicBezTo>
                    <a:pt x="226" y="229"/>
                    <a:pt x="1" y="505"/>
                    <a:pt x="1" y="780"/>
                  </a:cubicBezTo>
                  <a:cubicBezTo>
                    <a:pt x="1" y="977"/>
                    <a:pt x="103" y="1084"/>
                    <a:pt x="243" y="1084"/>
                  </a:cubicBezTo>
                  <a:cubicBezTo>
                    <a:pt x="300" y="1084"/>
                    <a:pt x="362" y="1067"/>
                    <a:pt x="427" y="1031"/>
                  </a:cubicBezTo>
                  <a:cubicBezTo>
                    <a:pt x="678" y="906"/>
                    <a:pt x="878" y="605"/>
                    <a:pt x="878" y="304"/>
                  </a:cubicBezTo>
                  <a:cubicBezTo>
                    <a:pt x="878" y="108"/>
                    <a:pt x="763" y="0"/>
                    <a:pt x="6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9"/>
            <p:cNvSpPr/>
            <p:nvPr/>
          </p:nvSpPr>
          <p:spPr>
            <a:xfrm>
              <a:off x="4921825" y="1203450"/>
              <a:ext cx="21950" cy="26750"/>
            </a:xfrm>
            <a:custGeom>
              <a:avLst/>
              <a:gdLst/>
              <a:ahLst/>
              <a:cxnLst/>
              <a:rect l="l" t="t" r="r" b="b"/>
              <a:pathLst>
                <a:path w="878" h="1070" extrusionOk="0">
                  <a:moveTo>
                    <a:pt x="636" y="1"/>
                  </a:moveTo>
                  <a:cubicBezTo>
                    <a:pt x="577" y="1"/>
                    <a:pt x="513" y="20"/>
                    <a:pt x="452" y="59"/>
                  </a:cubicBezTo>
                  <a:cubicBezTo>
                    <a:pt x="226" y="209"/>
                    <a:pt x="25" y="510"/>
                    <a:pt x="0" y="761"/>
                  </a:cubicBezTo>
                  <a:cubicBezTo>
                    <a:pt x="0" y="969"/>
                    <a:pt x="109" y="1069"/>
                    <a:pt x="251" y="1069"/>
                  </a:cubicBezTo>
                  <a:cubicBezTo>
                    <a:pt x="313" y="1069"/>
                    <a:pt x="382" y="1050"/>
                    <a:pt x="452" y="1011"/>
                  </a:cubicBezTo>
                  <a:cubicBezTo>
                    <a:pt x="702" y="886"/>
                    <a:pt x="878" y="585"/>
                    <a:pt x="878" y="310"/>
                  </a:cubicBezTo>
                  <a:cubicBezTo>
                    <a:pt x="878" y="101"/>
                    <a:pt x="769" y="1"/>
                    <a:pt x="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9"/>
            <p:cNvSpPr/>
            <p:nvPr/>
          </p:nvSpPr>
          <p:spPr>
            <a:xfrm>
              <a:off x="4922450" y="131385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35" y="1"/>
                  </a:moveTo>
                  <a:cubicBezTo>
                    <a:pt x="579" y="1"/>
                    <a:pt x="516" y="18"/>
                    <a:pt x="452" y="54"/>
                  </a:cubicBezTo>
                  <a:cubicBezTo>
                    <a:pt x="201" y="204"/>
                    <a:pt x="0" y="530"/>
                    <a:pt x="0" y="781"/>
                  </a:cubicBezTo>
                  <a:cubicBezTo>
                    <a:pt x="0" y="977"/>
                    <a:pt x="102" y="1085"/>
                    <a:pt x="252" y="1085"/>
                  </a:cubicBezTo>
                  <a:cubicBezTo>
                    <a:pt x="312" y="1085"/>
                    <a:pt x="380" y="1067"/>
                    <a:pt x="452" y="1031"/>
                  </a:cubicBezTo>
                  <a:cubicBezTo>
                    <a:pt x="702" y="906"/>
                    <a:pt x="878" y="580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9"/>
            <p:cNvSpPr/>
            <p:nvPr/>
          </p:nvSpPr>
          <p:spPr>
            <a:xfrm>
              <a:off x="4922450" y="142475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35" y="1"/>
                  </a:moveTo>
                  <a:cubicBezTo>
                    <a:pt x="579" y="1"/>
                    <a:pt x="516" y="18"/>
                    <a:pt x="452" y="54"/>
                  </a:cubicBezTo>
                  <a:cubicBezTo>
                    <a:pt x="226" y="179"/>
                    <a:pt x="51" y="505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2" y="1032"/>
                  </a:cubicBezTo>
                  <a:cubicBezTo>
                    <a:pt x="702" y="906"/>
                    <a:pt x="878" y="605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9"/>
            <p:cNvSpPr/>
            <p:nvPr/>
          </p:nvSpPr>
          <p:spPr>
            <a:xfrm>
              <a:off x="4923700" y="1535550"/>
              <a:ext cx="21325" cy="26725"/>
            </a:xfrm>
            <a:custGeom>
              <a:avLst/>
              <a:gdLst/>
              <a:ahLst/>
              <a:cxnLst/>
              <a:rect l="l" t="t" r="r" b="b"/>
              <a:pathLst>
                <a:path w="853" h="1069" extrusionOk="0">
                  <a:moveTo>
                    <a:pt x="622" y="0"/>
                  </a:moveTo>
                  <a:cubicBezTo>
                    <a:pt x="563" y="0"/>
                    <a:pt x="496" y="20"/>
                    <a:pt x="427" y="58"/>
                  </a:cubicBezTo>
                  <a:cubicBezTo>
                    <a:pt x="176" y="183"/>
                    <a:pt x="1" y="484"/>
                    <a:pt x="1" y="760"/>
                  </a:cubicBezTo>
                  <a:cubicBezTo>
                    <a:pt x="1" y="968"/>
                    <a:pt x="97" y="1069"/>
                    <a:pt x="231" y="1069"/>
                  </a:cubicBezTo>
                  <a:cubicBezTo>
                    <a:pt x="291" y="1069"/>
                    <a:pt x="357" y="1049"/>
                    <a:pt x="427" y="1011"/>
                  </a:cubicBezTo>
                  <a:cubicBezTo>
                    <a:pt x="677" y="885"/>
                    <a:pt x="853" y="584"/>
                    <a:pt x="853" y="309"/>
                  </a:cubicBezTo>
                  <a:cubicBezTo>
                    <a:pt x="853" y="100"/>
                    <a:pt x="756" y="0"/>
                    <a:pt x="6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9"/>
            <p:cNvSpPr/>
            <p:nvPr/>
          </p:nvSpPr>
          <p:spPr>
            <a:xfrm>
              <a:off x="5018325" y="1147800"/>
              <a:ext cx="21950" cy="27150"/>
            </a:xfrm>
            <a:custGeom>
              <a:avLst/>
              <a:gdLst/>
              <a:ahLst/>
              <a:cxnLst/>
              <a:rect l="l" t="t" r="r" b="b"/>
              <a:pathLst>
                <a:path w="878" h="1086" extrusionOk="0">
                  <a:moveTo>
                    <a:pt x="615" y="1"/>
                  </a:moveTo>
                  <a:cubicBezTo>
                    <a:pt x="556" y="1"/>
                    <a:pt x="491" y="18"/>
                    <a:pt x="426" y="54"/>
                  </a:cubicBezTo>
                  <a:cubicBezTo>
                    <a:pt x="201" y="205"/>
                    <a:pt x="0" y="480"/>
                    <a:pt x="0" y="781"/>
                  </a:cubicBezTo>
                  <a:cubicBezTo>
                    <a:pt x="0" y="978"/>
                    <a:pt x="102" y="1085"/>
                    <a:pt x="242" y="1085"/>
                  </a:cubicBezTo>
                  <a:cubicBezTo>
                    <a:pt x="299" y="1085"/>
                    <a:pt x="361" y="1068"/>
                    <a:pt x="426" y="1032"/>
                  </a:cubicBezTo>
                  <a:cubicBezTo>
                    <a:pt x="677" y="906"/>
                    <a:pt x="877" y="581"/>
                    <a:pt x="877" y="305"/>
                  </a:cubicBezTo>
                  <a:cubicBezTo>
                    <a:pt x="877" y="108"/>
                    <a:pt x="763" y="1"/>
                    <a:pt x="6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9"/>
            <p:cNvSpPr/>
            <p:nvPr/>
          </p:nvSpPr>
          <p:spPr>
            <a:xfrm>
              <a:off x="5114800" y="1092050"/>
              <a:ext cx="21325" cy="27125"/>
            </a:xfrm>
            <a:custGeom>
              <a:avLst/>
              <a:gdLst/>
              <a:ahLst/>
              <a:cxnLst/>
              <a:rect l="l" t="t" r="r" b="b"/>
              <a:pathLst>
                <a:path w="853" h="1085" extrusionOk="0">
                  <a:moveTo>
                    <a:pt x="611" y="0"/>
                  </a:moveTo>
                  <a:cubicBezTo>
                    <a:pt x="554" y="0"/>
                    <a:pt x="491" y="18"/>
                    <a:pt x="427" y="54"/>
                  </a:cubicBezTo>
                  <a:cubicBezTo>
                    <a:pt x="201" y="204"/>
                    <a:pt x="1" y="530"/>
                    <a:pt x="1" y="781"/>
                  </a:cubicBezTo>
                  <a:cubicBezTo>
                    <a:pt x="1" y="977"/>
                    <a:pt x="103" y="1085"/>
                    <a:pt x="243" y="1085"/>
                  </a:cubicBezTo>
                  <a:cubicBezTo>
                    <a:pt x="299" y="1085"/>
                    <a:pt x="362" y="1067"/>
                    <a:pt x="427" y="1031"/>
                  </a:cubicBezTo>
                  <a:cubicBezTo>
                    <a:pt x="677" y="906"/>
                    <a:pt x="853" y="580"/>
                    <a:pt x="853" y="304"/>
                  </a:cubicBezTo>
                  <a:cubicBezTo>
                    <a:pt x="853" y="108"/>
                    <a:pt x="751" y="0"/>
                    <a:pt x="6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9"/>
            <p:cNvSpPr/>
            <p:nvPr/>
          </p:nvSpPr>
          <p:spPr>
            <a:xfrm>
              <a:off x="5210675" y="103627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35" y="1"/>
                  </a:moveTo>
                  <a:cubicBezTo>
                    <a:pt x="579" y="1"/>
                    <a:pt x="516" y="18"/>
                    <a:pt x="451" y="54"/>
                  </a:cubicBezTo>
                  <a:cubicBezTo>
                    <a:pt x="201" y="230"/>
                    <a:pt x="0" y="530"/>
                    <a:pt x="0" y="781"/>
                  </a:cubicBezTo>
                  <a:cubicBezTo>
                    <a:pt x="0" y="978"/>
                    <a:pt x="115" y="1085"/>
                    <a:pt x="263" y="1085"/>
                  </a:cubicBezTo>
                  <a:cubicBezTo>
                    <a:pt x="322" y="1085"/>
                    <a:pt x="387" y="1068"/>
                    <a:pt x="451" y="1032"/>
                  </a:cubicBezTo>
                  <a:cubicBezTo>
                    <a:pt x="702" y="906"/>
                    <a:pt x="878" y="580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9"/>
            <p:cNvSpPr/>
            <p:nvPr/>
          </p:nvSpPr>
          <p:spPr>
            <a:xfrm>
              <a:off x="5307150" y="981775"/>
              <a:ext cx="21975" cy="26900"/>
            </a:xfrm>
            <a:custGeom>
              <a:avLst/>
              <a:gdLst/>
              <a:ahLst/>
              <a:cxnLst/>
              <a:rect l="l" t="t" r="r" b="b"/>
              <a:pathLst>
                <a:path w="879" h="1076" extrusionOk="0">
                  <a:moveTo>
                    <a:pt x="625" y="0"/>
                  </a:moveTo>
                  <a:cubicBezTo>
                    <a:pt x="569" y="0"/>
                    <a:pt x="510" y="18"/>
                    <a:pt x="452" y="54"/>
                  </a:cubicBezTo>
                  <a:cubicBezTo>
                    <a:pt x="201" y="179"/>
                    <a:pt x="1" y="480"/>
                    <a:pt x="1" y="780"/>
                  </a:cubicBezTo>
                  <a:cubicBezTo>
                    <a:pt x="1" y="969"/>
                    <a:pt x="107" y="1076"/>
                    <a:pt x="246" y="1076"/>
                  </a:cubicBezTo>
                  <a:cubicBezTo>
                    <a:pt x="310" y="1076"/>
                    <a:pt x="381" y="1053"/>
                    <a:pt x="452" y="1006"/>
                  </a:cubicBezTo>
                  <a:cubicBezTo>
                    <a:pt x="678" y="906"/>
                    <a:pt x="878" y="580"/>
                    <a:pt x="878" y="304"/>
                  </a:cubicBezTo>
                  <a:cubicBezTo>
                    <a:pt x="878" y="108"/>
                    <a:pt x="763" y="0"/>
                    <a:pt x="6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9"/>
            <p:cNvSpPr/>
            <p:nvPr/>
          </p:nvSpPr>
          <p:spPr>
            <a:xfrm>
              <a:off x="5018950" y="125810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0"/>
                  </a:moveTo>
                  <a:cubicBezTo>
                    <a:pt x="568" y="0"/>
                    <a:pt x="509" y="17"/>
                    <a:pt x="451" y="53"/>
                  </a:cubicBezTo>
                  <a:cubicBezTo>
                    <a:pt x="176" y="204"/>
                    <a:pt x="0" y="504"/>
                    <a:pt x="0" y="780"/>
                  </a:cubicBezTo>
                  <a:cubicBezTo>
                    <a:pt x="0" y="977"/>
                    <a:pt x="115" y="1084"/>
                    <a:pt x="262" y="1084"/>
                  </a:cubicBezTo>
                  <a:cubicBezTo>
                    <a:pt x="322" y="1084"/>
                    <a:pt x="387" y="1067"/>
                    <a:pt x="451" y="1031"/>
                  </a:cubicBezTo>
                  <a:cubicBezTo>
                    <a:pt x="702" y="905"/>
                    <a:pt x="877" y="580"/>
                    <a:pt x="877" y="304"/>
                  </a:cubicBezTo>
                  <a:cubicBezTo>
                    <a:pt x="877" y="107"/>
                    <a:pt x="763" y="0"/>
                    <a:pt x="6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9"/>
            <p:cNvSpPr/>
            <p:nvPr/>
          </p:nvSpPr>
          <p:spPr>
            <a:xfrm>
              <a:off x="5018950" y="1369225"/>
              <a:ext cx="21950" cy="27000"/>
            </a:xfrm>
            <a:custGeom>
              <a:avLst/>
              <a:gdLst/>
              <a:ahLst/>
              <a:cxnLst/>
              <a:rect l="l" t="t" r="r" b="b"/>
              <a:pathLst>
                <a:path w="878" h="1080" extrusionOk="0">
                  <a:moveTo>
                    <a:pt x="637" y="0"/>
                  </a:moveTo>
                  <a:cubicBezTo>
                    <a:pt x="578" y="0"/>
                    <a:pt x="513" y="23"/>
                    <a:pt x="451" y="70"/>
                  </a:cubicBezTo>
                  <a:cubicBezTo>
                    <a:pt x="176" y="195"/>
                    <a:pt x="0" y="496"/>
                    <a:pt x="0" y="771"/>
                  </a:cubicBezTo>
                  <a:cubicBezTo>
                    <a:pt x="0" y="980"/>
                    <a:pt x="109" y="1080"/>
                    <a:pt x="250" y="1080"/>
                  </a:cubicBezTo>
                  <a:cubicBezTo>
                    <a:pt x="313" y="1080"/>
                    <a:pt x="382" y="1060"/>
                    <a:pt x="451" y="1022"/>
                  </a:cubicBezTo>
                  <a:cubicBezTo>
                    <a:pt x="702" y="897"/>
                    <a:pt x="877" y="596"/>
                    <a:pt x="877" y="320"/>
                  </a:cubicBezTo>
                  <a:cubicBezTo>
                    <a:pt x="877" y="113"/>
                    <a:pt x="770" y="0"/>
                    <a:pt x="6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9"/>
            <p:cNvSpPr/>
            <p:nvPr/>
          </p:nvSpPr>
          <p:spPr>
            <a:xfrm>
              <a:off x="5018950" y="147990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0"/>
                  </a:moveTo>
                  <a:cubicBezTo>
                    <a:pt x="568" y="0"/>
                    <a:pt x="509" y="18"/>
                    <a:pt x="451" y="54"/>
                  </a:cubicBezTo>
                  <a:cubicBezTo>
                    <a:pt x="226" y="179"/>
                    <a:pt x="25" y="505"/>
                    <a:pt x="0" y="780"/>
                  </a:cubicBezTo>
                  <a:cubicBezTo>
                    <a:pt x="0" y="977"/>
                    <a:pt x="102" y="1084"/>
                    <a:pt x="251" y="1084"/>
                  </a:cubicBezTo>
                  <a:cubicBezTo>
                    <a:pt x="312" y="1084"/>
                    <a:pt x="379" y="1067"/>
                    <a:pt x="451" y="1031"/>
                  </a:cubicBezTo>
                  <a:cubicBezTo>
                    <a:pt x="702" y="906"/>
                    <a:pt x="877" y="580"/>
                    <a:pt x="877" y="304"/>
                  </a:cubicBezTo>
                  <a:cubicBezTo>
                    <a:pt x="877" y="108"/>
                    <a:pt x="763" y="0"/>
                    <a:pt x="6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9"/>
            <p:cNvSpPr/>
            <p:nvPr/>
          </p:nvSpPr>
          <p:spPr>
            <a:xfrm>
              <a:off x="5114800" y="1203450"/>
              <a:ext cx="21325" cy="26750"/>
            </a:xfrm>
            <a:custGeom>
              <a:avLst/>
              <a:gdLst/>
              <a:ahLst/>
              <a:cxnLst/>
              <a:rect l="l" t="t" r="r" b="b"/>
              <a:pathLst>
                <a:path w="853" h="1070" extrusionOk="0">
                  <a:moveTo>
                    <a:pt x="622" y="1"/>
                  </a:moveTo>
                  <a:cubicBezTo>
                    <a:pt x="563" y="1"/>
                    <a:pt x="496" y="20"/>
                    <a:pt x="427" y="59"/>
                  </a:cubicBezTo>
                  <a:cubicBezTo>
                    <a:pt x="201" y="184"/>
                    <a:pt x="26" y="485"/>
                    <a:pt x="1" y="761"/>
                  </a:cubicBezTo>
                  <a:cubicBezTo>
                    <a:pt x="1" y="969"/>
                    <a:pt x="85" y="1069"/>
                    <a:pt x="220" y="1069"/>
                  </a:cubicBezTo>
                  <a:cubicBezTo>
                    <a:pt x="280" y="1069"/>
                    <a:pt x="350" y="1050"/>
                    <a:pt x="427" y="1011"/>
                  </a:cubicBezTo>
                  <a:cubicBezTo>
                    <a:pt x="677" y="886"/>
                    <a:pt x="853" y="585"/>
                    <a:pt x="853" y="310"/>
                  </a:cubicBezTo>
                  <a:cubicBezTo>
                    <a:pt x="853" y="101"/>
                    <a:pt x="756" y="1"/>
                    <a:pt x="6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9"/>
            <p:cNvSpPr/>
            <p:nvPr/>
          </p:nvSpPr>
          <p:spPr>
            <a:xfrm>
              <a:off x="5210675" y="1147800"/>
              <a:ext cx="21950" cy="27150"/>
            </a:xfrm>
            <a:custGeom>
              <a:avLst/>
              <a:gdLst/>
              <a:ahLst/>
              <a:cxnLst/>
              <a:rect l="l" t="t" r="r" b="b"/>
              <a:pathLst>
                <a:path w="878" h="1086" extrusionOk="0">
                  <a:moveTo>
                    <a:pt x="635" y="1"/>
                  </a:moveTo>
                  <a:cubicBezTo>
                    <a:pt x="579" y="1"/>
                    <a:pt x="516" y="18"/>
                    <a:pt x="451" y="54"/>
                  </a:cubicBezTo>
                  <a:cubicBezTo>
                    <a:pt x="226" y="180"/>
                    <a:pt x="0" y="480"/>
                    <a:pt x="0" y="781"/>
                  </a:cubicBezTo>
                  <a:cubicBezTo>
                    <a:pt x="0" y="978"/>
                    <a:pt x="115" y="1085"/>
                    <a:pt x="263" y="1085"/>
                  </a:cubicBezTo>
                  <a:cubicBezTo>
                    <a:pt x="322" y="1085"/>
                    <a:pt x="387" y="1068"/>
                    <a:pt x="451" y="1032"/>
                  </a:cubicBezTo>
                  <a:cubicBezTo>
                    <a:pt x="702" y="906"/>
                    <a:pt x="878" y="581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9"/>
            <p:cNvSpPr/>
            <p:nvPr/>
          </p:nvSpPr>
          <p:spPr>
            <a:xfrm>
              <a:off x="5307150" y="1092050"/>
              <a:ext cx="21975" cy="27125"/>
            </a:xfrm>
            <a:custGeom>
              <a:avLst/>
              <a:gdLst/>
              <a:ahLst/>
              <a:cxnLst/>
              <a:rect l="l" t="t" r="r" b="b"/>
              <a:pathLst>
                <a:path w="879" h="1085" extrusionOk="0">
                  <a:moveTo>
                    <a:pt x="625" y="0"/>
                  </a:moveTo>
                  <a:cubicBezTo>
                    <a:pt x="569" y="0"/>
                    <a:pt x="510" y="18"/>
                    <a:pt x="452" y="54"/>
                  </a:cubicBezTo>
                  <a:cubicBezTo>
                    <a:pt x="227" y="179"/>
                    <a:pt x="26" y="530"/>
                    <a:pt x="1" y="781"/>
                  </a:cubicBezTo>
                  <a:cubicBezTo>
                    <a:pt x="1" y="977"/>
                    <a:pt x="116" y="1085"/>
                    <a:pt x="263" y="1085"/>
                  </a:cubicBezTo>
                  <a:cubicBezTo>
                    <a:pt x="323" y="1085"/>
                    <a:pt x="387" y="1067"/>
                    <a:pt x="452" y="1031"/>
                  </a:cubicBezTo>
                  <a:cubicBezTo>
                    <a:pt x="678" y="906"/>
                    <a:pt x="878" y="580"/>
                    <a:pt x="878" y="304"/>
                  </a:cubicBezTo>
                  <a:cubicBezTo>
                    <a:pt x="878" y="108"/>
                    <a:pt x="763" y="0"/>
                    <a:pt x="6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9"/>
            <p:cNvSpPr/>
            <p:nvPr/>
          </p:nvSpPr>
          <p:spPr>
            <a:xfrm>
              <a:off x="5115425" y="131385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16" y="1"/>
                  </a:moveTo>
                  <a:cubicBezTo>
                    <a:pt x="556" y="1"/>
                    <a:pt x="492" y="18"/>
                    <a:pt x="427" y="54"/>
                  </a:cubicBezTo>
                  <a:cubicBezTo>
                    <a:pt x="176" y="179"/>
                    <a:pt x="1" y="480"/>
                    <a:pt x="1" y="781"/>
                  </a:cubicBezTo>
                  <a:cubicBezTo>
                    <a:pt x="1" y="977"/>
                    <a:pt x="90" y="1085"/>
                    <a:pt x="232" y="1085"/>
                  </a:cubicBezTo>
                  <a:cubicBezTo>
                    <a:pt x="289" y="1085"/>
                    <a:pt x="355" y="1067"/>
                    <a:pt x="427" y="1031"/>
                  </a:cubicBezTo>
                  <a:cubicBezTo>
                    <a:pt x="677" y="906"/>
                    <a:pt x="878" y="580"/>
                    <a:pt x="878" y="305"/>
                  </a:cubicBezTo>
                  <a:cubicBezTo>
                    <a:pt x="878" y="108"/>
                    <a:pt x="763" y="1"/>
                    <a:pt x="6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9"/>
            <p:cNvSpPr/>
            <p:nvPr/>
          </p:nvSpPr>
          <p:spPr>
            <a:xfrm>
              <a:off x="5115425" y="142412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16" y="1"/>
                  </a:moveTo>
                  <a:cubicBezTo>
                    <a:pt x="556" y="1"/>
                    <a:pt x="492" y="18"/>
                    <a:pt x="427" y="54"/>
                  </a:cubicBezTo>
                  <a:cubicBezTo>
                    <a:pt x="226" y="179"/>
                    <a:pt x="26" y="530"/>
                    <a:pt x="1" y="781"/>
                  </a:cubicBezTo>
                  <a:cubicBezTo>
                    <a:pt x="1" y="977"/>
                    <a:pt x="90" y="1085"/>
                    <a:pt x="232" y="1085"/>
                  </a:cubicBezTo>
                  <a:cubicBezTo>
                    <a:pt x="289" y="1085"/>
                    <a:pt x="355" y="1067"/>
                    <a:pt x="427" y="1031"/>
                  </a:cubicBezTo>
                  <a:cubicBezTo>
                    <a:pt x="677" y="906"/>
                    <a:pt x="878" y="580"/>
                    <a:pt x="878" y="305"/>
                  </a:cubicBezTo>
                  <a:cubicBezTo>
                    <a:pt x="878" y="108"/>
                    <a:pt x="763" y="1"/>
                    <a:pt x="6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9"/>
            <p:cNvSpPr/>
            <p:nvPr/>
          </p:nvSpPr>
          <p:spPr>
            <a:xfrm>
              <a:off x="5211300" y="1258100"/>
              <a:ext cx="22575" cy="27125"/>
            </a:xfrm>
            <a:custGeom>
              <a:avLst/>
              <a:gdLst/>
              <a:ahLst/>
              <a:cxnLst/>
              <a:rect l="l" t="t" r="r" b="b"/>
              <a:pathLst>
                <a:path w="903" h="1085" extrusionOk="0">
                  <a:moveTo>
                    <a:pt x="640" y="0"/>
                  </a:moveTo>
                  <a:cubicBezTo>
                    <a:pt x="581" y="0"/>
                    <a:pt x="516" y="17"/>
                    <a:pt x="452" y="53"/>
                  </a:cubicBezTo>
                  <a:cubicBezTo>
                    <a:pt x="201" y="179"/>
                    <a:pt x="0" y="530"/>
                    <a:pt x="25" y="780"/>
                  </a:cubicBezTo>
                  <a:cubicBezTo>
                    <a:pt x="25" y="977"/>
                    <a:pt x="115" y="1084"/>
                    <a:pt x="257" y="1084"/>
                  </a:cubicBezTo>
                  <a:cubicBezTo>
                    <a:pt x="314" y="1084"/>
                    <a:pt x="380" y="1067"/>
                    <a:pt x="452" y="1031"/>
                  </a:cubicBezTo>
                  <a:cubicBezTo>
                    <a:pt x="702" y="905"/>
                    <a:pt x="903" y="580"/>
                    <a:pt x="903" y="304"/>
                  </a:cubicBezTo>
                  <a:cubicBezTo>
                    <a:pt x="903" y="107"/>
                    <a:pt x="788" y="0"/>
                    <a:pt x="6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9"/>
            <p:cNvSpPr/>
            <p:nvPr/>
          </p:nvSpPr>
          <p:spPr>
            <a:xfrm>
              <a:off x="5307150" y="1202325"/>
              <a:ext cx="21975" cy="27125"/>
            </a:xfrm>
            <a:custGeom>
              <a:avLst/>
              <a:gdLst/>
              <a:ahLst/>
              <a:cxnLst/>
              <a:rect l="l" t="t" r="r" b="b"/>
              <a:pathLst>
                <a:path w="879" h="1085" extrusionOk="0">
                  <a:moveTo>
                    <a:pt x="625" y="0"/>
                  </a:moveTo>
                  <a:cubicBezTo>
                    <a:pt x="569" y="0"/>
                    <a:pt x="510" y="18"/>
                    <a:pt x="452" y="54"/>
                  </a:cubicBezTo>
                  <a:cubicBezTo>
                    <a:pt x="227" y="179"/>
                    <a:pt x="26" y="530"/>
                    <a:pt x="1" y="781"/>
                  </a:cubicBezTo>
                  <a:cubicBezTo>
                    <a:pt x="1" y="977"/>
                    <a:pt x="116" y="1085"/>
                    <a:pt x="263" y="1085"/>
                  </a:cubicBezTo>
                  <a:cubicBezTo>
                    <a:pt x="323" y="1085"/>
                    <a:pt x="387" y="1067"/>
                    <a:pt x="452" y="1031"/>
                  </a:cubicBezTo>
                  <a:cubicBezTo>
                    <a:pt x="678" y="906"/>
                    <a:pt x="878" y="605"/>
                    <a:pt x="878" y="304"/>
                  </a:cubicBezTo>
                  <a:cubicBezTo>
                    <a:pt x="878" y="108"/>
                    <a:pt x="763" y="0"/>
                    <a:pt x="6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9"/>
            <p:cNvSpPr/>
            <p:nvPr/>
          </p:nvSpPr>
          <p:spPr>
            <a:xfrm>
              <a:off x="5307800" y="1313100"/>
              <a:ext cx="21950" cy="26750"/>
            </a:xfrm>
            <a:custGeom>
              <a:avLst/>
              <a:gdLst/>
              <a:ahLst/>
              <a:cxnLst/>
              <a:rect l="l" t="t" r="r" b="b"/>
              <a:pathLst>
                <a:path w="878" h="1070" extrusionOk="0">
                  <a:moveTo>
                    <a:pt x="647" y="1"/>
                  </a:moveTo>
                  <a:cubicBezTo>
                    <a:pt x="587" y="1"/>
                    <a:pt x="520" y="20"/>
                    <a:pt x="451" y="59"/>
                  </a:cubicBezTo>
                  <a:cubicBezTo>
                    <a:pt x="201" y="184"/>
                    <a:pt x="0" y="510"/>
                    <a:pt x="0" y="761"/>
                  </a:cubicBezTo>
                  <a:cubicBezTo>
                    <a:pt x="0" y="969"/>
                    <a:pt x="108" y="1069"/>
                    <a:pt x="250" y="1069"/>
                  </a:cubicBezTo>
                  <a:cubicBezTo>
                    <a:pt x="313" y="1069"/>
                    <a:pt x="382" y="1050"/>
                    <a:pt x="451" y="1011"/>
                  </a:cubicBezTo>
                  <a:cubicBezTo>
                    <a:pt x="702" y="886"/>
                    <a:pt x="877" y="585"/>
                    <a:pt x="877" y="310"/>
                  </a:cubicBezTo>
                  <a:cubicBezTo>
                    <a:pt x="877" y="101"/>
                    <a:pt x="781" y="1"/>
                    <a:pt x="6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9"/>
            <p:cNvSpPr/>
            <p:nvPr/>
          </p:nvSpPr>
          <p:spPr>
            <a:xfrm>
              <a:off x="5211300" y="1368375"/>
              <a:ext cx="22575" cy="27125"/>
            </a:xfrm>
            <a:custGeom>
              <a:avLst/>
              <a:gdLst/>
              <a:ahLst/>
              <a:cxnLst/>
              <a:rect l="l" t="t" r="r" b="b"/>
              <a:pathLst>
                <a:path w="903" h="1085" extrusionOk="0">
                  <a:moveTo>
                    <a:pt x="640" y="0"/>
                  </a:moveTo>
                  <a:cubicBezTo>
                    <a:pt x="581" y="0"/>
                    <a:pt x="516" y="17"/>
                    <a:pt x="452" y="53"/>
                  </a:cubicBezTo>
                  <a:cubicBezTo>
                    <a:pt x="226" y="179"/>
                    <a:pt x="0" y="530"/>
                    <a:pt x="25" y="780"/>
                  </a:cubicBezTo>
                  <a:cubicBezTo>
                    <a:pt x="25" y="977"/>
                    <a:pt x="127" y="1084"/>
                    <a:pt x="268" y="1084"/>
                  </a:cubicBezTo>
                  <a:cubicBezTo>
                    <a:pt x="324" y="1084"/>
                    <a:pt x="387" y="1067"/>
                    <a:pt x="452" y="1031"/>
                  </a:cubicBezTo>
                  <a:cubicBezTo>
                    <a:pt x="702" y="906"/>
                    <a:pt x="903" y="605"/>
                    <a:pt x="903" y="304"/>
                  </a:cubicBezTo>
                  <a:cubicBezTo>
                    <a:pt x="903" y="107"/>
                    <a:pt x="788" y="0"/>
                    <a:pt x="6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9"/>
            <p:cNvSpPr/>
            <p:nvPr/>
          </p:nvSpPr>
          <p:spPr>
            <a:xfrm>
              <a:off x="4921825" y="1642050"/>
              <a:ext cx="21950" cy="26750"/>
            </a:xfrm>
            <a:custGeom>
              <a:avLst/>
              <a:gdLst/>
              <a:ahLst/>
              <a:cxnLst/>
              <a:rect l="l" t="t" r="r" b="b"/>
              <a:pathLst>
                <a:path w="878" h="1070" extrusionOk="0">
                  <a:moveTo>
                    <a:pt x="636" y="1"/>
                  </a:moveTo>
                  <a:cubicBezTo>
                    <a:pt x="577" y="1"/>
                    <a:pt x="513" y="20"/>
                    <a:pt x="452" y="59"/>
                  </a:cubicBezTo>
                  <a:cubicBezTo>
                    <a:pt x="201" y="184"/>
                    <a:pt x="0" y="510"/>
                    <a:pt x="0" y="761"/>
                  </a:cubicBezTo>
                  <a:cubicBezTo>
                    <a:pt x="0" y="969"/>
                    <a:pt x="109" y="1069"/>
                    <a:pt x="251" y="1069"/>
                  </a:cubicBezTo>
                  <a:cubicBezTo>
                    <a:pt x="313" y="1069"/>
                    <a:pt x="382" y="1050"/>
                    <a:pt x="452" y="1011"/>
                  </a:cubicBezTo>
                  <a:cubicBezTo>
                    <a:pt x="702" y="886"/>
                    <a:pt x="878" y="585"/>
                    <a:pt x="878" y="309"/>
                  </a:cubicBezTo>
                  <a:cubicBezTo>
                    <a:pt x="878" y="101"/>
                    <a:pt x="769" y="1"/>
                    <a:pt x="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9"/>
            <p:cNvSpPr/>
            <p:nvPr/>
          </p:nvSpPr>
          <p:spPr>
            <a:xfrm>
              <a:off x="5018325" y="1586400"/>
              <a:ext cx="21950" cy="27150"/>
            </a:xfrm>
            <a:custGeom>
              <a:avLst/>
              <a:gdLst/>
              <a:ahLst/>
              <a:cxnLst/>
              <a:rect l="l" t="t" r="r" b="b"/>
              <a:pathLst>
                <a:path w="878" h="1086" extrusionOk="0">
                  <a:moveTo>
                    <a:pt x="615" y="1"/>
                  </a:moveTo>
                  <a:cubicBezTo>
                    <a:pt x="556" y="1"/>
                    <a:pt x="491" y="18"/>
                    <a:pt x="426" y="54"/>
                  </a:cubicBezTo>
                  <a:cubicBezTo>
                    <a:pt x="175" y="180"/>
                    <a:pt x="0" y="480"/>
                    <a:pt x="0" y="781"/>
                  </a:cubicBezTo>
                  <a:cubicBezTo>
                    <a:pt x="0" y="978"/>
                    <a:pt x="89" y="1085"/>
                    <a:pt x="231" y="1085"/>
                  </a:cubicBezTo>
                  <a:cubicBezTo>
                    <a:pt x="288" y="1085"/>
                    <a:pt x="354" y="1068"/>
                    <a:pt x="426" y="1032"/>
                  </a:cubicBezTo>
                  <a:cubicBezTo>
                    <a:pt x="677" y="906"/>
                    <a:pt x="877" y="581"/>
                    <a:pt x="877" y="305"/>
                  </a:cubicBezTo>
                  <a:cubicBezTo>
                    <a:pt x="877" y="108"/>
                    <a:pt x="763" y="1"/>
                    <a:pt x="6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9"/>
            <p:cNvSpPr/>
            <p:nvPr/>
          </p:nvSpPr>
          <p:spPr>
            <a:xfrm>
              <a:off x="5114800" y="1530650"/>
              <a:ext cx="21325" cy="27125"/>
            </a:xfrm>
            <a:custGeom>
              <a:avLst/>
              <a:gdLst/>
              <a:ahLst/>
              <a:cxnLst/>
              <a:rect l="l" t="t" r="r" b="b"/>
              <a:pathLst>
                <a:path w="853" h="1085" extrusionOk="0">
                  <a:moveTo>
                    <a:pt x="611" y="0"/>
                  </a:moveTo>
                  <a:cubicBezTo>
                    <a:pt x="554" y="0"/>
                    <a:pt x="491" y="18"/>
                    <a:pt x="427" y="54"/>
                  </a:cubicBezTo>
                  <a:cubicBezTo>
                    <a:pt x="176" y="179"/>
                    <a:pt x="1" y="530"/>
                    <a:pt x="1" y="780"/>
                  </a:cubicBezTo>
                  <a:cubicBezTo>
                    <a:pt x="1" y="977"/>
                    <a:pt x="90" y="1084"/>
                    <a:pt x="232" y="1084"/>
                  </a:cubicBezTo>
                  <a:cubicBezTo>
                    <a:pt x="289" y="1084"/>
                    <a:pt x="355" y="1067"/>
                    <a:pt x="427" y="1031"/>
                  </a:cubicBezTo>
                  <a:cubicBezTo>
                    <a:pt x="677" y="906"/>
                    <a:pt x="853" y="580"/>
                    <a:pt x="853" y="304"/>
                  </a:cubicBezTo>
                  <a:cubicBezTo>
                    <a:pt x="853" y="108"/>
                    <a:pt x="751" y="0"/>
                    <a:pt x="6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9"/>
            <p:cNvSpPr/>
            <p:nvPr/>
          </p:nvSpPr>
          <p:spPr>
            <a:xfrm>
              <a:off x="5210050" y="147487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1"/>
                  </a:moveTo>
                  <a:cubicBezTo>
                    <a:pt x="568" y="1"/>
                    <a:pt x="509" y="18"/>
                    <a:pt x="451" y="54"/>
                  </a:cubicBezTo>
                  <a:cubicBezTo>
                    <a:pt x="226" y="179"/>
                    <a:pt x="0" y="505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1" y="1032"/>
                  </a:cubicBezTo>
                  <a:cubicBezTo>
                    <a:pt x="677" y="906"/>
                    <a:pt x="877" y="605"/>
                    <a:pt x="877" y="305"/>
                  </a:cubicBezTo>
                  <a:cubicBezTo>
                    <a:pt x="877" y="108"/>
                    <a:pt x="763" y="1"/>
                    <a:pt x="6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9"/>
            <p:cNvSpPr/>
            <p:nvPr/>
          </p:nvSpPr>
          <p:spPr>
            <a:xfrm>
              <a:off x="5306525" y="1419625"/>
              <a:ext cx="21975" cy="26725"/>
            </a:xfrm>
            <a:custGeom>
              <a:avLst/>
              <a:gdLst/>
              <a:ahLst/>
              <a:cxnLst/>
              <a:rect l="l" t="t" r="r" b="b"/>
              <a:pathLst>
                <a:path w="879" h="1069" extrusionOk="0">
                  <a:moveTo>
                    <a:pt x="628" y="1"/>
                  </a:moveTo>
                  <a:cubicBezTo>
                    <a:pt x="565" y="1"/>
                    <a:pt x="496" y="20"/>
                    <a:pt x="427" y="59"/>
                  </a:cubicBezTo>
                  <a:cubicBezTo>
                    <a:pt x="226" y="184"/>
                    <a:pt x="1" y="485"/>
                    <a:pt x="1" y="760"/>
                  </a:cubicBezTo>
                  <a:cubicBezTo>
                    <a:pt x="1" y="969"/>
                    <a:pt x="97" y="1069"/>
                    <a:pt x="232" y="1069"/>
                  </a:cubicBezTo>
                  <a:cubicBezTo>
                    <a:pt x="291" y="1069"/>
                    <a:pt x="358" y="1049"/>
                    <a:pt x="427" y="1011"/>
                  </a:cubicBezTo>
                  <a:cubicBezTo>
                    <a:pt x="678" y="886"/>
                    <a:pt x="878" y="585"/>
                    <a:pt x="878" y="309"/>
                  </a:cubicBezTo>
                  <a:cubicBezTo>
                    <a:pt x="878" y="101"/>
                    <a:pt x="770" y="1"/>
                    <a:pt x="6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10"/>
          <p:cNvSpPr txBox="1">
            <a:spLocks noGrp="1"/>
          </p:cNvSpPr>
          <p:nvPr>
            <p:ph type="title"/>
          </p:nvPr>
        </p:nvSpPr>
        <p:spPr>
          <a:xfrm>
            <a:off x="1647926" y="868850"/>
            <a:ext cx="4587300" cy="1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1_1">
    <p:bg>
      <p:bgPr>
        <a:solidFill>
          <a:srgbClr val="FFFFFF"/>
        </a:solidFill>
        <a:effectLst/>
      </p:bgPr>
    </p:bg>
    <p:spTree>
      <p:nvGrpSpPr>
        <p:cNvPr id="1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0" name="Google Shape;950;p13"/>
          <p:cNvGrpSpPr/>
          <p:nvPr/>
        </p:nvGrpSpPr>
        <p:grpSpPr>
          <a:xfrm>
            <a:off x="-458461" y="-321271"/>
            <a:ext cx="10059175" cy="5791575"/>
            <a:chOff x="-458461" y="-321271"/>
            <a:chExt cx="10059175" cy="5791575"/>
          </a:xfrm>
        </p:grpSpPr>
        <p:grpSp>
          <p:nvGrpSpPr>
            <p:cNvPr id="951" name="Google Shape;951;p13"/>
            <p:cNvGrpSpPr/>
            <p:nvPr/>
          </p:nvGrpSpPr>
          <p:grpSpPr>
            <a:xfrm flipH="1">
              <a:off x="-458461" y="-245071"/>
              <a:ext cx="9830575" cy="5715375"/>
              <a:chOff x="-358925" y="-303650"/>
              <a:chExt cx="9830575" cy="5715375"/>
            </a:xfrm>
          </p:grpSpPr>
          <p:cxnSp>
            <p:nvCxnSpPr>
              <p:cNvPr id="952" name="Google Shape;952;p13"/>
              <p:cNvCxnSpPr/>
              <p:nvPr/>
            </p:nvCxnSpPr>
            <p:spPr>
              <a:xfrm rot="10800000" flipH="1">
                <a:off x="-282200" y="-303650"/>
                <a:ext cx="1052400" cy="607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53" name="Google Shape;953;p13"/>
              <p:cNvCxnSpPr/>
              <p:nvPr/>
            </p:nvCxnSpPr>
            <p:spPr>
              <a:xfrm rot="10800000" flipH="1">
                <a:off x="-281950" y="-236675"/>
                <a:ext cx="1425600" cy="822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54" name="Google Shape;954;p13"/>
              <p:cNvCxnSpPr/>
              <p:nvPr/>
            </p:nvCxnSpPr>
            <p:spPr>
              <a:xfrm rot="10800000" flipH="1">
                <a:off x="-358925" y="-155350"/>
                <a:ext cx="1851000" cy="1068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55" name="Google Shape;955;p13"/>
              <p:cNvCxnSpPr/>
              <p:nvPr/>
            </p:nvCxnSpPr>
            <p:spPr>
              <a:xfrm rot="10800000" flipH="1">
                <a:off x="-267650" y="-115750"/>
                <a:ext cx="2180400" cy="125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56" name="Google Shape;956;p13"/>
              <p:cNvCxnSpPr/>
              <p:nvPr/>
            </p:nvCxnSpPr>
            <p:spPr>
              <a:xfrm rot="10800000" flipH="1">
                <a:off x="-229800" y="-86050"/>
                <a:ext cx="2580300" cy="1489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57" name="Google Shape;957;p13"/>
              <p:cNvCxnSpPr/>
              <p:nvPr/>
            </p:nvCxnSpPr>
            <p:spPr>
              <a:xfrm rot="10800000" flipH="1">
                <a:off x="-212775" y="-127750"/>
                <a:ext cx="3125100" cy="1804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58" name="Google Shape;958;p13"/>
              <p:cNvCxnSpPr/>
              <p:nvPr/>
            </p:nvCxnSpPr>
            <p:spPr>
              <a:xfrm rot="10800000" flipH="1">
                <a:off x="-180475" y="-165575"/>
                <a:ext cx="3648000" cy="210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59" name="Google Shape;959;p13"/>
              <p:cNvCxnSpPr/>
              <p:nvPr/>
            </p:nvCxnSpPr>
            <p:spPr>
              <a:xfrm rot="10800000" flipH="1">
                <a:off x="-227000" y="-146700"/>
                <a:ext cx="4150500" cy="2396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60" name="Google Shape;960;p13"/>
              <p:cNvCxnSpPr/>
              <p:nvPr/>
            </p:nvCxnSpPr>
            <p:spPr>
              <a:xfrm rot="10800000" flipH="1">
                <a:off x="-285775" y="-133000"/>
                <a:ext cx="4675200" cy="2699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61" name="Google Shape;961;p13"/>
              <p:cNvCxnSpPr/>
              <p:nvPr/>
            </p:nvCxnSpPr>
            <p:spPr>
              <a:xfrm rot="10800000" flipH="1">
                <a:off x="-254975" y="-209000"/>
                <a:ext cx="5265600" cy="303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62" name="Google Shape;962;p13"/>
              <p:cNvCxnSpPr/>
              <p:nvPr/>
            </p:nvCxnSpPr>
            <p:spPr>
              <a:xfrm rot="10800000" flipH="1">
                <a:off x="-230325" y="-171400"/>
                <a:ext cx="5665200" cy="327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63" name="Google Shape;963;p13"/>
              <p:cNvCxnSpPr/>
              <p:nvPr/>
            </p:nvCxnSpPr>
            <p:spPr>
              <a:xfrm rot="10800000" flipH="1">
                <a:off x="-203625" y="-162575"/>
                <a:ext cx="6111900" cy="3528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64" name="Google Shape;964;p13"/>
              <p:cNvCxnSpPr/>
              <p:nvPr/>
            </p:nvCxnSpPr>
            <p:spPr>
              <a:xfrm rot="10800000" flipH="1">
                <a:off x="-212500" y="-179425"/>
                <a:ext cx="6639600" cy="3833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65" name="Google Shape;965;p13"/>
              <p:cNvCxnSpPr/>
              <p:nvPr/>
            </p:nvCxnSpPr>
            <p:spPr>
              <a:xfrm rot="10800000" flipH="1">
                <a:off x="-237200" y="-171550"/>
                <a:ext cx="7140000" cy="4122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66" name="Google Shape;966;p13"/>
              <p:cNvCxnSpPr/>
              <p:nvPr/>
            </p:nvCxnSpPr>
            <p:spPr>
              <a:xfrm rot="10800000" flipH="1">
                <a:off x="-208450" y="-169925"/>
                <a:ext cx="7598100" cy="4386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67" name="Google Shape;967;p13"/>
              <p:cNvCxnSpPr/>
              <p:nvPr/>
            </p:nvCxnSpPr>
            <p:spPr>
              <a:xfrm rot="10800000" flipH="1">
                <a:off x="-126875" y="-166100"/>
                <a:ext cx="7999200" cy="4618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68" name="Google Shape;968;p13"/>
              <p:cNvCxnSpPr/>
              <p:nvPr/>
            </p:nvCxnSpPr>
            <p:spPr>
              <a:xfrm rot="10800000" flipH="1">
                <a:off x="-175950" y="-237725"/>
                <a:ext cx="8661600" cy="500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69" name="Google Shape;969;p13"/>
              <p:cNvCxnSpPr/>
              <p:nvPr/>
            </p:nvCxnSpPr>
            <p:spPr>
              <a:xfrm rot="10800000" flipH="1">
                <a:off x="-230050" y="-244075"/>
                <a:ext cx="9215700" cy="5320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70" name="Google Shape;970;p13"/>
              <p:cNvCxnSpPr/>
              <p:nvPr/>
            </p:nvCxnSpPr>
            <p:spPr>
              <a:xfrm rot="10800000" flipH="1">
                <a:off x="-150500" y="-149375"/>
                <a:ext cx="9462000" cy="5462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71" name="Google Shape;971;p13"/>
              <p:cNvCxnSpPr/>
              <p:nvPr/>
            </p:nvCxnSpPr>
            <p:spPr>
              <a:xfrm rot="10800000" flipH="1">
                <a:off x="277300" y="105750"/>
                <a:ext cx="9081600" cy="5243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72" name="Google Shape;972;p13"/>
              <p:cNvCxnSpPr/>
              <p:nvPr/>
            </p:nvCxnSpPr>
            <p:spPr>
              <a:xfrm rot="10800000" flipH="1">
                <a:off x="846950" y="376800"/>
                <a:ext cx="8531400" cy="4925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73" name="Google Shape;973;p13"/>
              <p:cNvCxnSpPr/>
              <p:nvPr/>
            </p:nvCxnSpPr>
            <p:spPr>
              <a:xfrm rot="10800000" flipH="1">
                <a:off x="1349000" y="635275"/>
                <a:ext cx="8071500" cy="465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74" name="Google Shape;974;p13"/>
              <p:cNvCxnSpPr/>
              <p:nvPr/>
            </p:nvCxnSpPr>
            <p:spPr>
              <a:xfrm rot="10800000" flipH="1">
                <a:off x="1864375" y="918950"/>
                <a:ext cx="7554300" cy="4361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75" name="Google Shape;975;p13"/>
              <p:cNvCxnSpPr/>
              <p:nvPr/>
            </p:nvCxnSpPr>
            <p:spPr>
              <a:xfrm rot="10800000" flipH="1">
                <a:off x="2403950" y="1170550"/>
                <a:ext cx="7067700" cy="408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76" name="Google Shape;976;p13"/>
              <p:cNvCxnSpPr/>
              <p:nvPr/>
            </p:nvCxnSpPr>
            <p:spPr>
              <a:xfrm rot="10800000" flipH="1">
                <a:off x="2718375" y="1495625"/>
                <a:ext cx="6679800" cy="3856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77" name="Google Shape;977;p13"/>
              <p:cNvCxnSpPr/>
              <p:nvPr/>
            </p:nvCxnSpPr>
            <p:spPr>
              <a:xfrm rot="10800000" flipH="1">
                <a:off x="3297700" y="1822900"/>
                <a:ext cx="6023100" cy="3477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78" name="Google Shape;978;p13"/>
              <p:cNvCxnSpPr/>
              <p:nvPr/>
            </p:nvCxnSpPr>
            <p:spPr>
              <a:xfrm rot="10800000" flipH="1">
                <a:off x="3726050" y="2104125"/>
                <a:ext cx="5597100" cy="3231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79" name="Google Shape;979;p13"/>
              <p:cNvCxnSpPr/>
              <p:nvPr/>
            </p:nvCxnSpPr>
            <p:spPr>
              <a:xfrm rot="10800000" flipH="1">
                <a:off x="4244875" y="2361600"/>
                <a:ext cx="5121600" cy="295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80" name="Google Shape;980;p13"/>
              <p:cNvCxnSpPr/>
              <p:nvPr/>
            </p:nvCxnSpPr>
            <p:spPr>
              <a:xfrm rot="10800000" flipH="1">
                <a:off x="4742850" y="2657525"/>
                <a:ext cx="4600200" cy="2655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81" name="Google Shape;981;p13"/>
              <p:cNvCxnSpPr/>
              <p:nvPr/>
            </p:nvCxnSpPr>
            <p:spPr>
              <a:xfrm rot="10800000" flipH="1">
                <a:off x="5210850" y="2937150"/>
                <a:ext cx="4137300" cy="2388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82" name="Google Shape;982;p13"/>
              <p:cNvCxnSpPr/>
              <p:nvPr/>
            </p:nvCxnSpPr>
            <p:spPr>
              <a:xfrm rot="10800000" flipH="1">
                <a:off x="5725550" y="3223700"/>
                <a:ext cx="3615300" cy="208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83" name="Google Shape;983;p13"/>
              <p:cNvCxnSpPr/>
              <p:nvPr/>
            </p:nvCxnSpPr>
            <p:spPr>
              <a:xfrm rot="10800000" flipH="1">
                <a:off x="6217950" y="3515950"/>
                <a:ext cx="3106500" cy="1793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84" name="Google Shape;984;p13"/>
              <p:cNvCxnSpPr/>
              <p:nvPr/>
            </p:nvCxnSpPr>
            <p:spPr>
              <a:xfrm rot="10800000" flipH="1">
                <a:off x="6716500" y="3797450"/>
                <a:ext cx="2609700" cy="1506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85" name="Google Shape;985;p13"/>
              <p:cNvCxnSpPr/>
              <p:nvPr/>
            </p:nvCxnSpPr>
            <p:spPr>
              <a:xfrm rot="10800000" flipH="1">
                <a:off x="7199175" y="4100700"/>
                <a:ext cx="2091000" cy="1207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86" name="Google Shape;986;p13"/>
              <p:cNvCxnSpPr/>
              <p:nvPr/>
            </p:nvCxnSpPr>
            <p:spPr>
              <a:xfrm rot="10800000" flipH="1">
                <a:off x="7718000" y="4338975"/>
                <a:ext cx="1648800" cy="951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87" name="Google Shape;987;p13"/>
              <p:cNvCxnSpPr/>
              <p:nvPr/>
            </p:nvCxnSpPr>
            <p:spPr>
              <a:xfrm rot="10800000" flipH="1">
                <a:off x="8129050" y="4607075"/>
                <a:ext cx="1263000" cy="729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88" name="Google Shape;988;p13"/>
              <p:cNvCxnSpPr/>
              <p:nvPr/>
            </p:nvCxnSpPr>
            <p:spPr>
              <a:xfrm rot="10800000" flipH="1">
                <a:off x="8487200" y="4879525"/>
                <a:ext cx="921600" cy="532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989" name="Google Shape;989;p13"/>
            <p:cNvGrpSpPr/>
            <p:nvPr/>
          </p:nvGrpSpPr>
          <p:grpSpPr>
            <a:xfrm rot="10800000">
              <a:off x="-229861" y="-321271"/>
              <a:ext cx="9830575" cy="5715375"/>
              <a:chOff x="-358925" y="-303650"/>
              <a:chExt cx="9830575" cy="5715375"/>
            </a:xfrm>
          </p:grpSpPr>
          <p:cxnSp>
            <p:nvCxnSpPr>
              <p:cNvPr id="990" name="Google Shape;990;p13"/>
              <p:cNvCxnSpPr/>
              <p:nvPr/>
            </p:nvCxnSpPr>
            <p:spPr>
              <a:xfrm rot="10800000" flipH="1">
                <a:off x="-282200" y="-303650"/>
                <a:ext cx="1052400" cy="607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91" name="Google Shape;991;p13"/>
              <p:cNvCxnSpPr/>
              <p:nvPr/>
            </p:nvCxnSpPr>
            <p:spPr>
              <a:xfrm rot="10800000" flipH="1">
                <a:off x="-281950" y="-236675"/>
                <a:ext cx="1425600" cy="822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92" name="Google Shape;992;p13"/>
              <p:cNvCxnSpPr/>
              <p:nvPr/>
            </p:nvCxnSpPr>
            <p:spPr>
              <a:xfrm rot="10800000" flipH="1">
                <a:off x="-358925" y="-155350"/>
                <a:ext cx="1851000" cy="1068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93" name="Google Shape;993;p13"/>
              <p:cNvCxnSpPr/>
              <p:nvPr/>
            </p:nvCxnSpPr>
            <p:spPr>
              <a:xfrm rot="10800000" flipH="1">
                <a:off x="-267650" y="-115750"/>
                <a:ext cx="2180400" cy="125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94" name="Google Shape;994;p13"/>
              <p:cNvCxnSpPr/>
              <p:nvPr/>
            </p:nvCxnSpPr>
            <p:spPr>
              <a:xfrm rot="10800000" flipH="1">
                <a:off x="-229800" y="-86050"/>
                <a:ext cx="2580300" cy="1489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95" name="Google Shape;995;p13"/>
              <p:cNvCxnSpPr/>
              <p:nvPr/>
            </p:nvCxnSpPr>
            <p:spPr>
              <a:xfrm rot="10800000" flipH="1">
                <a:off x="-212775" y="-127750"/>
                <a:ext cx="3125100" cy="1804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96" name="Google Shape;996;p13"/>
              <p:cNvCxnSpPr/>
              <p:nvPr/>
            </p:nvCxnSpPr>
            <p:spPr>
              <a:xfrm rot="10800000" flipH="1">
                <a:off x="-180475" y="-165575"/>
                <a:ext cx="3648000" cy="210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97" name="Google Shape;997;p13"/>
              <p:cNvCxnSpPr/>
              <p:nvPr/>
            </p:nvCxnSpPr>
            <p:spPr>
              <a:xfrm rot="10800000" flipH="1">
                <a:off x="-227000" y="-146700"/>
                <a:ext cx="4150500" cy="2396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98" name="Google Shape;998;p13"/>
              <p:cNvCxnSpPr/>
              <p:nvPr/>
            </p:nvCxnSpPr>
            <p:spPr>
              <a:xfrm rot="10800000" flipH="1">
                <a:off x="-285775" y="-133000"/>
                <a:ext cx="4675200" cy="2699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99" name="Google Shape;999;p13"/>
              <p:cNvCxnSpPr/>
              <p:nvPr/>
            </p:nvCxnSpPr>
            <p:spPr>
              <a:xfrm rot="10800000" flipH="1">
                <a:off x="-254975" y="-209000"/>
                <a:ext cx="5265600" cy="303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00" name="Google Shape;1000;p13"/>
              <p:cNvCxnSpPr/>
              <p:nvPr/>
            </p:nvCxnSpPr>
            <p:spPr>
              <a:xfrm rot="10800000" flipH="1">
                <a:off x="-230325" y="-171400"/>
                <a:ext cx="5665200" cy="327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01" name="Google Shape;1001;p13"/>
              <p:cNvCxnSpPr/>
              <p:nvPr/>
            </p:nvCxnSpPr>
            <p:spPr>
              <a:xfrm rot="10800000" flipH="1">
                <a:off x="-203625" y="-162575"/>
                <a:ext cx="6111900" cy="3528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02" name="Google Shape;1002;p13"/>
              <p:cNvCxnSpPr/>
              <p:nvPr/>
            </p:nvCxnSpPr>
            <p:spPr>
              <a:xfrm rot="10800000" flipH="1">
                <a:off x="-212500" y="-179425"/>
                <a:ext cx="6639600" cy="3833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03" name="Google Shape;1003;p13"/>
              <p:cNvCxnSpPr/>
              <p:nvPr/>
            </p:nvCxnSpPr>
            <p:spPr>
              <a:xfrm rot="10800000" flipH="1">
                <a:off x="-237200" y="-171550"/>
                <a:ext cx="7140000" cy="4122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04" name="Google Shape;1004;p13"/>
              <p:cNvCxnSpPr/>
              <p:nvPr/>
            </p:nvCxnSpPr>
            <p:spPr>
              <a:xfrm rot="10800000" flipH="1">
                <a:off x="-208450" y="-169925"/>
                <a:ext cx="7598100" cy="4386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05" name="Google Shape;1005;p13"/>
              <p:cNvCxnSpPr/>
              <p:nvPr/>
            </p:nvCxnSpPr>
            <p:spPr>
              <a:xfrm rot="10800000" flipH="1">
                <a:off x="-126875" y="-166100"/>
                <a:ext cx="7999200" cy="4618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06" name="Google Shape;1006;p13"/>
              <p:cNvCxnSpPr/>
              <p:nvPr/>
            </p:nvCxnSpPr>
            <p:spPr>
              <a:xfrm rot="10800000" flipH="1">
                <a:off x="-175950" y="-237725"/>
                <a:ext cx="8661600" cy="500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07" name="Google Shape;1007;p13"/>
              <p:cNvCxnSpPr/>
              <p:nvPr/>
            </p:nvCxnSpPr>
            <p:spPr>
              <a:xfrm rot="10800000" flipH="1">
                <a:off x="-230050" y="-244075"/>
                <a:ext cx="9215700" cy="5320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08" name="Google Shape;1008;p13"/>
              <p:cNvCxnSpPr/>
              <p:nvPr/>
            </p:nvCxnSpPr>
            <p:spPr>
              <a:xfrm rot="10800000" flipH="1">
                <a:off x="-150500" y="-149375"/>
                <a:ext cx="9462000" cy="5462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09" name="Google Shape;1009;p13"/>
              <p:cNvCxnSpPr/>
              <p:nvPr/>
            </p:nvCxnSpPr>
            <p:spPr>
              <a:xfrm rot="10800000" flipH="1">
                <a:off x="277300" y="105750"/>
                <a:ext cx="9081600" cy="5243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10" name="Google Shape;1010;p13"/>
              <p:cNvCxnSpPr/>
              <p:nvPr/>
            </p:nvCxnSpPr>
            <p:spPr>
              <a:xfrm rot="10800000" flipH="1">
                <a:off x="846950" y="376800"/>
                <a:ext cx="8531400" cy="4925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11" name="Google Shape;1011;p13"/>
              <p:cNvCxnSpPr/>
              <p:nvPr/>
            </p:nvCxnSpPr>
            <p:spPr>
              <a:xfrm rot="10800000" flipH="1">
                <a:off x="1349000" y="635275"/>
                <a:ext cx="8071500" cy="465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12" name="Google Shape;1012;p13"/>
              <p:cNvCxnSpPr/>
              <p:nvPr/>
            </p:nvCxnSpPr>
            <p:spPr>
              <a:xfrm rot="10800000" flipH="1">
                <a:off x="1864375" y="918950"/>
                <a:ext cx="7554300" cy="4361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13" name="Google Shape;1013;p13"/>
              <p:cNvCxnSpPr/>
              <p:nvPr/>
            </p:nvCxnSpPr>
            <p:spPr>
              <a:xfrm rot="10800000" flipH="1">
                <a:off x="2403950" y="1170550"/>
                <a:ext cx="7067700" cy="408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14" name="Google Shape;1014;p13"/>
              <p:cNvCxnSpPr/>
              <p:nvPr/>
            </p:nvCxnSpPr>
            <p:spPr>
              <a:xfrm rot="10800000" flipH="1">
                <a:off x="2718375" y="1495625"/>
                <a:ext cx="6679800" cy="3856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15" name="Google Shape;1015;p13"/>
              <p:cNvCxnSpPr/>
              <p:nvPr/>
            </p:nvCxnSpPr>
            <p:spPr>
              <a:xfrm rot="10800000" flipH="1">
                <a:off x="3297700" y="1822900"/>
                <a:ext cx="6023100" cy="3477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16" name="Google Shape;1016;p13"/>
              <p:cNvCxnSpPr/>
              <p:nvPr/>
            </p:nvCxnSpPr>
            <p:spPr>
              <a:xfrm rot="10800000" flipH="1">
                <a:off x="3726050" y="2104125"/>
                <a:ext cx="5597100" cy="3231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17" name="Google Shape;1017;p13"/>
              <p:cNvCxnSpPr/>
              <p:nvPr/>
            </p:nvCxnSpPr>
            <p:spPr>
              <a:xfrm rot="10800000" flipH="1">
                <a:off x="4244875" y="2361600"/>
                <a:ext cx="5121600" cy="295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18" name="Google Shape;1018;p13"/>
              <p:cNvCxnSpPr/>
              <p:nvPr/>
            </p:nvCxnSpPr>
            <p:spPr>
              <a:xfrm rot="10800000" flipH="1">
                <a:off x="4742850" y="2657525"/>
                <a:ext cx="4600200" cy="2655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19" name="Google Shape;1019;p13"/>
              <p:cNvCxnSpPr/>
              <p:nvPr/>
            </p:nvCxnSpPr>
            <p:spPr>
              <a:xfrm rot="10800000" flipH="1">
                <a:off x="5210850" y="2937150"/>
                <a:ext cx="4137300" cy="2388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0" name="Google Shape;1020;p13"/>
              <p:cNvCxnSpPr/>
              <p:nvPr/>
            </p:nvCxnSpPr>
            <p:spPr>
              <a:xfrm rot="10800000" flipH="1">
                <a:off x="5725550" y="3223700"/>
                <a:ext cx="3615300" cy="208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1" name="Google Shape;1021;p13"/>
              <p:cNvCxnSpPr/>
              <p:nvPr/>
            </p:nvCxnSpPr>
            <p:spPr>
              <a:xfrm rot="10800000" flipH="1">
                <a:off x="6217950" y="3515950"/>
                <a:ext cx="3106500" cy="1793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2" name="Google Shape;1022;p13"/>
              <p:cNvCxnSpPr/>
              <p:nvPr/>
            </p:nvCxnSpPr>
            <p:spPr>
              <a:xfrm rot="10800000" flipH="1">
                <a:off x="6716500" y="3797450"/>
                <a:ext cx="2609700" cy="1506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3" name="Google Shape;1023;p13"/>
              <p:cNvCxnSpPr/>
              <p:nvPr/>
            </p:nvCxnSpPr>
            <p:spPr>
              <a:xfrm rot="10800000" flipH="1">
                <a:off x="7199175" y="4100700"/>
                <a:ext cx="2091000" cy="1207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4" name="Google Shape;1024;p13"/>
              <p:cNvCxnSpPr/>
              <p:nvPr/>
            </p:nvCxnSpPr>
            <p:spPr>
              <a:xfrm rot="10800000" flipH="1">
                <a:off x="7718000" y="4338975"/>
                <a:ext cx="1648800" cy="951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5" name="Google Shape;1025;p13"/>
              <p:cNvCxnSpPr/>
              <p:nvPr/>
            </p:nvCxnSpPr>
            <p:spPr>
              <a:xfrm rot="10800000" flipH="1">
                <a:off x="8129050" y="4607075"/>
                <a:ext cx="1263000" cy="729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6" name="Google Shape;1026;p13"/>
              <p:cNvCxnSpPr/>
              <p:nvPr/>
            </p:nvCxnSpPr>
            <p:spPr>
              <a:xfrm rot="10800000" flipH="1">
                <a:off x="8487200" y="4879525"/>
                <a:ext cx="921600" cy="532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027" name="Google Shape;1027;p13"/>
          <p:cNvSpPr txBox="1">
            <a:spLocks noGrp="1"/>
          </p:cNvSpPr>
          <p:nvPr>
            <p:ph type="ctrTitle"/>
          </p:nvPr>
        </p:nvSpPr>
        <p:spPr>
          <a:xfrm>
            <a:off x="3658660" y="1589224"/>
            <a:ext cx="2322900" cy="27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028" name="Google Shape;1028;p13"/>
          <p:cNvSpPr txBox="1">
            <a:spLocks noGrp="1"/>
          </p:cNvSpPr>
          <p:nvPr>
            <p:ph type="subTitle" idx="1"/>
          </p:nvPr>
        </p:nvSpPr>
        <p:spPr>
          <a:xfrm>
            <a:off x="3658661" y="1846527"/>
            <a:ext cx="2322900" cy="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9" name="Google Shape;1029;p13"/>
          <p:cNvSpPr txBox="1">
            <a:spLocks noGrp="1"/>
          </p:cNvSpPr>
          <p:nvPr>
            <p:ph type="title" idx="2" hasCustomPrompt="1"/>
          </p:nvPr>
        </p:nvSpPr>
        <p:spPr>
          <a:xfrm>
            <a:off x="4269160" y="833125"/>
            <a:ext cx="1101900" cy="577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None/>
              <a:defRPr sz="5000">
                <a:solidFill>
                  <a:srgbClr val="000000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Fira Sans Extra Condensed Medium"/>
              <a:buNone/>
              <a:defRPr sz="60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Fira Sans Extra Condensed Medium"/>
              <a:buNone/>
              <a:defRPr sz="60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Fira Sans Extra Condensed Medium"/>
              <a:buNone/>
              <a:defRPr sz="60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Fira Sans Extra Condensed Medium"/>
              <a:buNone/>
              <a:defRPr sz="60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Fira Sans Extra Condensed Medium"/>
              <a:buNone/>
              <a:defRPr sz="60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Fira Sans Extra Condensed Medium"/>
              <a:buNone/>
              <a:defRPr sz="60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Fira Sans Extra Condensed Medium"/>
              <a:buNone/>
              <a:defRPr sz="60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Fira Sans Extra Condensed Medium"/>
              <a:buNone/>
              <a:defRPr sz="60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030" name="Google Shape;1030;p13"/>
          <p:cNvSpPr txBox="1">
            <a:spLocks noGrp="1"/>
          </p:cNvSpPr>
          <p:nvPr>
            <p:ph type="ctrTitle" idx="3"/>
          </p:nvPr>
        </p:nvSpPr>
        <p:spPr>
          <a:xfrm>
            <a:off x="3658660" y="3722410"/>
            <a:ext cx="2322900" cy="26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031" name="Google Shape;1031;p13"/>
          <p:cNvSpPr txBox="1">
            <a:spLocks noGrp="1"/>
          </p:cNvSpPr>
          <p:nvPr>
            <p:ph type="subTitle" idx="4"/>
          </p:nvPr>
        </p:nvSpPr>
        <p:spPr>
          <a:xfrm>
            <a:off x="3658661" y="3992523"/>
            <a:ext cx="2322900" cy="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2" name="Google Shape;1032;p13"/>
          <p:cNvSpPr txBox="1">
            <a:spLocks noGrp="1"/>
          </p:cNvSpPr>
          <p:nvPr>
            <p:ph type="title" idx="5" hasCustomPrompt="1"/>
          </p:nvPr>
        </p:nvSpPr>
        <p:spPr>
          <a:xfrm>
            <a:off x="4269160" y="2972134"/>
            <a:ext cx="1101900" cy="577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None/>
              <a:defRPr sz="5000">
                <a:solidFill>
                  <a:srgbClr val="000000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Fira Sans Extra Condensed Medium"/>
              <a:buNone/>
              <a:defRPr sz="60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Fira Sans Extra Condensed Medium"/>
              <a:buNone/>
              <a:defRPr sz="60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Fira Sans Extra Condensed Medium"/>
              <a:buNone/>
              <a:defRPr sz="60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Fira Sans Extra Condensed Medium"/>
              <a:buNone/>
              <a:defRPr sz="60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Fira Sans Extra Condensed Medium"/>
              <a:buNone/>
              <a:defRPr sz="60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Fira Sans Extra Condensed Medium"/>
              <a:buNone/>
              <a:defRPr sz="60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Fira Sans Extra Condensed Medium"/>
              <a:buNone/>
              <a:defRPr sz="60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Fira Sans Extra Condensed Medium"/>
              <a:buNone/>
              <a:defRPr sz="60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033" name="Google Shape;1033;p13"/>
          <p:cNvSpPr txBox="1">
            <a:spLocks noGrp="1"/>
          </p:cNvSpPr>
          <p:nvPr>
            <p:ph type="ctrTitle" idx="6"/>
          </p:nvPr>
        </p:nvSpPr>
        <p:spPr>
          <a:xfrm>
            <a:off x="5974922" y="1589224"/>
            <a:ext cx="2322900" cy="27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034" name="Google Shape;1034;p13"/>
          <p:cNvSpPr txBox="1">
            <a:spLocks noGrp="1"/>
          </p:cNvSpPr>
          <p:nvPr>
            <p:ph type="subTitle" idx="7"/>
          </p:nvPr>
        </p:nvSpPr>
        <p:spPr>
          <a:xfrm>
            <a:off x="5974924" y="1846527"/>
            <a:ext cx="2322900" cy="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5" name="Google Shape;1035;p13"/>
          <p:cNvSpPr txBox="1">
            <a:spLocks noGrp="1"/>
          </p:cNvSpPr>
          <p:nvPr>
            <p:ph type="title" idx="8" hasCustomPrompt="1"/>
          </p:nvPr>
        </p:nvSpPr>
        <p:spPr>
          <a:xfrm>
            <a:off x="6585422" y="833125"/>
            <a:ext cx="1101900" cy="577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None/>
              <a:defRPr sz="5000">
                <a:solidFill>
                  <a:srgbClr val="000000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Fira Sans Extra Condensed Medium"/>
              <a:buNone/>
              <a:defRPr sz="60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Fira Sans Extra Condensed Medium"/>
              <a:buNone/>
              <a:defRPr sz="60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Fira Sans Extra Condensed Medium"/>
              <a:buNone/>
              <a:defRPr sz="60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Fira Sans Extra Condensed Medium"/>
              <a:buNone/>
              <a:defRPr sz="60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Fira Sans Extra Condensed Medium"/>
              <a:buNone/>
              <a:defRPr sz="60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Fira Sans Extra Condensed Medium"/>
              <a:buNone/>
              <a:defRPr sz="60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Fira Sans Extra Condensed Medium"/>
              <a:buNone/>
              <a:defRPr sz="60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Fira Sans Extra Condensed Medium"/>
              <a:buNone/>
              <a:defRPr sz="60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036" name="Google Shape;1036;p13"/>
          <p:cNvSpPr txBox="1">
            <a:spLocks noGrp="1"/>
          </p:cNvSpPr>
          <p:nvPr>
            <p:ph type="ctrTitle" idx="9"/>
          </p:nvPr>
        </p:nvSpPr>
        <p:spPr>
          <a:xfrm>
            <a:off x="5974922" y="3722410"/>
            <a:ext cx="2322900" cy="26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037" name="Google Shape;1037;p13"/>
          <p:cNvSpPr txBox="1">
            <a:spLocks noGrp="1"/>
          </p:cNvSpPr>
          <p:nvPr>
            <p:ph type="subTitle" idx="13"/>
          </p:nvPr>
        </p:nvSpPr>
        <p:spPr>
          <a:xfrm>
            <a:off x="5974924" y="3992523"/>
            <a:ext cx="2322900" cy="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8" name="Google Shape;1038;p13"/>
          <p:cNvSpPr txBox="1">
            <a:spLocks noGrp="1"/>
          </p:cNvSpPr>
          <p:nvPr>
            <p:ph type="title" idx="14" hasCustomPrompt="1"/>
          </p:nvPr>
        </p:nvSpPr>
        <p:spPr>
          <a:xfrm>
            <a:off x="6585422" y="2972134"/>
            <a:ext cx="1101900" cy="577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None/>
              <a:defRPr sz="5000">
                <a:solidFill>
                  <a:srgbClr val="000000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Fira Sans Extra Condensed Medium"/>
              <a:buNone/>
              <a:defRPr sz="60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Fira Sans Extra Condensed Medium"/>
              <a:buNone/>
              <a:defRPr sz="60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Fira Sans Extra Condensed Medium"/>
              <a:buNone/>
              <a:defRPr sz="60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Fira Sans Extra Condensed Medium"/>
              <a:buNone/>
              <a:defRPr sz="60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Fira Sans Extra Condensed Medium"/>
              <a:buNone/>
              <a:defRPr sz="60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Fira Sans Extra Condensed Medium"/>
              <a:buNone/>
              <a:defRPr sz="60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Fira Sans Extra Condensed Medium"/>
              <a:buNone/>
              <a:defRPr sz="60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Fira Sans Extra Condensed Medium"/>
              <a:buNone/>
              <a:defRPr sz="60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039" name="Google Shape;1039;p13"/>
          <p:cNvSpPr txBox="1">
            <a:spLocks noGrp="1"/>
          </p:cNvSpPr>
          <p:nvPr>
            <p:ph type="ctrTitle" idx="15"/>
          </p:nvPr>
        </p:nvSpPr>
        <p:spPr>
          <a:xfrm rot="-5400000">
            <a:off x="-1086025" y="2345625"/>
            <a:ext cx="4067100" cy="44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  <a:defRPr sz="3000">
                <a:solidFill>
                  <a:srgbClr val="000000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040" name="Google Shape;1040;p13"/>
          <p:cNvSpPr txBox="1">
            <a:spLocks noGrp="1"/>
          </p:cNvSpPr>
          <p:nvPr>
            <p:ph type="ctrTitle" idx="16"/>
          </p:nvPr>
        </p:nvSpPr>
        <p:spPr>
          <a:xfrm>
            <a:off x="1329575" y="1589233"/>
            <a:ext cx="2322900" cy="27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041" name="Google Shape;1041;p13"/>
          <p:cNvSpPr txBox="1">
            <a:spLocks noGrp="1"/>
          </p:cNvSpPr>
          <p:nvPr>
            <p:ph type="subTitle" idx="17"/>
          </p:nvPr>
        </p:nvSpPr>
        <p:spPr>
          <a:xfrm>
            <a:off x="1329575" y="1846527"/>
            <a:ext cx="2322900" cy="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2" name="Google Shape;1042;p13"/>
          <p:cNvSpPr txBox="1">
            <a:spLocks noGrp="1"/>
          </p:cNvSpPr>
          <p:nvPr>
            <p:ph type="title" idx="18" hasCustomPrompt="1"/>
          </p:nvPr>
        </p:nvSpPr>
        <p:spPr>
          <a:xfrm>
            <a:off x="1940075" y="833125"/>
            <a:ext cx="1101900" cy="577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None/>
              <a:defRPr sz="5000">
                <a:solidFill>
                  <a:srgbClr val="000000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Fira Sans Extra Condensed Medium"/>
              <a:buNone/>
              <a:defRPr sz="60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Fira Sans Extra Condensed Medium"/>
              <a:buNone/>
              <a:defRPr sz="60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Fira Sans Extra Condensed Medium"/>
              <a:buNone/>
              <a:defRPr sz="60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Fira Sans Extra Condensed Medium"/>
              <a:buNone/>
              <a:defRPr sz="60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Fira Sans Extra Condensed Medium"/>
              <a:buNone/>
              <a:defRPr sz="60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Fira Sans Extra Condensed Medium"/>
              <a:buNone/>
              <a:defRPr sz="60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Fira Sans Extra Condensed Medium"/>
              <a:buNone/>
              <a:defRPr sz="60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Fira Sans Extra Condensed Medium"/>
              <a:buNone/>
              <a:defRPr sz="60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043" name="Google Shape;1043;p13"/>
          <p:cNvSpPr txBox="1">
            <a:spLocks noGrp="1"/>
          </p:cNvSpPr>
          <p:nvPr>
            <p:ph type="ctrTitle" idx="19"/>
          </p:nvPr>
        </p:nvSpPr>
        <p:spPr>
          <a:xfrm>
            <a:off x="1329575" y="3722410"/>
            <a:ext cx="2322900" cy="26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044" name="Google Shape;1044;p13"/>
          <p:cNvSpPr txBox="1">
            <a:spLocks noGrp="1"/>
          </p:cNvSpPr>
          <p:nvPr>
            <p:ph type="subTitle" idx="20"/>
          </p:nvPr>
        </p:nvSpPr>
        <p:spPr>
          <a:xfrm>
            <a:off x="1329575" y="3992523"/>
            <a:ext cx="2322900" cy="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5" name="Google Shape;1045;p13"/>
          <p:cNvSpPr txBox="1">
            <a:spLocks noGrp="1"/>
          </p:cNvSpPr>
          <p:nvPr>
            <p:ph type="title" idx="21" hasCustomPrompt="1"/>
          </p:nvPr>
        </p:nvSpPr>
        <p:spPr>
          <a:xfrm>
            <a:off x="1940075" y="2972134"/>
            <a:ext cx="1101900" cy="577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None/>
              <a:defRPr sz="5000">
                <a:solidFill>
                  <a:srgbClr val="000000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Fira Sans Extra Condensed Medium"/>
              <a:buNone/>
              <a:defRPr sz="60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Fira Sans Extra Condensed Medium"/>
              <a:buNone/>
              <a:defRPr sz="60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Fira Sans Extra Condensed Medium"/>
              <a:buNone/>
              <a:defRPr sz="60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Fira Sans Extra Condensed Medium"/>
              <a:buNone/>
              <a:defRPr sz="60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Fira Sans Extra Condensed Medium"/>
              <a:buNone/>
              <a:defRPr sz="60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Fira Sans Extra Condensed Medium"/>
              <a:buNone/>
              <a:defRPr sz="60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Fira Sans Extra Condensed Medium"/>
              <a:buNone/>
              <a:defRPr sz="60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Fira Sans Extra Condensed Medium"/>
              <a:buNone/>
              <a:defRPr sz="60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grpSp>
        <p:nvGrpSpPr>
          <p:cNvPr id="1046" name="Google Shape;1046;p13"/>
          <p:cNvGrpSpPr/>
          <p:nvPr/>
        </p:nvGrpSpPr>
        <p:grpSpPr>
          <a:xfrm>
            <a:off x="8158897" y="1101339"/>
            <a:ext cx="3863499" cy="3798516"/>
            <a:chOff x="3133537" y="-308699"/>
            <a:chExt cx="6010422" cy="5452155"/>
          </a:xfrm>
        </p:grpSpPr>
        <p:sp>
          <p:nvSpPr>
            <p:cNvPr id="1047" name="Google Shape;1047;p13"/>
            <p:cNvSpPr/>
            <p:nvPr/>
          </p:nvSpPr>
          <p:spPr>
            <a:xfrm>
              <a:off x="3201565" y="-185790"/>
              <a:ext cx="5942394" cy="5329246"/>
            </a:xfrm>
            <a:custGeom>
              <a:avLst/>
              <a:gdLst/>
              <a:ahLst/>
              <a:cxnLst/>
              <a:rect l="l" t="t" r="r" b="b"/>
              <a:pathLst>
                <a:path w="90413" h="81084" extrusionOk="0">
                  <a:moveTo>
                    <a:pt x="90412" y="1"/>
                  </a:moveTo>
                  <a:lnTo>
                    <a:pt x="3084" y="50747"/>
                  </a:lnTo>
                  <a:cubicBezTo>
                    <a:pt x="1293" y="51801"/>
                    <a:pt x="239" y="51702"/>
                    <a:pt x="0" y="53075"/>
                  </a:cubicBezTo>
                  <a:lnTo>
                    <a:pt x="0" y="55104"/>
                  </a:lnTo>
                  <a:cubicBezTo>
                    <a:pt x="20" y="56675"/>
                    <a:pt x="1055" y="58247"/>
                    <a:pt x="3123" y="59440"/>
                  </a:cubicBezTo>
                  <a:lnTo>
                    <a:pt x="40641" y="81083"/>
                  </a:lnTo>
                  <a:lnTo>
                    <a:pt x="88642" y="81083"/>
                  </a:lnTo>
                  <a:cubicBezTo>
                    <a:pt x="89617" y="81083"/>
                    <a:pt x="90412" y="80288"/>
                    <a:pt x="90412" y="79313"/>
                  </a:cubicBezTo>
                  <a:lnTo>
                    <a:pt x="90412" y="1"/>
                  </a:ln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13"/>
            <p:cNvSpPr/>
            <p:nvPr/>
          </p:nvSpPr>
          <p:spPr>
            <a:xfrm>
              <a:off x="3133537" y="-308699"/>
              <a:ext cx="6010420" cy="5452152"/>
            </a:xfrm>
            <a:custGeom>
              <a:avLst/>
              <a:gdLst/>
              <a:ahLst/>
              <a:cxnLst/>
              <a:rect l="l" t="t" r="r" b="b"/>
              <a:pathLst>
                <a:path w="91448" h="82954" extrusionOk="0">
                  <a:moveTo>
                    <a:pt x="91447" y="1"/>
                  </a:moveTo>
                  <a:lnTo>
                    <a:pt x="4119" y="50767"/>
                  </a:lnTo>
                  <a:cubicBezTo>
                    <a:pt x="1" y="53154"/>
                    <a:pt x="21" y="57033"/>
                    <a:pt x="4158" y="59440"/>
                  </a:cubicBezTo>
                  <a:lnTo>
                    <a:pt x="44899" y="82953"/>
                  </a:lnTo>
                  <a:lnTo>
                    <a:pt x="89677" y="82953"/>
                  </a:lnTo>
                  <a:cubicBezTo>
                    <a:pt x="90652" y="82953"/>
                    <a:pt x="91447" y="82158"/>
                    <a:pt x="91447" y="81183"/>
                  </a:cubicBezTo>
                  <a:lnTo>
                    <a:pt x="9144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49" name="Google Shape;1049;p13"/>
          <p:cNvGrpSpPr/>
          <p:nvPr/>
        </p:nvGrpSpPr>
        <p:grpSpPr>
          <a:xfrm flipH="1">
            <a:off x="-2735682" y="-2543415"/>
            <a:ext cx="4017967" cy="3644766"/>
            <a:chOff x="3166062" y="1034326"/>
            <a:chExt cx="6010422" cy="5452155"/>
          </a:xfrm>
        </p:grpSpPr>
        <p:sp>
          <p:nvSpPr>
            <p:cNvPr id="1050" name="Google Shape;1050;p13"/>
            <p:cNvSpPr/>
            <p:nvPr/>
          </p:nvSpPr>
          <p:spPr>
            <a:xfrm>
              <a:off x="3234090" y="1157235"/>
              <a:ext cx="5942394" cy="5329246"/>
            </a:xfrm>
            <a:custGeom>
              <a:avLst/>
              <a:gdLst/>
              <a:ahLst/>
              <a:cxnLst/>
              <a:rect l="l" t="t" r="r" b="b"/>
              <a:pathLst>
                <a:path w="90413" h="81084" extrusionOk="0">
                  <a:moveTo>
                    <a:pt x="90412" y="1"/>
                  </a:moveTo>
                  <a:lnTo>
                    <a:pt x="3084" y="50747"/>
                  </a:lnTo>
                  <a:cubicBezTo>
                    <a:pt x="1293" y="51801"/>
                    <a:pt x="239" y="51702"/>
                    <a:pt x="0" y="53075"/>
                  </a:cubicBezTo>
                  <a:lnTo>
                    <a:pt x="0" y="55104"/>
                  </a:lnTo>
                  <a:cubicBezTo>
                    <a:pt x="20" y="56675"/>
                    <a:pt x="1055" y="58247"/>
                    <a:pt x="3123" y="59440"/>
                  </a:cubicBezTo>
                  <a:lnTo>
                    <a:pt x="40641" y="81083"/>
                  </a:lnTo>
                  <a:lnTo>
                    <a:pt x="88642" y="81083"/>
                  </a:lnTo>
                  <a:cubicBezTo>
                    <a:pt x="89617" y="81083"/>
                    <a:pt x="90412" y="80288"/>
                    <a:pt x="90412" y="79313"/>
                  </a:cubicBezTo>
                  <a:lnTo>
                    <a:pt x="9041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13"/>
            <p:cNvSpPr/>
            <p:nvPr/>
          </p:nvSpPr>
          <p:spPr>
            <a:xfrm>
              <a:off x="3166062" y="1034326"/>
              <a:ext cx="6010420" cy="5452152"/>
            </a:xfrm>
            <a:custGeom>
              <a:avLst/>
              <a:gdLst/>
              <a:ahLst/>
              <a:cxnLst/>
              <a:rect l="l" t="t" r="r" b="b"/>
              <a:pathLst>
                <a:path w="91448" h="82954" extrusionOk="0">
                  <a:moveTo>
                    <a:pt x="91447" y="1"/>
                  </a:moveTo>
                  <a:lnTo>
                    <a:pt x="4119" y="50767"/>
                  </a:lnTo>
                  <a:cubicBezTo>
                    <a:pt x="1" y="53154"/>
                    <a:pt x="21" y="57033"/>
                    <a:pt x="4158" y="59440"/>
                  </a:cubicBezTo>
                  <a:lnTo>
                    <a:pt x="44899" y="82953"/>
                  </a:lnTo>
                  <a:lnTo>
                    <a:pt x="89677" y="82953"/>
                  </a:lnTo>
                  <a:cubicBezTo>
                    <a:pt x="90652" y="82953"/>
                    <a:pt x="91447" y="82158"/>
                    <a:pt x="91447" y="81183"/>
                  </a:cubicBezTo>
                  <a:lnTo>
                    <a:pt x="9144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2" name="Google Shape;1052;p13"/>
          <p:cNvGrpSpPr/>
          <p:nvPr/>
        </p:nvGrpSpPr>
        <p:grpSpPr>
          <a:xfrm>
            <a:off x="8356066" y="1991161"/>
            <a:ext cx="593164" cy="1161172"/>
            <a:chOff x="4921825" y="870250"/>
            <a:chExt cx="407925" cy="798550"/>
          </a:xfrm>
        </p:grpSpPr>
        <p:sp>
          <p:nvSpPr>
            <p:cNvPr id="1053" name="Google Shape;1053;p13"/>
            <p:cNvSpPr/>
            <p:nvPr/>
          </p:nvSpPr>
          <p:spPr>
            <a:xfrm>
              <a:off x="4921825" y="109267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0"/>
                  </a:moveTo>
                  <a:cubicBezTo>
                    <a:pt x="569" y="0"/>
                    <a:pt x="509" y="18"/>
                    <a:pt x="452" y="54"/>
                  </a:cubicBezTo>
                  <a:cubicBezTo>
                    <a:pt x="201" y="179"/>
                    <a:pt x="0" y="530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2" y="1031"/>
                  </a:cubicBezTo>
                  <a:cubicBezTo>
                    <a:pt x="702" y="906"/>
                    <a:pt x="878" y="580"/>
                    <a:pt x="878" y="304"/>
                  </a:cubicBezTo>
                  <a:cubicBezTo>
                    <a:pt x="878" y="108"/>
                    <a:pt x="763" y="0"/>
                    <a:pt x="6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13"/>
            <p:cNvSpPr/>
            <p:nvPr/>
          </p:nvSpPr>
          <p:spPr>
            <a:xfrm>
              <a:off x="5018325" y="1037425"/>
              <a:ext cx="21950" cy="26725"/>
            </a:xfrm>
            <a:custGeom>
              <a:avLst/>
              <a:gdLst/>
              <a:ahLst/>
              <a:cxnLst/>
              <a:rect l="l" t="t" r="r" b="b"/>
              <a:pathLst>
                <a:path w="878" h="1069" extrusionOk="0">
                  <a:moveTo>
                    <a:pt x="627" y="0"/>
                  </a:moveTo>
                  <a:cubicBezTo>
                    <a:pt x="564" y="0"/>
                    <a:pt x="495" y="20"/>
                    <a:pt x="426" y="58"/>
                  </a:cubicBezTo>
                  <a:cubicBezTo>
                    <a:pt x="175" y="209"/>
                    <a:pt x="0" y="509"/>
                    <a:pt x="0" y="760"/>
                  </a:cubicBezTo>
                  <a:cubicBezTo>
                    <a:pt x="0" y="969"/>
                    <a:pt x="96" y="1069"/>
                    <a:pt x="231" y="1069"/>
                  </a:cubicBezTo>
                  <a:cubicBezTo>
                    <a:pt x="290" y="1069"/>
                    <a:pt x="357" y="1049"/>
                    <a:pt x="426" y="1011"/>
                  </a:cubicBezTo>
                  <a:cubicBezTo>
                    <a:pt x="677" y="885"/>
                    <a:pt x="877" y="585"/>
                    <a:pt x="877" y="309"/>
                  </a:cubicBezTo>
                  <a:cubicBezTo>
                    <a:pt x="877" y="100"/>
                    <a:pt x="769" y="0"/>
                    <a:pt x="6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13"/>
            <p:cNvSpPr/>
            <p:nvPr/>
          </p:nvSpPr>
          <p:spPr>
            <a:xfrm>
              <a:off x="5114800" y="981775"/>
              <a:ext cx="21325" cy="26900"/>
            </a:xfrm>
            <a:custGeom>
              <a:avLst/>
              <a:gdLst/>
              <a:ahLst/>
              <a:cxnLst/>
              <a:rect l="l" t="t" r="r" b="b"/>
              <a:pathLst>
                <a:path w="853" h="1076" extrusionOk="0">
                  <a:moveTo>
                    <a:pt x="611" y="0"/>
                  </a:moveTo>
                  <a:cubicBezTo>
                    <a:pt x="554" y="0"/>
                    <a:pt x="491" y="18"/>
                    <a:pt x="427" y="54"/>
                  </a:cubicBezTo>
                  <a:cubicBezTo>
                    <a:pt x="176" y="204"/>
                    <a:pt x="1" y="530"/>
                    <a:pt x="1" y="780"/>
                  </a:cubicBezTo>
                  <a:cubicBezTo>
                    <a:pt x="1" y="969"/>
                    <a:pt x="95" y="1076"/>
                    <a:pt x="227" y="1076"/>
                  </a:cubicBezTo>
                  <a:cubicBezTo>
                    <a:pt x="287" y="1076"/>
                    <a:pt x="356" y="1053"/>
                    <a:pt x="427" y="1006"/>
                  </a:cubicBezTo>
                  <a:cubicBezTo>
                    <a:pt x="677" y="906"/>
                    <a:pt x="853" y="580"/>
                    <a:pt x="853" y="304"/>
                  </a:cubicBezTo>
                  <a:cubicBezTo>
                    <a:pt x="853" y="108"/>
                    <a:pt x="751" y="0"/>
                    <a:pt x="6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13"/>
            <p:cNvSpPr/>
            <p:nvPr/>
          </p:nvSpPr>
          <p:spPr>
            <a:xfrm>
              <a:off x="5210050" y="92600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1"/>
                  </a:moveTo>
                  <a:cubicBezTo>
                    <a:pt x="568" y="1"/>
                    <a:pt x="509" y="18"/>
                    <a:pt x="451" y="54"/>
                  </a:cubicBezTo>
                  <a:cubicBezTo>
                    <a:pt x="226" y="204"/>
                    <a:pt x="0" y="505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1" y="1032"/>
                  </a:cubicBezTo>
                  <a:cubicBezTo>
                    <a:pt x="677" y="906"/>
                    <a:pt x="877" y="580"/>
                    <a:pt x="877" y="305"/>
                  </a:cubicBezTo>
                  <a:cubicBezTo>
                    <a:pt x="877" y="108"/>
                    <a:pt x="763" y="1"/>
                    <a:pt x="6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13"/>
            <p:cNvSpPr/>
            <p:nvPr/>
          </p:nvSpPr>
          <p:spPr>
            <a:xfrm>
              <a:off x="5306525" y="870250"/>
              <a:ext cx="21975" cy="27125"/>
            </a:xfrm>
            <a:custGeom>
              <a:avLst/>
              <a:gdLst/>
              <a:ahLst/>
              <a:cxnLst/>
              <a:rect l="l" t="t" r="r" b="b"/>
              <a:pathLst>
                <a:path w="879" h="1085" extrusionOk="0">
                  <a:moveTo>
                    <a:pt x="616" y="0"/>
                  </a:moveTo>
                  <a:cubicBezTo>
                    <a:pt x="556" y="0"/>
                    <a:pt x="492" y="18"/>
                    <a:pt x="427" y="53"/>
                  </a:cubicBezTo>
                  <a:cubicBezTo>
                    <a:pt x="226" y="229"/>
                    <a:pt x="1" y="505"/>
                    <a:pt x="1" y="780"/>
                  </a:cubicBezTo>
                  <a:cubicBezTo>
                    <a:pt x="1" y="977"/>
                    <a:pt x="103" y="1084"/>
                    <a:pt x="243" y="1084"/>
                  </a:cubicBezTo>
                  <a:cubicBezTo>
                    <a:pt x="300" y="1084"/>
                    <a:pt x="362" y="1067"/>
                    <a:pt x="427" y="1031"/>
                  </a:cubicBezTo>
                  <a:cubicBezTo>
                    <a:pt x="678" y="906"/>
                    <a:pt x="878" y="605"/>
                    <a:pt x="878" y="304"/>
                  </a:cubicBezTo>
                  <a:cubicBezTo>
                    <a:pt x="878" y="108"/>
                    <a:pt x="763" y="0"/>
                    <a:pt x="6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13"/>
            <p:cNvSpPr/>
            <p:nvPr/>
          </p:nvSpPr>
          <p:spPr>
            <a:xfrm>
              <a:off x="4921825" y="1203450"/>
              <a:ext cx="21950" cy="26750"/>
            </a:xfrm>
            <a:custGeom>
              <a:avLst/>
              <a:gdLst/>
              <a:ahLst/>
              <a:cxnLst/>
              <a:rect l="l" t="t" r="r" b="b"/>
              <a:pathLst>
                <a:path w="878" h="1070" extrusionOk="0">
                  <a:moveTo>
                    <a:pt x="636" y="1"/>
                  </a:moveTo>
                  <a:cubicBezTo>
                    <a:pt x="577" y="1"/>
                    <a:pt x="513" y="20"/>
                    <a:pt x="452" y="59"/>
                  </a:cubicBezTo>
                  <a:cubicBezTo>
                    <a:pt x="226" y="209"/>
                    <a:pt x="25" y="510"/>
                    <a:pt x="0" y="761"/>
                  </a:cubicBezTo>
                  <a:cubicBezTo>
                    <a:pt x="0" y="969"/>
                    <a:pt x="109" y="1069"/>
                    <a:pt x="251" y="1069"/>
                  </a:cubicBezTo>
                  <a:cubicBezTo>
                    <a:pt x="313" y="1069"/>
                    <a:pt x="382" y="1050"/>
                    <a:pt x="452" y="1011"/>
                  </a:cubicBezTo>
                  <a:cubicBezTo>
                    <a:pt x="702" y="886"/>
                    <a:pt x="878" y="585"/>
                    <a:pt x="878" y="310"/>
                  </a:cubicBezTo>
                  <a:cubicBezTo>
                    <a:pt x="878" y="101"/>
                    <a:pt x="769" y="1"/>
                    <a:pt x="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13"/>
            <p:cNvSpPr/>
            <p:nvPr/>
          </p:nvSpPr>
          <p:spPr>
            <a:xfrm>
              <a:off x="4922450" y="131385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35" y="1"/>
                  </a:moveTo>
                  <a:cubicBezTo>
                    <a:pt x="579" y="1"/>
                    <a:pt x="516" y="18"/>
                    <a:pt x="452" y="54"/>
                  </a:cubicBezTo>
                  <a:cubicBezTo>
                    <a:pt x="201" y="204"/>
                    <a:pt x="0" y="530"/>
                    <a:pt x="0" y="781"/>
                  </a:cubicBezTo>
                  <a:cubicBezTo>
                    <a:pt x="0" y="977"/>
                    <a:pt x="102" y="1085"/>
                    <a:pt x="252" y="1085"/>
                  </a:cubicBezTo>
                  <a:cubicBezTo>
                    <a:pt x="312" y="1085"/>
                    <a:pt x="380" y="1067"/>
                    <a:pt x="452" y="1031"/>
                  </a:cubicBezTo>
                  <a:cubicBezTo>
                    <a:pt x="702" y="906"/>
                    <a:pt x="878" y="580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13"/>
            <p:cNvSpPr/>
            <p:nvPr/>
          </p:nvSpPr>
          <p:spPr>
            <a:xfrm>
              <a:off x="4922450" y="142475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35" y="1"/>
                  </a:moveTo>
                  <a:cubicBezTo>
                    <a:pt x="579" y="1"/>
                    <a:pt x="516" y="18"/>
                    <a:pt x="452" y="54"/>
                  </a:cubicBezTo>
                  <a:cubicBezTo>
                    <a:pt x="226" y="179"/>
                    <a:pt x="51" y="505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2" y="1032"/>
                  </a:cubicBezTo>
                  <a:cubicBezTo>
                    <a:pt x="702" y="906"/>
                    <a:pt x="878" y="605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13"/>
            <p:cNvSpPr/>
            <p:nvPr/>
          </p:nvSpPr>
          <p:spPr>
            <a:xfrm>
              <a:off x="4923700" y="1535550"/>
              <a:ext cx="21325" cy="26725"/>
            </a:xfrm>
            <a:custGeom>
              <a:avLst/>
              <a:gdLst/>
              <a:ahLst/>
              <a:cxnLst/>
              <a:rect l="l" t="t" r="r" b="b"/>
              <a:pathLst>
                <a:path w="853" h="1069" extrusionOk="0">
                  <a:moveTo>
                    <a:pt x="622" y="0"/>
                  </a:moveTo>
                  <a:cubicBezTo>
                    <a:pt x="563" y="0"/>
                    <a:pt x="496" y="20"/>
                    <a:pt x="427" y="58"/>
                  </a:cubicBezTo>
                  <a:cubicBezTo>
                    <a:pt x="176" y="183"/>
                    <a:pt x="1" y="484"/>
                    <a:pt x="1" y="760"/>
                  </a:cubicBezTo>
                  <a:cubicBezTo>
                    <a:pt x="1" y="968"/>
                    <a:pt x="97" y="1069"/>
                    <a:pt x="231" y="1069"/>
                  </a:cubicBezTo>
                  <a:cubicBezTo>
                    <a:pt x="291" y="1069"/>
                    <a:pt x="357" y="1049"/>
                    <a:pt x="427" y="1011"/>
                  </a:cubicBezTo>
                  <a:cubicBezTo>
                    <a:pt x="677" y="885"/>
                    <a:pt x="853" y="584"/>
                    <a:pt x="853" y="309"/>
                  </a:cubicBezTo>
                  <a:cubicBezTo>
                    <a:pt x="853" y="100"/>
                    <a:pt x="756" y="0"/>
                    <a:pt x="6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13"/>
            <p:cNvSpPr/>
            <p:nvPr/>
          </p:nvSpPr>
          <p:spPr>
            <a:xfrm>
              <a:off x="5018325" y="1147800"/>
              <a:ext cx="21950" cy="27150"/>
            </a:xfrm>
            <a:custGeom>
              <a:avLst/>
              <a:gdLst/>
              <a:ahLst/>
              <a:cxnLst/>
              <a:rect l="l" t="t" r="r" b="b"/>
              <a:pathLst>
                <a:path w="878" h="1086" extrusionOk="0">
                  <a:moveTo>
                    <a:pt x="615" y="1"/>
                  </a:moveTo>
                  <a:cubicBezTo>
                    <a:pt x="556" y="1"/>
                    <a:pt x="491" y="18"/>
                    <a:pt x="426" y="54"/>
                  </a:cubicBezTo>
                  <a:cubicBezTo>
                    <a:pt x="201" y="205"/>
                    <a:pt x="0" y="480"/>
                    <a:pt x="0" y="781"/>
                  </a:cubicBezTo>
                  <a:cubicBezTo>
                    <a:pt x="0" y="978"/>
                    <a:pt x="102" y="1085"/>
                    <a:pt x="242" y="1085"/>
                  </a:cubicBezTo>
                  <a:cubicBezTo>
                    <a:pt x="299" y="1085"/>
                    <a:pt x="361" y="1068"/>
                    <a:pt x="426" y="1032"/>
                  </a:cubicBezTo>
                  <a:cubicBezTo>
                    <a:pt x="677" y="906"/>
                    <a:pt x="877" y="581"/>
                    <a:pt x="877" y="305"/>
                  </a:cubicBezTo>
                  <a:cubicBezTo>
                    <a:pt x="877" y="108"/>
                    <a:pt x="763" y="1"/>
                    <a:pt x="6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13"/>
            <p:cNvSpPr/>
            <p:nvPr/>
          </p:nvSpPr>
          <p:spPr>
            <a:xfrm>
              <a:off x="5114800" y="1092050"/>
              <a:ext cx="21325" cy="27125"/>
            </a:xfrm>
            <a:custGeom>
              <a:avLst/>
              <a:gdLst/>
              <a:ahLst/>
              <a:cxnLst/>
              <a:rect l="l" t="t" r="r" b="b"/>
              <a:pathLst>
                <a:path w="853" h="1085" extrusionOk="0">
                  <a:moveTo>
                    <a:pt x="611" y="0"/>
                  </a:moveTo>
                  <a:cubicBezTo>
                    <a:pt x="554" y="0"/>
                    <a:pt x="491" y="18"/>
                    <a:pt x="427" y="54"/>
                  </a:cubicBezTo>
                  <a:cubicBezTo>
                    <a:pt x="201" y="204"/>
                    <a:pt x="1" y="530"/>
                    <a:pt x="1" y="781"/>
                  </a:cubicBezTo>
                  <a:cubicBezTo>
                    <a:pt x="1" y="977"/>
                    <a:pt x="103" y="1085"/>
                    <a:pt x="243" y="1085"/>
                  </a:cubicBezTo>
                  <a:cubicBezTo>
                    <a:pt x="299" y="1085"/>
                    <a:pt x="362" y="1067"/>
                    <a:pt x="427" y="1031"/>
                  </a:cubicBezTo>
                  <a:cubicBezTo>
                    <a:pt x="677" y="906"/>
                    <a:pt x="853" y="580"/>
                    <a:pt x="853" y="304"/>
                  </a:cubicBezTo>
                  <a:cubicBezTo>
                    <a:pt x="853" y="108"/>
                    <a:pt x="751" y="0"/>
                    <a:pt x="6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13"/>
            <p:cNvSpPr/>
            <p:nvPr/>
          </p:nvSpPr>
          <p:spPr>
            <a:xfrm>
              <a:off x="5210675" y="103627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35" y="1"/>
                  </a:moveTo>
                  <a:cubicBezTo>
                    <a:pt x="579" y="1"/>
                    <a:pt x="516" y="18"/>
                    <a:pt x="451" y="54"/>
                  </a:cubicBezTo>
                  <a:cubicBezTo>
                    <a:pt x="201" y="230"/>
                    <a:pt x="0" y="530"/>
                    <a:pt x="0" y="781"/>
                  </a:cubicBezTo>
                  <a:cubicBezTo>
                    <a:pt x="0" y="978"/>
                    <a:pt x="115" y="1085"/>
                    <a:pt x="263" y="1085"/>
                  </a:cubicBezTo>
                  <a:cubicBezTo>
                    <a:pt x="322" y="1085"/>
                    <a:pt x="387" y="1068"/>
                    <a:pt x="451" y="1032"/>
                  </a:cubicBezTo>
                  <a:cubicBezTo>
                    <a:pt x="702" y="906"/>
                    <a:pt x="878" y="580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13"/>
            <p:cNvSpPr/>
            <p:nvPr/>
          </p:nvSpPr>
          <p:spPr>
            <a:xfrm>
              <a:off x="5307150" y="981775"/>
              <a:ext cx="21975" cy="26900"/>
            </a:xfrm>
            <a:custGeom>
              <a:avLst/>
              <a:gdLst/>
              <a:ahLst/>
              <a:cxnLst/>
              <a:rect l="l" t="t" r="r" b="b"/>
              <a:pathLst>
                <a:path w="879" h="1076" extrusionOk="0">
                  <a:moveTo>
                    <a:pt x="625" y="0"/>
                  </a:moveTo>
                  <a:cubicBezTo>
                    <a:pt x="569" y="0"/>
                    <a:pt x="510" y="18"/>
                    <a:pt x="452" y="54"/>
                  </a:cubicBezTo>
                  <a:cubicBezTo>
                    <a:pt x="201" y="179"/>
                    <a:pt x="1" y="480"/>
                    <a:pt x="1" y="780"/>
                  </a:cubicBezTo>
                  <a:cubicBezTo>
                    <a:pt x="1" y="969"/>
                    <a:pt x="107" y="1076"/>
                    <a:pt x="246" y="1076"/>
                  </a:cubicBezTo>
                  <a:cubicBezTo>
                    <a:pt x="310" y="1076"/>
                    <a:pt x="381" y="1053"/>
                    <a:pt x="452" y="1006"/>
                  </a:cubicBezTo>
                  <a:cubicBezTo>
                    <a:pt x="678" y="906"/>
                    <a:pt x="878" y="580"/>
                    <a:pt x="878" y="304"/>
                  </a:cubicBezTo>
                  <a:cubicBezTo>
                    <a:pt x="878" y="108"/>
                    <a:pt x="763" y="0"/>
                    <a:pt x="6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13"/>
            <p:cNvSpPr/>
            <p:nvPr/>
          </p:nvSpPr>
          <p:spPr>
            <a:xfrm>
              <a:off x="5018950" y="125810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0"/>
                  </a:moveTo>
                  <a:cubicBezTo>
                    <a:pt x="568" y="0"/>
                    <a:pt x="509" y="17"/>
                    <a:pt x="451" y="53"/>
                  </a:cubicBezTo>
                  <a:cubicBezTo>
                    <a:pt x="176" y="204"/>
                    <a:pt x="0" y="504"/>
                    <a:pt x="0" y="780"/>
                  </a:cubicBezTo>
                  <a:cubicBezTo>
                    <a:pt x="0" y="977"/>
                    <a:pt x="115" y="1084"/>
                    <a:pt x="262" y="1084"/>
                  </a:cubicBezTo>
                  <a:cubicBezTo>
                    <a:pt x="322" y="1084"/>
                    <a:pt x="387" y="1067"/>
                    <a:pt x="451" y="1031"/>
                  </a:cubicBezTo>
                  <a:cubicBezTo>
                    <a:pt x="702" y="905"/>
                    <a:pt x="877" y="580"/>
                    <a:pt x="877" y="304"/>
                  </a:cubicBezTo>
                  <a:cubicBezTo>
                    <a:pt x="877" y="107"/>
                    <a:pt x="763" y="0"/>
                    <a:pt x="6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13"/>
            <p:cNvSpPr/>
            <p:nvPr/>
          </p:nvSpPr>
          <p:spPr>
            <a:xfrm>
              <a:off x="5018950" y="1369225"/>
              <a:ext cx="21950" cy="27000"/>
            </a:xfrm>
            <a:custGeom>
              <a:avLst/>
              <a:gdLst/>
              <a:ahLst/>
              <a:cxnLst/>
              <a:rect l="l" t="t" r="r" b="b"/>
              <a:pathLst>
                <a:path w="878" h="1080" extrusionOk="0">
                  <a:moveTo>
                    <a:pt x="637" y="0"/>
                  </a:moveTo>
                  <a:cubicBezTo>
                    <a:pt x="578" y="0"/>
                    <a:pt x="513" y="23"/>
                    <a:pt x="451" y="70"/>
                  </a:cubicBezTo>
                  <a:cubicBezTo>
                    <a:pt x="176" y="195"/>
                    <a:pt x="0" y="496"/>
                    <a:pt x="0" y="771"/>
                  </a:cubicBezTo>
                  <a:cubicBezTo>
                    <a:pt x="0" y="980"/>
                    <a:pt x="109" y="1080"/>
                    <a:pt x="250" y="1080"/>
                  </a:cubicBezTo>
                  <a:cubicBezTo>
                    <a:pt x="313" y="1080"/>
                    <a:pt x="382" y="1060"/>
                    <a:pt x="451" y="1022"/>
                  </a:cubicBezTo>
                  <a:cubicBezTo>
                    <a:pt x="702" y="897"/>
                    <a:pt x="877" y="596"/>
                    <a:pt x="877" y="320"/>
                  </a:cubicBezTo>
                  <a:cubicBezTo>
                    <a:pt x="877" y="113"/>
                    <a:pt x="770" y="0"/>
                    <a:pt x="6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13"/>
            <p:cNvSpPr/>
            <p:nvPr/>
          </p:nvSpPr>
          <p:spPr>
            <a:xfrm>
              <a:off x="5018950" y="147990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0"/>
                  </a:moveTo>
                  <a:cubicBezTo>
                    <a:pt x="568" y="0"/>
                    <a:pt x="509" y="18"/>
                    <a:pt x="451" y="54"/>
                  </a:cubicBezTo>
                  <a:cubicBezTo>
                    <a:pt x="226" y="179"/>
                    <a:pt x="25" y="505"/>
                    <a:pt x="0" y="780"/>
                  </a:cubicBezTo>
                  <a:cubicBezTo>
                    <a:pt x="0" y="977"/>
                    <a:pt x="102" y="1084"/>
                    <a:pt x="251" y="1084"/>
                  </a:cubicBezTo>
                  <a:cubicBezTo>
                    <a:pt x="312" y="1084"/>
                    <a:pt x="379" y="1067"/>
                    <a:pt x="451" y="1031"/>
                  </a:cubicBezTo>
                  <a:cubicBezTo>
                    <a:pt x="702" y="906"/>
                    <a:pt x="877" y="580"/>
                    <a:pt x="877" y="304"/>
                  </a:cubicBezTo>
                  <a:cubicBezTo>
                    <a:pt x="877" y="108"/>
                    <a:pt x="763" y="0"/>
                    <a:pt x="6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13"/>
            <p:cNvSpPr/>
            <p:nvPr/>
          </p:nvSpPr>
          <p:spPr>
            <a:xfrm>
              <a:off x="5114800" y="1203450"/>
              <a:ext cx="21325" cy="26750"/>
            </a:xfrm>
            <a:custGeom>
              <a:avLst/>
              <a:gdLst/>
              <a:ahLst/>
              <a:cxnLst/>
              <a:rect l="l" t="t" r="r" b="b"/>
              <a:pathLst>
                <a:path w="853" h="1070" extrusionOk="0">
                  <a:moveTo>
                    <a:pt x="622" y="1"/>
                  </a:moveTo>
                  <a:cubicBezTo>
                    <a:pt x="563" y="1"/>
                    <a:pt x="496" y="20"/>
                    <a:pt x="427" y="59"/>
                  </a:cubicBezTo>
                  <a:cubicBezTo>
                    <a:pt x="201" y="184"/>
                    <a:pt x="26" y="485"/>
                    <a:pt x="1" y="761"/>
                  </a:cubicBezTo>
                  <a:cubicBezTo>
                    <a:pt x="1" y="969"/>
                    <a:pt x="85" y="1069"/>
                    <a:pt x="220" y="1069"/>
                  </a:cubicBezTo>
                  <a:cubicBezTo>
                    <a:pt x="280" y="1069"/>
                    <a:pt x="350" y="1050"/>
                    <a:pt x="427" y="1011"/>
                  </a:cubicBezTo>
                  <a:cubicBezTo>
                    <a:pt x="677" y="886"/>
                    <a:pt x="853" y="585"/>
                    <a:pt x="853" y="310"/>
                  </a:cubicBezTo>
                  <a:cubicBezTo>
                    <a:pt x="853" y="101"/>
                    <a:pt x="756" y="1"/>
                    <a:pt x="6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13"/>
            <p:cNvSpPr/>
            <p:nvPr/>
          </p:nvSpPr>
          <p:spPr>
            <a:xfrm>
              <a:off x="5210675" y="1147800"/>
              <a:ext cx="21950" cy="27150"/>
            </a:xfrm>
            <a:custGeom>
              <a:avLst/>
              <a:gdLst/>
              <a:ahLst/>
              <a:cxnLst/>
              <a:rect l="l" t="t" r="r" b="b"/>
              <a:pathLst>
                <a:path w="878" h="1086" extrusionOk="0">
                  <a:moveTo>
                    <a:pt x="635" y="1"/>
                  </a:moveTo>
                  <a:cubicBezTo>
                    <a:pt x="579" y="1"/>
                    <a:pt x="516" y="18"/>
                    <a:pt x="451" y="54"/>
                  </a:cubicBezTo>
                  <a:cubicBezTo>
                    <a:pt x="226" y="180"/>
                    <a:pt x="0" y="480"/>
                    <a:pt x="0" y="781"/>
                  </a:cubicBezTo>
                  <a:cubicBezTo>
                    <a:pt x="0" y="978"/>
                    <a:pt x="115" y="1085"/>
                    <a:pt x="263" y="1085"/>
                  </a:cubicBezTo>
                  <a:cubicBezTo>
                    <a:pt x="322" y="1085"/>
                    <a:pt x="387" y="1068"/>
                    <a:pt x="451" y="1032"/>
                  </a:cubicBezTo>
                  <a:cubicBezTo>
                    <a:pt x="702" y="906"/>
                    <a:pt x="878" y="581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13"/>
            <p:cNvSpPr/>
            <p:nvPr/>
          </p:nvSpPr>
          <p:spPr>
            <a:xfrm>
              <a:off x="5307150" y="1092050"/>
              <a:ext cx="21975" cy="27125"/>
            </a:xfrm>
            <a:custGeom>
              <a:avLst/>
              <a:gdLst/>
              <a:ahLst/>
              <a:cxnLst/>
              <a:rect l="l" t="t" r="r" b="b"/>
              <a:pathLst>
                <a:path w="879" h="1085" extrusionOk="0">
                  <a:moveTo>
                    <a:pt x="625" y="0"/>
                  </a:moveTo>
                  <a:cubicBezTo>
                    <a:pt x="569" y="0"/>
                    <a:pt x="510" y="18"/>
                    <a:pt x="452" y="54"/>
                  </a:cubicBezTo>
                  <a:cubicBezTo>
                    <a:pt x="227" y="179"/>
                    <a:pt x="26" y="530"/>
                    <a:pt x="1" y="781"/>
                  </a:cubicBezTo>
                  <a:cubicBezTo>
                    <a:pt x="1" y="977"/>
                    <a:pt x="116" y="1085"/>
                    <a:pt x="263" y="1085"/>
                  </a:cubicBezTo>
                  <a:cubicBezTo>
                    <a:pt x="323" y="1085"/>
                    <a:pt x="387" y="1067"/>
                    <a:pt x="452" y="1031"/>
                  </a:cubicBezTo>
                  <a:cubicBezTo>
                    <a:pt x="678" y="906"/>
                    <a:pt x="878" y="580"/>
                    <a:pt x="878" y="304"/>
                  </a:cubicBezTo>
                  <a:cubicBezTo>
                    <a:pt x="878" y="108"/>
                    <a:pt x="763" y="0"/>
                    <a:pt x="6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13"/>
            <p:cNvSpPr/>
            <p:nvPr/>
          </p:nvSpPr>
          <p:spPr>
            <a:xfrm>
              <a:off x="5115425" y="131385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16" y="1"/>
                  </a:moveTo>
                  <a:cubicBezTo>
                    <a:pt x="556" y="1"/>
                    <a:pt x="492" y="18"/>
                    <a:pt x="427" y="54"/>
                  </a:cubicBezTo>
                  <a:cubicBezTo>
                    <a:pt x="176" y="179"/>
                    <a:pt x="1" y="480"/>
                    <a:pt x="1" y="781"/>
                  </a:cubicBezTo>
                  <a:cubicBezTo>
                    <a:pt x="1" y="977"/>
                    <a:pt x="90" y="1085"/>
                    <a:pt x="232" y="1085"/>
                  </a:cubicBezTo>
                  <a:cubicBezTo>
                    <a:pt x="289" y="1085"/>
                    <a:pt x="355" y="1067"/>
                    <a:pt x="427" y="1031"/>
                  </a:cubicBezTo>
                  <a:cubicBezTo>
                    <a:pt x="677" y="906"/>
                    <a:pt x="878" y="580"/>
                    <a:pt x="878" y="305"/>
                  </a:cubicBezTo>
                  <a:cubicBezTo>
                    <a:pt x="878" y="108"/>
                    <a:pt x="763" y="1"/>
                    <a:pt x="6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13"/>
            <p:cNvSpPr/>
            <p:nvPr/>
          </p:nvSpPr>
          <p:spPr>
            <a:xfrm>
              <a:off x="5115425" y="142412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16" y="1"/>
                  </a:moveTo>
                  <a:cubicBezTo>
                    <a:pt x="556" y="1"/>
                    <a:pt x="492" y="18"/>
                    <a:pt x="427" y="54"/>
                  </a:cubicBezTo>
                  <a:cubicBezTo>
                    <a:pt x="226" y="179"/>
                    <a:pt x="26" y="530"/>
                    <a:pt x="1" y="781"/>
                  </a:cubicBezTo>
                  <a:cubicBezTo>
                    <a:pt x="1" y="977"/>
                    <a:pt x="90" y="1085"/>
                    <a:pt x="232" y="1085"/>
                  </a:cubicBezTo>
                  <a:cubicBezTo>
                    <a:pt x="289" y="1085"/>
                    <a:pt x="355" y="1067"/>
                    <a:pt x="427" y="1031"/>
                  </a:cubicBezTo>
                  <a:cubicBezTo>
                    <a:pt x="677" y="906"/>
                    <a:pt x="878" y="580"/>
                    <a:pt x="878" y="305"/>
                  </a:cubicBezTo>
                  <a:cubicBezTo>
                    <a:pt x="878" y="108"/>
                    <a:pt x="763" y="1"/>
                    <a:pt x="6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13"/>
            <p:cNvSpPr/>
            <p:nvPr/>
          </p:nvSpPr>
          <p:spPr>
            <a:xfrm>
              <a:off x="5211300" y="1258100"/>
              <a:ext cx="22575" cy="27125"/>
            </a:xfrm>
            <a:custGeom>
              <a:avLst/>
              <a:gdLst/>
              <a:ahLst/>
              <a:cxnLst/>
              <a:rect l="l" t="t" r="r" b="b"/>
              <a:pathLst>
                <a:path w="903" h="1085" extrusionOk="0">
                  <a:moveTo>
                    <a:pt x="640" y="0"/>
                  </a:moveTo>
                  <a:cubicBezTo>
                    <a:pt x="581" y="0"/>
                    <a:pt x="516" y="17"/>
                    <a:pt x="452" y="53"/>
                  </a:cubicBezTo>
                  <a:cubicBezTo>
                    <a:pt x="201" y="179"/>
                    <a:pt x="0" y="530"/>
                    <a:pt x="25" y="780"/>
                  </a:cubicBezTo>
                  <a:cubicBezTo>
                    <a:pt x="25" y="977"/>
                    <a:pt x="115" y="1084"/>
                    <a:pt x="257" y="1084"/>
                  </a:cubicBezTo>
                  <a:cubicBezTo>
                    <a:pt x="314" y="1084"/>
                    <a:pt x="380" y="1067"/>
                    <a:pt x="452" y="1031"/>
                  </a:cubicBezTo>
                  <a:cubicBezTo>
                    <a:pt x="702" y="905"/>
                    <a:pt x="903" y="580"/>
                    <a:pt x="903" y="304"/>
                  </a:cubicBezTo>
                  <a:cubicBezTo>
                    <a:pt x="903" y="107"/>
                    <a:pt x="788" y="0"/>
                    <a:pt x="6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13"/>
            <p:cNvSpPr/>
            <p:nvPr/>
          </p:nvSpPr>
          <p:spPr>
            <a:xfrm>
              <a:off x="5307150" y="1202325"/>
              <a:ext cx="21975" cy="27125"/>
            </a:xfrm>
            <a:custGeom>
              <a:avLst/>
              <a:gdLst/>
              <a:ahLst/>
              <a:cxnLst/>
              <a:rect l="l" t="t" r="r" b="b"/>
              <a:pathLst>
                <a:path w="879" h="1085" extrusionOk="0">
                  <a:moveTo>
                    <a:pt x="625" y="0"/>
                  </a:moveTo>
                  <a:cubicBezTo>
                    <a:pt x="569" y="0"/>
                    <a:pt x="510" y="18"/>
                    <a:pt x="452" y="54"/>
                  </a:cubicBezTo>
                  <a:cubicBezTo>
                    <a:pt x="227" y="179"/>
                    <a:pt x="26" y="530"/>
                    <a:pt x="1" y="781"/>
                  </a:cubicBezTo>
                  <a:cubicBezTo>
                    <a:pt x="1" y="977"/>
                    <a:pt x="116" y="1085"/>
                    <a:pt x="263" y="1085"/>
                  </a:cubicBezTo>
                  <a:cubicBezTo>
                    <a:pt x="323" y="1085"/>
                    <a:pt x="387" y="1067"/>
                    <a:pt x="452" y="1031"/>
                  </a:cubicBezTo>
                  <a:cubicBezTo>
                    <a:pt x="678" y="906"/>
                    <a:pt x="878" y="605"/>
                    <a:pt x="878" y="304"/>
                  </a:cubicBezTo>
                  <a:cubicBezTo>
                    <a:pt x="878" y="108"/>
                    <a:pt x="763" y="0"/>
                    <a:pt x="6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13"/>
            <p:cNvSpPr/>
            <p:nvPr/>
          </p:nvSpPr>
          <p:spPr>
            <a:xfrm>
              <a:off x="5307800" y="1313100"/>
              <a:ext cx="21950" cy="26750"/>
            </a:xfrm>
            <a:custGeom>
              <a:avLst/>
              <a:gdLst/>
              <a:ahLst/>
              <a:cxnLst/>
              <a:rect l="l" t="t" r="r" b="b"/>
              <a:pathLst>
                <a:path w="878" h="1070" extrusionOk="0">
                  <a:moveTo>
                    <a:pt x="647" y="1"/>
                  </a:moveTo>
                  <a:cubicBezTo>
                    <a:pt x="587" y="1"/>
                    <a:pt x="520" y="20"/>
                    <a:pt x="451" y="59"/>
                  </a:cubicBezTo>
                  <a:cubicBezTo>
                    <a:pt x="201" y="184"/>
                    <a:pt x="0" y="510"/>
                    <a:pt x="0" y="761"/>
                  </a:cubicBezTo>
                  <a:cubicBezTo>
                    <a:pt x="0" y="969"/>
                    <a:pt x="108" y="1069"/>
                    <a:pt x="250" y="1069"/>
                  </a:cubicBezTo>
                  <a:cubicBezTo>
                    <a:pt x="313" y="1069"/>
                    <a:pt x="382" y="1050"/>
                    <a:pt x="451" y="1011"/>
                  </a:cubicBezTo>
                  <a:cubicBezTo>
                    <a:pt x="702" y="886"/>
                    <a:pt x="877" y="585"/>
                    <a:pt x="877" y="310"/>
                  </a:cubicBezTo>
                  <a:cubicBezTo>
                    <a:pt x="877" y="101"/>
                    <a:pt x="781" y="1"/>
                    <a:pt x="6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13"/>
            <p:cNvSpPr/>
            <p:nvPr/>
          </p:nvSpPr>
          <p:spPr>
            <a:xfrm>
              <a:off x="5211300" y="1368375"/>
              <a:ext cx="22575" cy="27125"/>
            </a:xfrm>
            <a:custGeom>
              <a:avLst/>
              <a:gdLst/>
              <a:ahLst/>
              <a:cxnLst/>
              <a:rect l="l" t="t" r="r" b="b"/>
              <a:pathLst>
                <a:path w="903" h="1085" extrusionOk="0">
                  <a:moveTo>
                    <a:pt x="640" y="0"/>
                  </a:moveTo>
                  <a:cubicBezTo>
                    <a:pt x="581" y="0"/>
                    <a:pt x="516" y="17"/>
                    <a:pt x="452" y="53"/>
                  </a:cubicBezTo>
                  <a:cubicBezTo>
                    <a:pt x="226" y="179"/>
                    <a:pt x="0" y="530"/>
                    <a:pt x="25" y="780"/>
                  </a:cubicBezTo>
                  <a:cubicBezTo>
                    <a:pt x="25" y="977"/>
                    <a:pt x="127" y="1084"/>
                    <a:pt x="268" y="1084"/>
                  </a:cubicBezTo>
                  <a:cubicBezTo>
                    <a:pt x="324" y="1084"/>
                    <a:pt x="387" y="1067"/>
                    <a:pt x="452" y="1031"/>
                  </a:cubicBezTo>
                  <a:cubicBezTo>
                    <a:pt x="702" y="906"/>
                    <a:pt x="903" y="605"/>
                    <a:pt x="903" y="304"/>
                  </a:cubicBezTo>
                  <a:cubicBezTo>
                    <a:pt x="903" y="107"/>
                    <a:pt x="788" y="0"/>
                    <a:pt x="6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13"/>
            <p:cNvSpPr/>
            <p:nvPr/>
          </p:nvSpPr>
          <p:spPr>
            <a:xfrm>
              <a:off x="4921825" y="1642050"/>
              <a:ext cx="21950" cy="26750"/>
            </a:xfrm>
            <a:custGeom>
              <a:avLst/>
              <a:gdLst/>
              <a:ahLst/>
              <a:cxnLst/>
              <a:rect l="l" t="t" r="r" b="b"/>
              <a:pathLst>
                <a:path w="878" h="1070" extrusionOk="0">
                  <a:moveTo>
                    <a:pt x="636" y="1"/>
                  </a:moveTo>
                  <a:cubicBezTo>
                    <a:pt x="577" y="1"/>
                    <a:pt x="513" y="20"/>
                    <a:pt x="452" y="59"/>
                  </a:cubicBezTo>
                  <a:cubicBezTo>
                    <a:pt x="201" y="184"/>
                    <a:pt x="0" y="510"/>
                    <a:pt x="0" y="761"/>
                  </a:cubicBezTo>
                  <a:cubicBezTo>
                    <a:pt x="0" y="969"/>
                    <a:pt x="109" y="1069"/>
                    <a:pt x="251" y="1069"/>
                  </a:cubicBezTo>
                  <a:cubicBezTo>
                    <a:pt x="313" y="1069"/>
                    <a:pt x="382" y="1050"/>
                    <a:pt x="452" y="1011"/>
                  </a:cubicBezTo>
                  <a:cubicBezTo>
                    <a:pt x="702" y="886"/>
                    <a:pt x="878" y="585"/>
                    <a:pt x="878" y="309"/>
                  </a:cubicBezTo>
                  <a:cubicBezTo>
                    <a:pt x="878" y="101"/>
                    <a:pt x="769" y="1"/>
                    <a:pt x="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13"/>
            <p:cNvSpPr/>
            <p:nvPr/>
          </p:nvSpPr>
          <p:spPr>
            <a:xfrm>
              <a:off x="5018325" y="1586400"/>
              <a:ext cx="21950" cy="27150"/>
            </a:xfrm>
            <a:custGeom>
              <a:avLst/>
              <a:gdLst/>
              <a:ahLst/>
              <a:cxnLst/>
              <a:rect l="l" t="t" r="r" b="b"/>
              <a:pathLst>
                <a:path w="878" h="1086" extrusionOk="0">
                  <a:moveTo>
                    <a:pt x="615" y="1"/>
                  </a:moveTo>
                  <a:cubicBezTo>
                    <a:pt x="556" y="1"/>
                    <a:pt x="491" y="18"/>
                    <a:pt x="426" y="54"/>
                  </a:cubicBezTo>
                  <a:cubicBezTo>
                    <a:pt x="175" y="180"/>
                    <a:pt x="0" y="480"/>
                    <a:pt x="0" y="781"/>
                  </a:cubicBezTo>
                  <a:cubicBezTo>
                    <a:pt x="0" y="978"/>
                    <a:pt x="89" y="1085"/>
                    <a:pt x="231" y="1085"/>
                  </a:cubicBezTo>
                  <a:cubicBezTo>
                    <a:pt x="288" y="1085"/>
                    <a:pt x="354" y="1068"/>
                    <a:pt x="426" y="1032"/>
                  </a:cubicBezTo>
                  <a:cubicBezTo>
                    <a:pt x="677" y="906"/>
                    <a:pt x="877" y="581"/>
                    <a:pt x="877" y="305"/>
                  </a:cubicBezTo>
                  <a:cubicBezTo>
                    <a:pt x="877" y="108"/>
                    <a:pt x="763" y="1"/>
                    <a:pt x="6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13"/>
            <p:cNvSpPr/>
            <p:nvPr/>
          </p:nvSpPr>
          <p:spPr>
            <a:xfrm>
              <a:off x="5114800" y="1530650"/>
              <a:ext cx="21325" cy="27125"/>
            </a:xfrm>
            <a:custGeom>
              <a:avLst/>
              <a:gdLst/>
              <a:ahLst/>
              <a:cxnLst/>
              <a:rect l="l" t="t" r="r" b="b"/>
              <a:pathLst>
                <a:path w="853" h="1085" extrusionOk="0">
                  <a:moveTo>
                    <a:pt x="611" y="0"/>
                  </a:moveTo>
                  <a:cubicBezTo>
                    <a:pt x="554" y="0"/>
                    <a:pt x="491" y="18"/>
                    <a:pt x="427" y="54"/>
                  </a:cubicBezTo>
                  <a:cubicBezTo>
                    <a:pt x="176" y="179"/>
                    <a:pt x="1" y="530"/>
                    <a:pt x="1" y="780"/>
                  </a:cubicBezTo>
                  <a:cubicBezTo>
                    <a:pt x="1" y="977"/>
                    <a:pt x="90" y="1084"/>
                    <a:pt x="232" y="1084"/>
                  </a:cubicBezTo>
                  <a:cubicBezTo>
                    <a:pt x="289" y="1084"/>
                    <a:pt x="355" y="1067"/>
                    <a:pt x="427" y="1031"/>
                  </a:cubicBezTo>
                  <a:cubicBezTo>
                    <a:pt x="677" y="906"/>
                    <a:pt x="853" y="580"/>
                    <a:pt x="853" y="304"/>
                  </a:cubicBezTo>
                  <a:cubicBezTo>
                    <a:pt x="853" y="108"/>
                    <a:pt x="751" y="0"/>
                    <a:pt x="6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13"/>
            <p:cNvSpPr/>
            <p:nvPr/>
          </p:nvSpPr>
          <p:spPr>
            <a:xfrm>
              <a:off x="5210050" y="147487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1"/>
                  </a:moveTo>
                  <a:cubicBezTo>
                    <a:pt x="568" y="1"/>
                    <a:pt x="509" y="18"/>
                    <a:pt x="451" y="54"/>
                  </a:cubicBezTo>
                  <a:cubicBezTo>
                    <a:pt x="226" y="179"/>
                    <a:pt x="0" y="505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1" y="1032"/>
                  </a:cubicBezTo>
                  <a:cubicBezTo>
                    <a:pt x="677" y="906"/>
                    <a:pt x="877" y="605"/>
                    <a:pt x="877" y="305"/>
                  </a:cubicBezTo>
                  <a:cubicBezTo>
                    <a:pt x="877" y="108"/>
                    <a:pt x="763" y="1"/>
                    <a:pt x="6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13"/>
            <p:cNvSpPr/>
            <p:nvPr/>
          </p:nvSpPr>
          <p:spPr>
            <a:xfrm>
              <a:off x="5306525" y="1419625"/>
              <a:ext cx="21975" cy="26725"/>
            </a:xfrm>
            <a:custGeom>
              <a:avLst/>
              <a:gdLst/>
              <a:ahLst/>
              <a:cxnLst/>
              <a:rect l="l" t="t" r="r" b="b"/>
              <a:pathLst>
                <a:path w="879" h="1069" extrusionOk="0">
                  <a:moveTo>
                    <a:pt x="628" y="1"/>
                  </a:moveTo>
                  <a:cubicBezTo>
                    <a:pt x="565" y="1"/>
                    <a:pt x="496" y="20"/>
                    <a:pt x="427" y="59"/>
                  </a:cubicBezTo>
                  <a:cubicBezTo>
                    <a:pt x="226" y="184"/>
                    <a:pt x="1" y="485"/>
                    <a:pt x="1" y="760"/>
                  </a:cubicBezTo>
                  <a:cubicBezTo>
                    <a:pt x="1" y="969"/>
                    <a:pt x="97" y="1069"/>
                    <a:pt x="232" y="1069"/>
                  </a:cubicBezTo>
                  <a:cubicBezTo>
                    <a:pt x="291" y="1069"/>
                    <a:pt x="358" y="1049"/>
                    <a:pt x="427" y="1011"/>
                  </a:cubicBezTo>
                  <a:cubicBezTo>
                    <a:pt x="678" y="886"/>
                    <a:pt x="878" y="585"/>
                    <a:pt x="878" y="309"/>
                  </a:cubicBezTo>
                  <a:cubicBezTo>
                    <a:pt x="878" y="101"/>
                    <a:pt x="770" y="1"/>
                    <a:pt x="6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7" name="Google Shape;1167;p15"/>
          <p:cNvGrpSpPr/>
          <p:nvPr/>
        </p:nvGrpSpPr>
        <p:grpSpPr>
          <a:xfrm>
            <a:off x="-458461" y="-321271"/>
            <a:ext cx="10059175" cy="5791575"/>
            <a:chOff x="-458461" y="-321271"/>
            <a:chExt cx="10059175" cy="5791575"/>
          </a:xfrm>
        </p:grpSpPr>
        <p:grpSp>
          <p:nvGrpSpPr>
            <p:cNvPr id="1168" name="Google Shape;1168;p15"/>
            <p:cNvGrpSpPr/>
            <p:nvPr/>
          </p:nvGrpSpPr>
          <p:grpSpPr>
            <a:xfrm flipH="1">
              <a:off x="-458461" y="-245071"/>
              <a:ext cx="9830575" cy="5715375"/>
              <a:chOff x="-358925" y="-303650"/>
              <a:chExt cx="9830575" cy="5715375"/>
            </a:xfrm>
          </p:grpSpPr>
          <p:cxnSp>
            <p:nvCxnSpPr>
              <p:cNvPr id="1169" name="Google Shape;1169;p15"/>
              <p:cNvCxnSpPr/>
              <p:nvPr/>
            </p:nvCxnSpPr>
            <p:spPr>
              <a:xfrm rot="10800000" flipH="1">
                <a:off x="-282200" y="-303650"/>
                <a:ext cx="1052400" cy="607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70" name="Google Shape;1170;p15"/>
              <p:cNvCxnSpPr/>
              <p:nvPr/>
            </p:nvCxnSpPr>
            <p:spPr>
              <a:xfrm rot="10800000" flipH="1">
                <a:off x="-281950" y="-236675"/>
                <a:ext cx="1425600" cy="822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71" name="Google Shape;1171;p15"/>
              <p:cNvCxnSpPr/>
              <p:nvPr/>
            </p:nvCxnSpPr>
            <p:spPr>
              <a:xfrm rot="10800000" flipH="1">
                <a:off x="-358925" y="-155350"/>
                <a:ext cx="1851000" cy="1068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72" name="Google Shape;1172;p15"/>
              <p:cNvCxnSpPr/>
              <p:nvPr/>
            </p:nvCxnSpPr>
            <p:spPr>
              <a:xfrm rot="10800000" flipH="1">
                <a:off x="-267650" y="-115750"/>
                <a:ext cx="2180400" cy="125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73" name="Google Shape;1173;p15"/>
              <p:cNvCxnSpPr/>
              <p:nvPr/>
            </p:nvCxnSpPr>
            <p:spPr>
              <a:xfrm rot="10800000" flipH="1">
                <a:off x="-229800" y="-86050"/>
                <a:ext cx="2580300" cy="1489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74" name="Google Shape;1174;p15"/>
              <p:cNvCxnSpPr/>
              <p:nvPr/>
            </p:nvCxnSpPr>
            <p:spPr>
              <a:xfrm rot="10800000" flipH="1">
                <a:off x="-212775" y="-127750"/>
                <a:ext cx="3125100" cy="1804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75" name="Google Shape;1175;p15"/>
              <p:cNvCxnSpPr/>
              <p:nvPr/>
            </p:nvCxnSpPr>
            <p:spPr>
              <a:xfrm rot="10800000" flipH="1">
                <a:off x="-180475" y="-165575"/>
                <a:ext cx="3648000" cy="210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76" name="Google Shape;1176;p15"/>
              <p:cNvCxnSpPr/>
              <p:nvPr/>
            </p:nvCxnSpPr>
            <p:spPr>
              <a:xfrm rot="10800000" flipH="1">
                <a:off x="-227000" y="-146700"/>
                <a:ext cx="4150500" cy="2396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77" name="Google Shape;1177;p15"/>
              <p:cNvCxnSpPr/>
              <p:nvPr/>
            </p:nvCxnSpPr>
            <p:spPr>
              <a:xfrm rot="10800000" flipH="1">
                <a:off x="-285775" y="-133000"/>
                <a:ext cx="4675200" cy="2699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78" name="Google Shape;1178;p15"/>
              <p:cNvCxnSpPr/>
              <p:nvPr/>
            </p:nvCxnSpPr>
            <p:spPr>
              <a:xfrm rot="10800000" flipH="1">
                <a:off x="-254975" y="-209000"/>
                <a:ext cx="5265600" cy="303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79" name="Google Shape;1179;p15"/>
              <p:cNvCxnSpPr/>
              <p:nvPr/>
            </p:nvCxnSpPr>
            <p:spPr>
              <a:xfrm rot="10800000" flipH="1">
                <a:off x="-230325" y="-171400"/>
                <a:ext cx="5665200" cy="327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80" name="Google Shape;1180;p15"/>
              <p:cNvCxnSpPr/>
              <p:nvPr/>
            </p:nvCxnSpPr>
            <p:spPr>
              <a:xfrm rot="10800000" flipH="1">
                <a:off x="-203625" y="-162575"/>
                <a:ext cx="6111900" cy="3528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81" name="Google Shape;1181;p15"/>
              <p:cNvCxnSpPr/>
              <p:nvPr/>
            </p:nvCxnSpPr>
            <p:spPr>
              <a:xfrm rot="10800000" flipH="1">
                <a:off x="-212500" y="-179425"/>
                <a:ext cx="6639600" cy="3833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82" name="Google Shape;1182;p15"/>
              <p:cNvCxnSpPr/>
              <p:nvPr/>
            </p:nvCxnSpPr>
            <p:spPr>
              <a:xfrm rot="10800000" flipH="1">
                <a:off x="-237200" y="-171550"/>
                <a:ext cx="7140000" cy="4122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83" name="Google Shape;1183;p15"/>
              <p:cNvCxnSpPr/>
              <p:nvPr/>
            </p:nvCxnSpPr>
            <p:spPr>
              <a:xfrm rot="10800000" flipH="1">
                <a:off x="-208450" y="-169925"/>
                <a:ext cx="7598100" cy="4386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84" name="Google Shape;1184;p15"/>
              <p:cNvCxnSpPr/>
              <p:nvPr/>
            </p:nvCxnSpPr>
            <p:spPr>
              <a:xfrm rot="10800000" flipH="1">
                <a:off x="-126875" y="-166100"/>
                <a:ext cx="7999200" cy="4618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85" name="Google Shape;1185;p15"/>
              <p:cNvCxnSpPr/>
              <p:nvPr/>
            </p:nvCxnSpPr>
            <p:spPr>
              <a:xfrm rot="10800000" flipH="1">
                <a:off x="-175950" y="-237725"/>
                <a:ext cx="8661600" cy="500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86" name="Google Shape;1186;p15"/>
              <p:cNvCxnSpPr/>
              <p:nvPr/>
            </p:nvCxnSpPr>
            <p:spPr>
              <a:xfrm rot="10800000" flipH="1">
                <a:off x="-230050" y="-244075"/>
                <a:ext cx="9215700" cy="5320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87" name="Google Shape;1187;p15"/>
              <p:cNvCxnSpPr/>
              <p:nvPr/>
            </p:nvCxnSpPr>
            <p:spPr>
              <a:xfrm rot="10800000" flipH="1">
                <a:off x="-150500" y="-149375"/>
                <a:ext cx="9462000" cy="5462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88" name="Google Shape;1188;p15"/>
              <p:cNvCxnSpPr/>
              <p:nvPr/>
            </p:nvCxnSpPr>
            <p:spPr>
              <a:xfrm rot="10800000" flipH="1">
                <a:off x="277300" y="105750"/>
                <a:ext cx="9081600" cy="5243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89" name="Google Shape;1189;p15"/>
              <p:cNvCxnSpPr/>
              <p:nvPr/>
            </p:nvCxnSpPr>
            <p:spPr>
              <a:xfrm rot="10800000" flipH="1">
                <a:off x="846950" y="376800"/>
                <a:ext cx="8531400" cy="4925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90" name="Google Shape;1190;p15"/>
              <p:cNvCxnSpPr/>
              <p:nvPr/>
            </p:nvCxnSpPr>
            <p:spPr>
              <a:xfrm rot="10800000" flipH="1">
                <a:off x="1349000" y="635275"/>
                <a:ext cx="8071500" cy="465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91" name="Google Shape;1191;p15"/>
              <p:cNvCxnSpPr/>
              <p:nvPr/>
            </p:nvCxnSpPr>
            <p:spPr>
              <a:xfrm rot="10800000" flipH="1">
                <a:off x="1864375" y="918950"/>
                <a:ext cx="7554300" cy="4361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92" name="Google Shape;1192;p15"/>
              <p:cNvCxnSpPr/>
              <p:nvPr/>
            </p:nvCxnSpPr>
            <p:spPr>
              <a:xfrm rot="10800000" flipH="1">
                <a:off x="2403950" y="1170550"/>
                <a:ext cx="7067700" cy="408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93" name="Google Shape;1193;p15"/>
              <p:cNvCxnSpPr/>
              <p:nvPr/>
            </p:nvCxnSpPr>
            <p:spPr>
              <a:xfrm rot="10800000" flipH="1">
                <a:off x="2718375" y="1495625"/>
                <a:ext cx="6679800" cy="3856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94" name="Google Shape;1194;p15"/>
              <p:cNvCxnSpPr/>
              <p:nvPr/>
            </p:nvCxnSpPr>
            <p:spPr>
              <a:xfrm rot="10800000" flipH="1">
                <a:off x="3297700" y="1822900"/>
                <a:ext cx="6023100" cy="3477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95" name="Google Shape;1195;p15"/>
              <p:cNvCxnSpPr/>
              <p:nvPr/>
            </p:nvCxnSpPr>
            <p:spPr>
              <a:xfrm rot="10800000" flipH="1">
                <a:off x="3726050" y="2104125"/>
                <a:ext cx="5597100" cy="3231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96" name="Google Shape;1196;p15"/>
              <p:cNvCxnSpPr/>
              <p:nvPr/>
            </p:nvCxnSpPr>
            <p:spPr>
              <a:xfrm rot="10800000" flipH="1">
                <a:off x="4244875" y="2361600"/>
                <a:ext cx="5121600" cy="295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97" name="Google Shape;1197;p15"/>
              <p:cNvCxnSpPr/>
              <p:nvPr/>
            </p:nvCxnSpPr>
            <p:spPr>
              <a:xfrm rot="10800000" flipH="1">
                <a:off x="4742850" y="2657525"/>
                <a:ext cx="4600200" cy="2655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98" name="Google Shape;1198;p15"/>
              <p:cNvCxnSpPr/>
              <p:nvPr/>
            </p:nvCxnSpPr>
            <p:spPr>
              <a:xfrm rot="10800000" flipH="1">
                <a:off x="5210850" y="2937150"/>
                <a:ext cx="4137300" cy="2388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99" name="Google Shape;1199;p15"/>
              <p:cNvCxnSpPr/>
              <p:nvPr/>
            </p:nvCxnSpPr>
            <p:spPr>
              <a:xfrm rot="10800000" flipH="1">
                <a:off x="5725550" y="3223700"/>
                <a:ext cx="3615300" cy="208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00" name="Google Shape;1200;p15"/>
              <p:cNvCxnSpPr/>
              <p:nvPr/>
            </p:nvCxnSpPr>
            <p:spPr>
              <a:xfrm rot="10800000" flipH="1">
                <a:off x="6217950" y="3515950"/>
                <a:ext cx="3106500" cy="1793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01" name="Google Shape;1201;p15"/>
              <p:cNvCxnSpPr/>
              <p:nvPr/>
            </p:nvCxnSpPr>
            <p:spPr>
              <a:xfrm rot="10800000" flipH="1">
                <a:off x="6716500" y="3797450"/>
                <a:ext cx="2609700" cy="1506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02" name="Google Shape;1202;p15"/>
              <p:cNvCxnSpPr/>
              <p:nvPr/>
            </p:nvCxnSpPr>
            <p:spPr>
              <a:xfrm rot="10800000" flipH="1">
                <a:off x="7199175" y="4100700"/>
                <a:ext cx="2091000" cy="1207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03" name="Google Shape;1203;p15"/>
              <p:cNvCxnSpPr/>
              <p:nvPr/>
            </p:nvCxnSpPr>
            <p:spPr>
              <a:xfrm rot="10800000" flipH="1">
                <a:off x="7718000" y="4338975"/>
                <a:ext cx="1648800" cy="951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04" name="Google Shape;1204;p15"/>
              <p:cNvCxnSpPr/>
              <p:nvPr/>
            </p:nvCxnSpPr>
            <p:spPr>
              <a:xfrm rot="10800000" flipH="1">
                <a:off x="8129050" y="4607075"/>
                <a:ext cx="1263000" cy="729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05" name="Google Shape;1205;p15"/>
              <p:cNvCxnSpPr/>
              <p:nvPr/>
            </p:nvCxnSpPr>
            <p:spPr>
              <a:xfrm rot="10800000" flipH="1">
                <a:off x="8487200" y="4879525"/>
                <a:ext cx="921600" cy="532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206" name="Google Shape;1206;p15"/>
            <p:cNvGrpSpPr/>
            <p:nvPr/>
          </p:nvGrpSpPr>
          <p:grpSpPr>
            <a:xfrm rot="10800000">
              <a:off x="-229861" y="-321271"/>
              <a:ext cx="9830575" cy="5715375"/>
              <a:chOff x="-358925" y="-303650"/>
              <a:chExt cx="9830575" cy="5715375"/>
            </a:xfrm>
          </p:grpSpPr>
          <p:cxnSp>
            <p:nvCxnSpPr>
              <p:cNvPr id="1207" name="Google Shape;1207;p15"/>
              <p:cNvCxnSpPr/>
              <p:nvPr/>
            </p:nvCxnSpPr>
            <p:spPr>
              <a:xfrm rot="10800000" flipH="1">
                <a:off x="-282200" y="-303650"/>
                <a:ext cx="1052400" cy="607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08" name="Google Shape;1208;p15"/>
              <p:cNvCxnSpPr/>
              <p:nvPr/>
            </p:nvCxnSpPr>
            <p:spPr>
              <a:xfrm rot="10800000" flipH="1">
                <a:off x="-281950" y="-236675"/>
                <a:ext cx="1425600" cy="822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09" name="Google Shape;1209;p15"/>
              <p:cNvCxnSpPr/>
              <p:nvPr/>
            </p:nvCxnSpPr>
            <p:spPr>
              <a:xfrm rot="10800000" flipH="1">
                <a:off x="-358925" y="-155350"/>
                <a:ext cx="1851000" cy="1068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10" name="Google Shape;1210;p15"/>
              <p:cNvCxnSpPr/>
              <p:nvPr/>
            </p:nvCxnSpPr>
            <p:spPr>
              <a:xfrm rot="10800000" flipH="1">
                <a:off x="-267650" y="-115750"/>
                <a:ext cx="2180400" cy="125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11" name="Google Shape;1211;p15"/>
              <p:cNvCxnSpPr/>
              <p:nvPr/>
            </p:nvCxnSpPr>
            <p:spPr>
              <a:xfrm rot="10800000" flipH="1">
                <a:off x="-229800" y="-86050"/>
                <a:ext cx="2580300" cy="1489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12" name="Google Shape;1212;p15"/>
              <p:cNvCxnSpPr/>
              <p:nvPr/>
            </p:nvCxnSpPr>
            <p:spPr>
              <a:xfrm rot="10800000" flipH="1">
                <a:off x="-212775" y="-127750"/>
                <a:ext cx="3125100" cy="1804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13" name="Google Shape;1213;p15"/>
              <p:cNvCxnSpPr/>
              <p:nvPr/>
            </p:nvCxnSpPr>
            <p:spPr>
              <a:xfrm rot="10800000" flipH="1">
                <a:off x="-180475" y="-165575"/>
                <a:ext cx="3648000" cy="210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14" name="Google Shape;1214;p15"/>
              <p:cNvCxnSpPr/>
              <p:nvPr/>
            </p:nvCxnSpPr>
            <p:spPr>
              <a:xfrm rot="10800000" flipH="1">
                <a:off x="-227000" y="-146700"/>
                <a:ext cx="4150500" cy="2396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15" name="Google Shape;1215;p15"/>
              <p:cNvCxnSpPr/>
              <p:nvPr/>
            </p:nvCxnSpPr>
            <p:spPr>
              <a:xfrm rot="10800000" flipH="1">
                <a:off x="-285775" y="-133000"/>
                <a:ext cx="4675200" cy="2699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16" name="Google Shape;1216;p15"/>
              <p:cNvCxnSpPr/>
              <p:nvPr/>
            </p:nvCxnSpPr>
            <p:spPr>
              <a:xfrm rot="10800000" flipH="1">
                <a:off x="-254975" y="-209000"/>
                <a:ext cx="5265600" cy="303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17" name="Google Shape;1217;p15"/>
              <p:cNvCxnSpPr/>
              <p:nvPr/>
            </p:nvCxnSpPr>
            <p:spPr>
              <a:xfrm rot="10800000" flipH="1">
                <a:off x="-230325" y="-171400"/>
                <a:ext cx="5665200" cy="327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18" name="Google Shape;1218;p15"/>
              <p:cNvCxnSpPr/>
              <p:nvPr/>
            </p:nvCxnSpPr>
            <p:spPr>
              <a:xfrm rot="10800000" flipH="1">
                <a:off x="-203625" y="-162575"/>
                <a:ext cx="6111900" cy="3528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19" name="Google Shape;1219;p15"/>
              <p:cNvCxnSpPr/>
              <p:nvPr/>
            </p:nvCxnSpPr>
            <p:spPr>
              <a:xfrm rot="10800000" flipH="1">
                <a:off x="-212500" y="-179425"/>
                <a:ext cx="6639600" cy="3833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20" name="Google Shape;1220;p15"/>
              <p:cNvCxnSpPr/>
              <p:nvPr/>
            </p:nvCxnSpPr>
            <p:spPr>
              <a:xfrm rot="10800000" flipH="1">
                <a:off x="-237200" y="-171550"/>
                <a:ext cx="7140000" cy="4122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21" name="Google Shape;1221;p15"/>
              <p:cNvCxnSpPr/>
              <p:nvPr/>
            </p:nvCxnSpPr>
            <p:spPr>
              <a:xfrm rot="10800000" flipH="1">
                <a:off x="-208450" y="-169925"/>
                <a:ext cx="7598100" cy="4386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22" name="Google Shape;1222;p15"/>
              <p:cNvCxnSpPr/>
              <p:nvPr/>
            </p:nvCxnSpPr>
            <p:spPr>
              <a:xfrm rot="10800000" flipH="1">
                <a:off x="-126875" y="-166100"/>
                <a:ext cx="7999200" cy="4618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23" name="Google Shape;1223;p15"/>
              <p:cNvCxnSpPr/>
              <p:nvPr/>
            </p:nvCxnSpPr>
            <p:spPr>
              <a:xfrm rot="10800000" flipH="1">
                <a:off x="-175950" y="-237725"/>
                <a:ext cx="8661600" cy="500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24" name="Google Shape;1224;p15"/>
              <p:cNvCxnSpPr/>
              <p:nvPr/>
            </p:nvCxnSpPr>
            <p:spPr>
              <a:xfrm rot="10800000" flipH="1">
                <a:off x="-230050" y="-244075"/>
                <a:ext cx="9215700" cy="5320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25" name="Google Shape;1225;p15"/>
              <p:cNvCxnSpPr/>
              <p:nvPr/>
            </p:nvCxnSpPr>
            <p:spPr>
              <a:xfrm rot="10800000" flipH="1">
                <a:off x="-150500" y="-149375"/>
                <a:ext cx="9462000" cy="5462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26" name="Google Shape;1226;p15"/>
              <p:cNvCxnSpPr/>
              <p:nvPr/>
            </p:nvCxnSpPr>
            <p:spPr>
              <a:xfrm rot="10800000" flipH="1">
                <a:off x="277300" y="105750"/>
                <a:ext cx="9081600" cy="5243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27" name="Google Shape;1227;p15"/>
              <p:cNvCxnSpPr/>
              <p:nvPr/>
            </p:nvCxnSpPr>
            <p:spPr>
              <a:xfrm rot="10800000" flipH="1">
                <a:off x="846950" y="376800"/>
                <a:ext cx="8531400" cy="4925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28" name="Google Shape;1228;p15"/>
              <p:cNvCxnSpPr/>
              <p:nvPr/>
            </p:nvCxnSpPr>
            <p:spPr>
              <a:xfrm rot="10800000" flipH="1">
                <a:off x="1349000" y="635275"/>
                <a:ext cx="8071500" cy="465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29" name="Google Shape;1229;p15"/>
              <p:cNvCxnSpPr/>
              <p:nvPr/>
            </p:nvCxnSpPr>
            <p:spPr>
              <a:xfrm rot="10800000" flipH="1">
                <a:off x="1864375" y="918950"/>
                <a:ext cx="7554300" cy="4361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30" name="Google Shape;1230;p15"/>
              <p:cNvCxnSpPr/>
              <p:nvPr/>
            </p:nvCxnSpPr>
            <p:spPr>
              <a:xfrm rot="10800000" flipH="1">
                <a:off x="2403950" y="1170550"/>
                <a:ext cx="7067700" cy="408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31" name="Google Shape;1231;p15"/>
              <p:cNvCxnSpPr/>
              <p:nvPr/>
            </p:nvCxnSpPr>
            <p:spPr>
              <a:xfrm rot="10800000" flipH="1">
                <a:off x="2718375" y="1495625"/>
                <a:ext cx="6679800" cy="3856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32" name="Google Shape;1232;p15"/>
              <p:cNvCxnSpPr/>
              <p:nvPr/>
            </p:nvCxnSpPr>
            <p:spPr>
              <a:xfrm rot="10800000" flipH="1">
                <a:off x="3297700" y="1822900"/>
                <a:ext cx="6023100" cy="3477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33" name="Google Shape;1233;p15"/>
              <p:cNvCxnSpPr/>
              <p:nvPr/>
            </p:nvCxnSpPr>
            <p:spPr>
              <a:xfrm rot="10800000" flipH="1">
                <a:off x="3726050" y="2104125"/>
                <a:ext cx="5597100" cy="3231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34" name="Google Shape;1234;p15"/>
              <p:cNvCxnSpPr/>
              <p:nvPr/>
            </p:nvCxnSpPr>
            <p:spPr>
              <a:xfrm rot="10800000" flipH="1">
                <a:off x="4244875" y="2361600"/>
                <a:ext cx="5121600" cy="295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35" name="Google Shape;1235;p15"/>
              <p:cNvCxnSpPr/>
              <p:nvPr/>
            </p:nvCxnSpPr>
            <p:spPr>
              <a:xfrm rot="10800000" flipH="1">
                <a:off x="4742850" y="2657525"/>
                <a:ext cx="4600200" cy="2655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36" name="Google Shape;1236;p15"/>
              <p:cNvCxnSpPr/>
              <p:nvPr/>
            </p:nvCxnSpPr>
            <p:spPr>
              <a:xfrm rot="10800000" flipH="1">
                <a:off x="5210850" y="2937150"/>
                <a:ext cx="4137300" cy="2388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37" name="Google Shape;1237;p15"/>
              <p:cNvCxnSpPr/>
              <p:nvPr/>
            </p:nvCxnSpPr>
            <p:spPr>
              <a:xfrm rot="10800000" flipH="1">
                <a:off x="5725550" y="3223700"/>
                <a:ext cx="3615300" cy="208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38" name="Google Shape;1238;p15"/>
              <p:cNvCxnSpPr/>
              <p:nvPr/>
            </p:nvCxnSpPr>
            <p:spPr>
              <a:xfrm rot="10800000" flipH="1">
                <a:off x="6217950" y="3515950"/>
                <a:ext cx="3106500" cy="1793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39" name="Google Shape;1239;p15"/>
              <p:cNvCxnSpPr/>
              <p:nvPr/>
            </p:nvCxnSpPr>
            <p:spPr>
              <a:xfrm rot="10800000" flipH="1">
                <a:off x="6716500" y="3797450"/>
                <a:ext cx="2609700" cy="1506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40" name="Google Shape;1240;p15"/>
              <p:cNvCxnSpPr/>
              <p:nvPr/>
            </p:nvCxnSpPr>
            <p:spPr>
              <a:xfrm rot="10800000" flipH="1">
                <a:off x="7199175" y="4100700"/>
                <a:ext cx="2091000" cy="1207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41" name="Google Shape;1241;p15"/>
              <p:cNvCxnSpPr/>
              <p:nvPr/>
            </p:nvCxnSpPr>
            <p:spPr>
              <a:xfrm rot="10800000" flipH="1">
                <a:off x="7718000" y="4338975"/>
                <a:ext cx="1648800" cy="951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42" name="Google Shape;1242;p15"/>
              <p:cNvCxnSpPr/>
              <p:nvPr/>
            </p:nvCxnSpPr>
            <p:spPr>
              <a:xfrm rot="10800000" flipH="1">
                <a:off x="8129050" y="4607075"/>
                <a:ext cx="1263000" cy="729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43" name="Google Shape;1243;p15"/>
              <p:cNvCxnSpPr/>
              <p:nvPr/>
            </p:nvCxnSpPr>
            <p:spPr>
              <a:xfrm rot="10800000" flipH="1">
                <a:off x="8487200" y="4879525"/>
                <a:ext cx="921600" cy="532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244" name="Google Shape;1244;p15"/>
          <p:cNvSpPr txBox="1">
            <a:spLocks noGrp="1"/>
          </p:cNvSpPr>
          <p:nvPr>
            <p:ph type="ctrTitle"/>
          </p:nvPr>
        </p:nvSpPr>
        <p:spPr>
          <a:xfrm>
            <a:off x="713225" y="1735900"/>
            <a:ext cx="3858900" cy="62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3000">
                <a:solidFill>
                  <a:srgbClr val="21212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245" name="Google Shape;1245;p15"/>
          <p:cNvSpPr txBox="1">
            <a:spLocks noGrp="1"/>
          </p:cNvSpPr>
          <p:nvPr>
            <p:ph type="subTitle" idx="1"/>
          </p:nvPr>
        </p:nvSpPr>
        <p:spPr>
          <a:xfrm>
            <a:off x="713225" y="2364200"/>
            <a:ext cx="3858900" cy="104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grpSp>
        <p:nvGrpSpPr>
          <p:cNvPr id="1246" name="Google Shape;1246;p15"/>
          <p:cNvGrpSpPr/>
          <p:nvPr/>
        </p:nvGrpSpPr>
        <p:grpSpPr>
          <a:xfrm>
            <a:off x="4091299" y="804357"/>
            <a:ext cx="5111263" cy="4704119"/>
            <a:chOff x="3133537" y="-308699"/>
            <a:chExt cx="6010422" cy="5452155"/>
          </a:xfrm>
        </p:grpSpPr>
        <p:sp>
          <p:nvSpPr>
            <p:cNvPr id="1247" name="Google Shape;1247;p15"/>
            <p:cNvSpPr/>
            <p:nvPr/>
          </p:nvSpPr>
          <p:spPr>
            <a:xfrm>
              <a:off x="3201565" y="-185790"/>
              <a:ext cx="5942394" cy="5329246"/>
            </a:xfrm>
            <a:custGeom>
              <a:avLst/>
              <a:gdLst/>
              <a:ahLst/>
              <a:cxnLst/>
              <a:rect l="l" t="t" r="r" b="b"/>
              <a:pathLst>
                <a:path w="90413" h="81084" extrusionOk="0">
                  <a:moveTo>
                    <a:pt x="90412" y="1"/>
                  </a:moveTo>
                  <a:lnTo>
                    <a:pt x="3084" y="50747"/>
                  </a:lnTo>
                  <a:cubicBezTo>
                    <a:pt x="1293" y="51801"/>
                    <a:pt x="239" y="51702"/>
                    <a:pt x="0" y="53075"/>
                  </a:cubicBezTo>
                  <a:lnTo>
                    <a:pt x="0" y="55104"/>
                  </a:lnTo>
                  <a:cubicBezTo>
                    <a:pt x="20" y="56675"/>
                    <a:pt x="1055" y="58247"/>
                    <a:pt x="3123" y="59440"/>
                  </a:cubicBezTo>
                  <a:lnTo>
                    <a:pt x="40641" y="81083"/>
                  </a:lnTo>
                  <a:lnTo>
                    <a:pt x="88642" y="81083"/>
                  </a:lnTo>
                  <a:cubicBezTo>
                    <a:pt x="89617" y="81083"/>
                    <a:pt x="90412" y="80288"/>
                    <a:pt x="90412" y="79313"/>
                  </a:cubicBezTo>
                  <a:lnTo>
                    <a:pt x="9041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15"/>
            <p:cNvSpPr/>
            <p:nvPr/>
          </p:nvSpPr>
          <p:spPr>
            <a:xfrm>
              <a:off x="3133537" y="-308699"/>
              <a:ext cx="6010420" cy="5452152"/>
            </a:xfrm>
            <a:custGeom>
              <a:avLst/>
              <a:gdLst/>
              <a:ahLst/>
              <a:cxnLst/>
              <a:rect l="l" t="t" r="r" b="b"/>
              <a:pathLst>
                <a:path w="91448" h="82954" extrusionOk="0">
                  <a:moveTo>
                    <a:pt x="91447" y="1"/>
                  </a:moveTo>
                  <a:lnTo>
                    <a:pt x="4119" y="50767"/>
                  </a:lnTo>
                  <a:cubicBezTo>
                    <a:pt x="1" y="53154"/>
                    <a:pt x="21" y="57033"/>
                    <a:pt x="4158" y="59440"/>
                  </a:cubicBezTo>
                  <a:lnTo>
                    <a:pt x="44899" y="82953"/>
                  </a:lnTo>
                  <a:lnTo>
                    <a:pt x="89677" y="82953"/>
                  </a:lnTo>
                  <a:cubicBezTo>
                    <a:pt x="90652" y="82953"/>
                    <a:pt x="91447" y="82158"/>
                    <a:pt x="91447" y="81183"/>
                  </a:cubicBezTo>
                  <a:lnTo>
                    <a:pt x="9144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49" name="Google Shape;1249;p15"/>
          <p:cNvSpPr/>
          <p:nvPr/>
        </p:nvSpPr>
        <p:spPr>
          <a:xfrm flipH="1">
            <a:off x="-262" y="4291845"/>
            <a:ext cx="1497839" cy="851712"/>
          </a:xfrm>
          <a:custGeom>
            <a:avLst/>
            <a:gdLst/>
            <a:ahLst/>
            <a:cxnLst/>
            <a:rect l="l" t="t" r="r" b="b"/>
            <a:pathLst>
              <a:path w="116586" h="66294" extrusionOk="0">
                <a:moveTo>
                  <a:pt x="116586" y="0"/>
                </a:moveTo>
                <a:lnTo>
                  <a:pt x="0" y="66294"/>
                </a:lnTo>
                <a:lnTo>
                  <a:pt x="116586" y="66294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9" name="Google Shape;1369;p17"/>
          <p:cNvGrpSpPr/>
          <p:nvPr/>
        </p:nvGrpSpPr>
        <p:grpSpPr>
          <a:xfrm>
            <a:off x="-458461" y="-321271"/>
            <a:ext cx="10059175" cy="5791575"/>
            <a:chOff x="-458461" y="-321271"/>
            <a:chExt cx="10059175" cy="5791575"/>
          </a:xfrm>
        </p:grpSpPr>
        <p:grpSp>
          <p:nvGrpSpPr>
            <p:cNvPr id="1370" name="Google Shape;1370;p17"/>
            <p:cNvGrpSpPr/>
            <p:nvPr/>
          </p:nvGrpSpPr>
          <p:grpSpPr>
            <a:xfrm flipH="1">
              <a:off x="-458461" y="-245071"/>
              <a:ext cx="9830575" cy="5715375"/>
              <a:chOff x="-358925" y="-303650"/>
              <a:chExt cx="9830575" cy="5715375"/>
            </a:xfrm>
          </p:grpSpPr>
          <p:cxnSp>
            <p:nvCxnSpPr>
              <p:cNvPr id="1371" name="Google Shape;1371;p17"/>
              <p:cNvCxnSpPr/>
              <p:nvPr/>
            </p:nvCxnSpPr>
            <p:spPr>
              <a:xfrm rot="10800000" flipH="1">
                <a:off x="-282200" y="-303650"/>
                <a:ext cx="1052400" cy="607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72" name="Google Shape;1372;p17"/>
              <p:cNvCxnSpPr/>
              <p:nvPr/>
            </p:nvCxnSpPr>
            <p:spPr>
              <a:xfrm rot="10800000" flipH="1">
                <a:off x="-281950" y="-236675"/>
                <a:ext cx="1425600" cy="822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73" name="Google Shape;1373;p17"/>
              <p:cNvCxnSpPr/>
              <p:nvPr/>
            </p:nvCxnSpPr>
            <p:spPr>
              <a:xfrm rot="10800000" flipH="1">
                <a:off x="-358925" y="-155350"/>
                <a:ext cx="1851000" cy="1068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74" name="Google Shape;1374;p17"/>
              <p:cNvCxnSpPr/>
              <p:nvPr/>
            </p:nvCxnSpPr>
            <p:spPr>
              <a:xfrm rot="10800000" flipH="1">
                <a:off x="-267650" y="-115750"/>
                <a:ext cx="2180400" cy="125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75" name="Google Shape;1375;p17"/>
              <p:cNvCxnSpPr/>
              <p:nvPr/>
            </p:nvCxnSpPr>
            <p:spPr>
              <a:xfrm rot="10800000" flipH="1">
                <a:off x="-229800" y="-86050"/>
                <a:ext cx="2580300" cy="1489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76" name="Google Shape;1376;p17"/>
              <p:cNvCxnSpPr/>
              <p:nvPr/>
            </p:nvCxnSpPr>
            <p:spPr>
              <a:xfrm rot="10800000" flipH="1">
                <a:off x="-212775" y="-127750"/>
                <a:ext cx="3125100" cy="1804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77" name="Google Shape;1377;p17"/>
              <p:cNvCxnSpPr/>
              <p:nvPr/>
            </p:nvCxnSpPr>
            <p:spPr>
              <a:xfrm rot="10800000" flipH="1">
                <a:off x="-180475" y="-165575"/>
                <a:ext cx="3648000" cy="210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78" name="Google Shape;1378;p17"/>
              <p:cNvCxnSpPr/>
              <p:nvPr/>
            </p:nvCxnSpPr>
            <p:spPr>
              <a:xfrm rot="10800000" flipH="1">
                <a:off x="-227000" y="-146700"/>
                <a:ext cx="4150500" cy="2396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79" name="Google Shape;1379;p17"/>
              <p:cNvCxnSpPr/>
              <p:nvPr/>
            </p:nvCxnSpPr>
            <p:spPr>
              <a:xfrm rot="10800000" flipH="1">
                <a:off x="-285775" y="-133000"/>
                <a:ext cx="4675200" cy="2699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80" name="Google Shape;1380;p17"/>
              <p:cNvCxnSpPr/>
              <p:nvPr/>
            </p:nvCxnSpPr>
            <p:spPr>
              <a:xfrm rot="10800000" flipH="1">
                <a:off x="-254975" y="-209000"/>
                <a:ext cx="5265600" cy="303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81" name="Google Shape;1381;p17"/>
              <p:cNvCxnSpPr/>
              <p:nvPr/>
            </p:nvCxnSpPr>
            <p:spPr>
              <a:xfrm rot="10800000" flipH="1">
                <a:off x="-230325" y="-171400"/>
                <a:ext cx="5665200" cy="327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82" name="Google Shape;1382;p17"/>
              <p:cNvCxnSpPr/>
              <p:nvPr/>
            </p:nvCxnSpPr>
            <p:spPr>
              <a:xfrm rot="10800000" flipH="1">
                <a:off x="-203625" y="-162575"/>
                <a:ext cx="6111900" cy="3528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83" name="Google Shape;1383;p17"/>
              <p:cNvCxnSpPr/>
              <p:nvPr/>
            </p:nvCxnSpPr>
            <p:spPr>
              <a:xfrm rot="10800000" flipH="1">
                <a:off x="-212500" y="-179425"/>
                <a:ext cx="6639600" cy="3833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84" name="Google Shape;1384;p17"/>
              <p:cNvCxnSpPr/>
              <p:nvPr/>
            </p:nvCxnSpPr>
            <p:spPr>
              <a:xfrm rot="10800000" flipH="1">
                <a:off x="-237200" y="-171550"/>
                <a:ext cx="7140000" cy="4122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85" name="Google Shape;1385;p17"/>
              <p:cNvCxnSpPr/>
              <p:nvPr/>
            </p:nvCxnSpPr>
            <p:spPr>
              <a:xfrm rot="10800000" flipH="1">
                <a:off x="-208450" y="-169925"/>
                <a:ext cx="7598100" cy="4386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86" name="Google Shape;1386;p17"/>
              <p:cNvCxnSpPr/>
              <p:nvPr/>
            </p:nvCxnSpPr>
            <p:spPr>
              <a:xfrm rot="10800000" flipH="1">
                <a:off x="-126875" y="-166100"/>
                <a:ext cx="7999200" cy="4618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87" name="Google Shape;1387;p17"/>
              <p:cNvCxnSpPr/>
              <p:nvPr/>
            </p:nvCxnSpPr>
            <p:spPr>
              <a:xfrm rot="10800000" flipH="1">
                <a:off x="-175950" y="-237725"/>
                <a:ext cx="8661600" cy="500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88" name="Google Shape;1388;p17"/>
              <p:cNvCxnSpPr/>
              <p:nvPr/>
            </p:nvCxnSpPr>
            <p:spPr>
              <a:xfrm rot="10800000" flipH="1">
                <a:off x="-230050" y="-244075"/>
                <a:ext cx="9215700" cy="5320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89" name="Google Shape;1389;p17"/>
              <p:cNvCxnSpPr/>
              <p:nvPr/>
            </p:nvCxnSpPr>
            <p:spPr>
              <a:xfrm rot="10800000" flipH="1">
                <a:off x="-150500" y="-149375"/>
                <a:ext cx="9462000" cy="5462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90" name="Google Shape;1390;p17"/>
              <p:cNvCxnSpPr/>
              <p:nvPr/>
            </p:nvCxnSpPr>
            <p:spPr>
              <a:xfrm rot="10800000" flipH="1">
                <a:off x="277300" y="105750"/>
                <a:ext cx="9081600" cy="5243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91" name="Google Shape;1391;p17"/>
              <p:cNvCxnSpPr/>
              <p:nvPr/>
            </p:nvCxnSpPr>
            <p:spPr>
              <a:xfrm rot="10800000" flipH="1">
                <a:off x="846950" y="376800"/>
                <a:ext cx="8531400" cy="4925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92" name="Google Shape;1392;p17"/>
              <p:cNvCxnSpPr/>
              <p:nvPr/>
            </p:nvCxnSpPr>
            <p:spPr>
              <a:xfrm rot="10800000" flipH="1">
                <a:off x="1349000" y="635275"/>
                <a:ext cx="8071500" cy="465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93" name="Google Shape;1393;p17"/>
              <p:cNvCxnSpPr/>
              <p:nvPr/>
            </p:nvCxnSpPr>
            <p:spPr>
              <a:xfrm rot="10800000" flipH="1">
                <a:off x="1864375" y="918950"/>
                <a:ext cx="7554300" cy="4361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94" name="Google Shape;1394;p17"/>
              <p:cNvCxnSpPr/>
              <p:nvPr/>
            </p:nvCxnSpPr>
            <p:spPr>
              <a:xfrm rot="10800000" flipH="1">
                <a:off x="2403950" y="1170550"/>
                <a:ext cx="7067700" cy="408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95" name="Google Shape;1395;p17"/>
              <p:cNvCxnSpPr/>
              <p:nvPr/>
            </p:nvCxnSpPr>
            <p:spPr>
              <a:xfrm rot="10800000" flipH="1">
                <a:off x="2718375" y="1495625"/>
                <a:ext cx="6679800" cy="3856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96" name="Google Shape;1396;p17"/>
              <p:cNvCxnSpPr/>
              <p:nvPr/>
            </p:nvCxnSpPr>
            <p:spPr>
              <a:xfrm rot="10800000" flipH="1">
                <a:off x="3297700" y="1822900"/>
                <a:ext cx="6023100" cy="3477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97" name="Google Shape;1397;p17"/>
              <p:cNvCxnSpPr/>
              <p:nvPr/>
            </p:nvCxnSpPr>
            <p:spPr>
              <a:xfrm rot="10800000" flipH="1">
                <a:off x="3726050" y="2104125"/>
                <a:ext cx="5597100" cy="3231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98" name="Google Shape;1398;p17"/>
              <p:cNvCxnSpPr/>
              <p:nvPr/>
            </p:nvCxnSpPr>
            <p:spPr>
              <a:xfrm rot="10800000" flipH="1">
                <a:off x="4244875" y="2361600"/>
                <a:ext cx="5121600" cy="295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99" name="Google Shape;1399;p17"/>
              <p:cNvCxnSpPr/>
              <p:nvPr/>
            </p:nvCxnSpPr>
            <p:spPr>
              <a:xfrm rot="10800000" flipH="1">
                <a:off x="4742850" y="2657525"/>
                <a:ext cx="4600200" cy="2655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00" name="Google Shape;1400;p17"/>
              <p:cNvCxnSpPr/>
              <p:nvPr/>
            </p:nvCxnSpPr>
            <p:spPr>
              <a:xfrm rot="10800000" flipH="1">
                <a:off x="5210850" y="2937150"/>
                <a:ext cx="4137300" cy="2388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01" name="Google Shape;1401;p17"/>
              <p:cNvCxnSpPr/>
              <p:nvPr/>
            </p:nvCxnSpPr>
            <p:spPr>
              <a:xfrm rot="10800000" flipH="1">
                <a:off x="5725550" y="3223700"/>
                <a:ext cx="3615300" cy="208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02" name="Google Shape;1402;p17"/>
              <p:cNvCxnSpPr/>
              <p:nvPr/>
            </p:nvCxnSpPr>
            <p:spPr>
              <a:xfrm rot="10800000" flipH="1">
                <a:off x="6217950" y="3515950"/>
                <a:ext cx="3106500" cy="1793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03" name="Google Shape;1403;p17"/>
              <p:cNvCxnSpPr/>
              <p:nvPr/>
            </p:nvCxnSpPr>
            <p:spPr>
              <a:xfrm rot="10800000" flipH="1">
                <a:off x="6716500" y="3797450"/>
                <a:ext cx="2609700" cy="1506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04" name="Google Shape;1404;p17"/>
              <p:cNvCxnSpPr/>
              <p:nvPr/>
            </p:nvCxnSpPr>
            <p:spPr>
              <a:xfrm rot="10800000" flipH="1">
                <a:off x="7199175" y="4100700"/>
                <a:ext cx="2091000" cy="1207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05" name="Google Shape;1405;p17"/>
              <p:cNvCxnSpPr/>
              <p:nvPr/>
            </p:nvCxnSpPr>
            <p:spPr>
              <a:xfrm rot="10800000" flipH="1">
                <a:off x="7718000" y="4338975"/>
                <a:ext cx="1648800" cy="951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06" name="Google Shape;1406;p17"/>
              <p:cNvCxnSpPr/>
              <p:nvPr/>
            </p:nvCxnSpPr>
            <p:spPr>
              <a:xfrm rot="10800000" flipH="1">
                <a:off x="8129050" y="4607075"/>
                <a:ext cx="1263000" cy="729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07" name="Google Shape;1407;p17"/>
              <p:cNvCxnSpPr/>
              <p:nvPr/>
            </p:nvCxnSpPr>
            <p:spPr>
              <a:xfrm rot="10800000" flipH="1">
                <a:off x="8487200" y="4879525"/>
                <a:ext cx="921600" cy="532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408" name="Google Shape;1408;p17"/>
            <p:cNvGrpSpPr/>
            <p:nvPr/>
          </p:nvGrpSpPr>
          <p:grpSpPr>
            <a:xfrm rot="10800000">
              <a:off x="-229861" y="-321271"/>
              <a:ext cx="9830575" cy="5715375"/>
              <a:chOff x="-358925" y="-303650"/>
              <a:chExt cx="9830575" cy="5715375"/>
            </a:xfrm>
          </p:grpSpPr>
          <p:cxnSp>
            <p:nvCxnSpPr>
              <p:cNvPr id="1409" name="Google Shape;1409;p17"/>
              <p:cNvCxnSpPr/>
              <p:nvPr/>
            </p:nvCxnSpPr>
            <p:spPr>
              <a:xfrm rot="10800000" flipH="1">
                <a:off x="-282200" y="-303650"/>
                <a:ext cx="1052400" cy="607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10" name="Google Shape;1410;p17"/>
              <p:cNvCxnSpPr/>
              <p:nvPr/>
            </p:nvCxnSpPr>
            <p:spPr>
              <a:xfrm rot="10800000" flipH="1">
                <a:off x="-281950" y="-236675"/>
                <a:ext cx="1425600" cy="822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11" name="Google Shape;1411;p17"/>
              <p:cNvCxnSpPr/>
              <p:nvPr/>
            </p:nvCxnSpPr>
            <p:spPr>
              <a:xfrm rot="10800000" flipH="1">
                <a:off x="-358925" y="-155350"/>
                <a:ext cx="1851000" cy="1068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12" name="Google Shape;1412;p17"/>
              <p:cNvCxnSpPr/>
              <p:nvPr/>
            </p:nvCxnSpPr>
            <p:spPr>
              <a:xfrm rot="10800000" flipH="1">
                <a:off x="-267650" y="-115750"/>
                <a:ext cx="2180400" cy="125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13" name="Google Shape;1413;p17"/>
              <p:cNvCxnSpPr/>
              <p:nvPr/>
            </p:nvCxnSpPr>
            <p:spPr>
              <a:xfrm rot="10800000" flipH="1">
                <a:off x="-229800" y="-86050"/>
                <a:ext cx="2580300" cy="1489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14" name="Google Shape;1414;p17"/>
              <p:cNvCxnSpPr/>
              <p:nvPr/>
            </p:nvCxnSpPr>
            <p:spPr>
              <a:xfrm rot="10800000" flipH="1">
                <a:off x="-212775" y="-127750"/>
                <a:ext cx="3125100" cy="1804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15" name="Google Shape;1415;p17"/>
              <p:cNvCxnSpPr/>
              <p:nvPr/>
            </p:nvCxnSpPr>
            <p:spPr>
              <a:xfrm rot="10800000" flipH="1">
                <a:off x="-180475" y="-165575"/>
                <a:ext cx="3648000" cy="210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16" name="Google Shape;1416;p17"/>
              <p:cNvCxnSpPr/>
              <p:nvPr/>
            </p:nvCxnSpPr>
            <p:spPr>
              <a:xfrm rot="10800000" flipH="1">
                <a:off x="-227000" y="-146700"/>
                <a:ext cx="4150500" cy="2396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17" name="Google Shape;1417;p17"/>
              <p:cNvCxnSpPr/>
              <p:nvPr/>
            </p:nvCxnSpPr>
            <p:spPr>
              <a:xfrm rot="10800000" flipH="1">
                <a:off x="-285775" y="-133000"/>
                <a:ext cx="4675200" cy="2699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18" name="Google Shape;1418;p17"/>
              <p:cNvCxnSpPr/>
              <p:nvPr/>
            </p:nvCxnSpPr>
            <p:spPr>
              <a:xfrm rot="10800000" flipH="1">
                <a:off x="-254975" y="-209000"/>
                <a:ext cx="5265600" cy="303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19" name="Google Shape;1419;p17"/>
              <p:cNvCxnSpPr/>
              <p:nvPr/>
            </p:nvCxnSpPr>
            <p:spPr>
              <a:xfrm rot="10800000" flipH="1">
                <a:off x="-230325" y="-171400"/>
                <a:ext cx="5665200" cy="327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20" name="Google Shape;1420;p17"/>
              <p:cNvCxnSpPr/>
              <p:nvPr/>
            </p:nvCxnSpPr>
            <p:spPr>
              <a:xfrm rot="10800000" flipH="1">
                <a:off x="-203625" y="-162575"/>
                <a:ext cx="6111900" cy="3528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21" name="Google Shape;1421;p17"/>
              <p:cNvCxnSpPr/>
              <p:nvPr/>
            </p:nvCxnSpPr>
            <p:spPr>
              <a:xfrm rot="10800000" flipH="1">
                <a:off x="-212500" y="-179425"/>
                <a:ext cx="6639600" cy="3833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22" name="Google Shape;1422;p17"/>
              <p:cNvCxnSpPr/>
              <p:nvPr/>
            </p:nvCxnSpPr>
            <p:spPr>
              <a:xfrm rot="10800000" flipH="1">
                <a:off x="-237200" y="-171550"/>
                <a:ext cx="7140000" cy="4122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23" name="Google Shape;1423;p17"/>
              <p:cNvCxnSpPr/>
              <p:nvPr/>
            </p:nvCxnSpPr>
            <p:spPr>
              <a:xfrm rot="10800000" flipH="1">
                <a:off x="-208450" y="-169925"/>
                <a:ext cx="7598100" cy="4386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24" name="Google Shape;1424;p17"/>
              <p:cNvCxnSpPr/>
              <p:nvPr/>
            </p:nvCxnSpPr>
            <p:spPr>
              <a:xfrm rot="10800000" flipH="1">
                <a:off x="-126875" y="-166100"/>
                <a:ext cx="7999200" cy="4618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25" name="Google Shape;1425;p17"/>
              <p:cNvCxnSpPr/>
              <p:nvPr/>
            </p:nvCxnSpPr>
            <p:spPr>
              <a:xfrm rot="10800000" flipH="1">
                <a:off x="-175950" y="-237725"/>
                <a:ext cx="8661600" cy="500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26" name="Google Shape;1426;p17"/>
              <p:cNvCxnSpPr/>
              <p:nvPr/>
            </p:nvCxnSpPr>
            <p:spPr>
              <a:xfrm rot="10800000" flipH="1">
                <a:off x="-230050" y="-244075"/>
                <a:ext cx="9215700" cy="5320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27" name="Google Shape;1427;p17"/>
              <p:cNvCxnSpPr/>
              <p:nvPr/>
            </p:nvCxnSpPr>
            <p:spPr>
              <a:xfrm rot="10800000" flipH="1">
                <a:off x="-150500" y="-149375"/>
                <a:ext cx="9462000" cy="5462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28" name="Google Shape;1428;p17"/>
              <p:cNvCxnSpPr/>
              <p:nvPr/>
            </p:nvCxnSpPr>
            <p:spPr>
              <a:xfrm rot="10800000" flipH="1">
                <a:off x="277300" y="105750"/>
                <a:ext cx="9081600" cy="5243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29" name="Google Shape;1429;p17"/>
              <p:cNvCxnSpPr/>
              <p:nvPr/>
            </p:nvCxnSpPr>
            <p:spPr>
              <a:xfrm rot="10800000" flipH="1">
                <a:off x="846950" y="376800"/>
                <a:ext cx="8531400" cy="4925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30" name="Google Shape;1430;p17"/>
              <p:cNvCxnSpPr/>
              <p:nvPr/>
            </p:nvCxnSpPr>
            <p:spPr>
              <a:xfrm rot="10800000" flipH="1">
                <a:off x="1349000" y="635275"/>
                <a:ext cx="8071500" cy="465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31" name="Google Shape;1431;p17"/>
              <p:cNvCxnSpPr/>
              <p:nvPr/>
            </p:nvCxnSpPr>
            <p:spPr>
              <a:xfrm rot="10800000" flipH="1">
                <a:off x="1864375" y="918950"/>
                <a:ext cx="7554300" cy="4361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32" name="Google Shape;1432;p17"/>
              <p:cNvCxnSpPr/>
              <p:nvPr/>
            </p:nvCxnSpPr>
            <p:spPr>
              <a:xfrm rot="10800000" flipH="1">
                <a:off x="2403950" y="1170550"/>
                <a:ext cx="7067700" cy="408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33" name="Google Shape;1433;p17"/>
              <p:cNvCxnSpPr/>
              <p:nvPr/>
            </p:nvCxnSpPr>
            <p:spPr>
              <a:xfrm rot="10800000" flipH="1">
                <a:off x="2718375" y="1495625"/>
                <a:ext cx="6679800" cy="3856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34" name="Google Shape;1434;p17"/>
              <p:cNvCxnSpPr/>
              <p:nvPr/>
            </p:nvCxnSpPr>
            <p:spPr>
              <a:xfrm rot="10800000" flipH="1">
                <a:off x="3297700" y="1822900"/>
                <a:ext cx="6023100" cy="3477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35" name="Google Shape;1435;p17"/>
              <p:cNvCxnSpPr/>
              <p:nvPr/>
            </p:nvCxnSpPr>
            <p:spPr>
              <a:xfrm rot="10800000" flipH="1">
                <a:off x="3726050" y="2104125"/>
                <a:ext cx="5597100" cy="3231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36" name="Google Shape;1436;p17"/>
              <p:cNvCxnSpPr/>
              <p:nvPr/>
            </p:nvCxnSpPr>
            <p:spPr>
              <a:xfrm rot="10800000" flipH="1">
                <a:off x="4244875" y="2361600"/>
                <a:ext cx="5121600" cy="295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37" name="Google Shape;1437;p17"/>
              <p:cNvCxnSpPr/>
              <p:nvPr/>
            </p:nvCxnSpPr>
            <p:spPr>
              <a:xfrm rot="10800000" flipH="1">
                <a:off x="4742850" y="2657525"/>
                <a:ext cx="4600200" cy="2655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38" name="Google Shape;1438;p17"/>
              <p:cNvCxnSpPr/>
              <p:nvPr/>
            </p:nvCxnSpPr>
            <p:spPr>
              <a:xfrm rot="10800000" flipH="1">
                <a:off x="5210850" y="2937150"/>
                <a:ext cx="4137300" cy="2388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39" name="Google Shape;1439;p17"/>
              <p:cNvCxnSpPr/>
              <p:nvPr/>
            </p:nvCxnSpPr>
            <p:spPr>
              <a:xfrm rot="10800000" flipH="1">
                <a:off x="5725550" y="3223700"/>
                <a:ext cx="3615300" cy="208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40" name="Google Shape;1440;p17"/>
              <p:cNvCxnSpPr/>
              <p:nvPr/>
            </p:nvCxnSpPr>
            <p:spPr>
              <a:xfrm rot="10800000" flipH="1">
                <a:off x="6217950" y="3515950"/>
                <a:ext cx="3106500" cy="1793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41" name="Google Shape;1441;p17"/>
              <p:cNvCxnSpPr/>
              <p:nvPr/>
            </p:nvCxnSpPr>
            <p:spPr>
              <a:xfrm rot="10800000" flipH="1">
                <a:off x="6716500" y="3797450"/>
                <a:ext cx="2609700" cy="1506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42" name="Google Shape;1442;p17"/>
              <p:cNvCxnSpPr/>
              <p:nvPr/>
            </p:nvCxnSpPr>
            <p:spPr>
              <a:xfrm rot="10800000" flipH="1">
                <a:off x="7199175" y="4100700"/>
                <a:ext cx="2091000" cy="1207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43" name="Google Shape;1443;p17"/>
              <p:cNvCxnSpPr/>
              <p:nvPr/>
            </p:nvCxnSpPr>
            <p:spPr>
              <a:xfrm rot="10800000" flipH="1">
                <a:off x="7718000" y="4338975"/>
                <a:ext cx="1648800" cy="951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44" name="Google Shape;1444;p17"/>
              <p:cNvCxnSpPr/>
              <p:nvPr/>
            </p:nvCxnSpPr>
            <p:spPr>
              <a:xfrm rot="10800000" flipH="1">
                <a:off x="8129050" y="4607075"/>
                <a:ext cx="1263000" cy="729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45" name="Google Shape;1445;p17"/>
              <p:cNvCxnSpPr/>
              <p:nvPr/>
            </p:nvCxnSpPr>
            <p:spPr>
              <a:xfrm rot="10800000" flipH="1">
                <a:off x="8487200" y="4879525"/>
                <a:ext cx="921600" cy="532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446" name="Google Shape;1446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447" name="Google Shape;1447;p17"/>
          <p:cNvSpPr txBox="1">
            <a:spLocks noGrp="1"/>
          </p:cNvSpPr>
          <p:nvPr>
            <p:ph type="ctrTitle" idx="2"/>
          </p:nvPr>
        </p:nvSpPr>
        <p:spPr>
          <a:xfrm>
            <a:off x="1766975" y="1920386"/>
            <a:ext cx="2414100" cy="31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448" name="Google Shape;1448;p17"/>
          <p:cNvSpPr txBox="1">
            <a:spLocks noGrp="1"/>
          </p:cNvSpPr>
          <p:nvPr>
            <p:ph type="subTitle" idx="1"/>
          </p:nvPr>
        </p:nvSpPr>
        <p:spPr>
          <a:xfrm>
            <a:off x="1766975" y="2257277"/>
            <a:ext cx="2414100" cy="84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449" name="Google Shape;1449;p17"/>
          <p:cNvSpPr txBox="1">
            <a:spLocks noGrp="1"/>
          </p:cNvSpPr>
          <p:nvPr>
            <p:ph type="ctrTitle" idx="3"/>
          </p:nvPr>
        </p:nvSpPr>
        <p:spPr>
          <a:xfrm>
            <a:off x="5725236" y="1920386"/>
            <a:ext cx="2414100" cy="31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450" name="Google Shape;1450;p17"/>
          <p:cNvSpPr txBox="1">
            <a:spLocks noGrp="1"/>
          </p:cNvSpPr>
          <p:nvPr>
            <p:ph type="subTitle" idx="4"/>
          </p:nvPr>
        </p:nvSpPr>
        <p:spPr>
          <a:xfrm>
            <a:off x="5725225" y="2257277"/>
            <a:ext cx="2414100" cy="84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451" name="Google Shape;1451;p17"/>
          <p:cNvSpPr txBox="1">
            <a:spLocks noGrp="1"/>
          </p:cNvSpPr>
          <p:nvPr>
            <p:ph type="ctrTitle" idx="5"/>
          </p:nvPr>
        </p:nvSpPr>
        <p:spPr>
          <a:xfrm>
            <a:off x="3746095" y="3276613"/>
            <a:ext cx="2414100" cy="31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452" name="Google Shape;1452;p17"/>
          <p:cNvSpPr txBox="1">
            <a:spLocks noGrp="1"/>
          </p:cNvSpPr>
          <p:nvPr>
            <p:ph type="subTitle" idx="6"/>
          </p:nvPr>
        </p:nvSpPr>
        <p:spPr>
          <a:xfrm>
            <a:off x="3746100" y="3613500"/>
            <a:ext cx="2414100" cy="84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grpSp>
        <p:nvGrpSpPr>
          <p:cNvPr id="1453" name="Google Shape;1453;p17"/>
          <p:cNvGrpSpPr/>
          <p:nvPr/>
        </p:nvGrpSpPr>
        <p:grpSpPr>
          <a:xfrm flipH="1">
            <a:off x="-1114332" y="1731435"/>
            <a:ext cx="4017967" cy="3644766"/>
            <a:chOff x="3166062" y="1034326"/>
            <a:chExt cx="6010422" cy="5452155"/>
          </a:xfrm>
        </p:grpSpPr>
        <p:sp>
          <p:nvSpPr>
            <p:cNvPr id="1454" name="Google Shape;1454;p17"/>
            <p:cNvSpPr/>
            <p:nvPr/>
          </p:nvSpPr>
          <p:spPr>
            <a:xfrm>
              <a:off x="3234090" y="1157235"/>
              <a:ext cx="5942394" cy="5329246"/>
            </a:xfrm>
            <a:custGeom>
              <a:avLst/>
              <a:gdLst/>
              <a:ahLst/>
              <a:cxnLst/>
              <a:rect l="l" t="t" r="r" b="b"/>
              <a:pathLst>
                <a:path w="90413" h="81084" extrusionOk="0">
                  <a:moveTo>
                    <a:pt x="90412" y="1"/>
                  </a:moveTo>
                  <a:lnTo>
                    <a:pt x="3084" y="50747"/>
                  </a:lnTo>
                  <a:cubicBezTo>
                    <a:pt x="1293" y="51801"/>
                    <a:pt x="239" y="51702"/>
                    <a:pt x="0" y="53075"/>
                  </a:cubicBezTo>
                  <a:lnTo>
                    <a:pt x="0" y="55104"/>
                  </a:lnTo>
                  <a:cubicBezTo>
                    <a:pt x="20" y="56675"/>
                    <a:pt x="1055" y="58247"/>
                    <a:pt x="3123" y="59440"/>
                  </a:cubicBezTo>
                  <a:lnTo>
                    <a:pt x="40641" y="81083"/>
                  </a:lnTo>
                  <a:lnTo>
                    <a:pt x="88642" y="81083"/>
                  </a:lnTo>
                  <a:cubicBezTo>
                    <a:pt x="89617" y="81083"/>
                    <a:pt x="90412" y="80288"/>
                    <a:pt x="90412" y="79313"/>
                  </a:cubicBezTo>
                  <a:lnTo>
                    <a:pt x="9041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17"/>
            <p:cNvSpPr/>
            <p:nvPr/>
          </p:nvSpPr>
          <p:spPr>
            <a:xfrm>
              <a:off x="3166062" y="1034326"/>
              <a:ext cx="6010420" cy="5452152"/>
            </a:xfrm>
            <a:custGeom>
              <a:avLst/>
              <a:gdLst/>
              <a:ahLst/>
              <a:cxnLst/>
              <a:rect l="l" t="t" r="r" b="b"/>
              <a:pathLst>
                <a:path w="91448" h="82954" extrusionOk="0">
                  <a:moveTo>
                    <a:pt x="91447" y="1"/>
                  </a:moveTo>
                  <a:lnTo>
                    <a:pt x="4119" y="50767"/>
                  </a:lnTo>
                  <a:cubicBezTo>
                    <a:pt x="1" y="53154"/>
                    <a:pt x="21" y="57033"/>
                    <a:pt x="4158" y="59440"/>
                  </a:cubicBezTo>
                  <a:lnTo>
                    <a:pt x="44899" y="82953"/>
                  </a:lnTo>
                  <a:lnTo>
                    <a:pt x="89677" y="82953"/>
                  </a:lnTo>
                  <a:cubicBezTo>
                    <a:pt x="90652" y="82953"/>
                    <a:pt x="91447" y="82158"/>
                    <a:pt x="91447" y="81183"/>
                  </a:cubicBezTo>
                  <a:lnTo>
                    <a:pt x="9144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1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01" name="Google Shape;1901;p22"/>
          <p:cNvGrpSpPr/>
          <p:nvPr/>
        </p:nvGrpSpPr>
        <p:grpSpPr>
          <a:xfrm>
            <a:off x="-458461" y="-321271"/>
            <a:ext cx="10059175" cy="5791575"/>
            <a:chOff x="-458461" y="-321271"/>
            <a:chExt cx="10059175" cy="5791575"/>
          </a:xfrm>
        </p:grpSpPr>
        <p:grpSp>
          <p:nvGrpSpPr>
            <p:cNvPr id="1902" name="Google Shape;1902;p22"/>
            <p:cNvGrpSpPr/>
            <p:nvPr/>
          </p:nvGrpSpPr>
          <p:grpSpPr>
            <a:xfrm flipH="1">
              <a:off x="-458461" y="-245071"/>
              <a:ext cx="9830575" cy="5715375"/>
              <a:chOff x="-358925" y="-303650"/>
              <a:chExt cx="9830575" cy="5715375"/>
            </a:xfrm>
          </p:grpSpPr>
          <p:cxnSp>
            <p:nvCxnSpPr>
              <p:cNvPr id="1903" name="Google Shape;1903;p22"/>
              <p:cNvCxnSpPr/>
              <p:nvPr/>
            </p:nvCxnSpPr>
            <p:spPr>
              <a:xfrm rot="10800000" flipH="1">
                <a:off x="-282200" y="-303650"/>
                <a:ext cx="1052400" cy="607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04" name="Google Shape;1904;p22"/>
              <p:cNvCxnSpPr/>
              <p:nvPr/>
            </p:nvCxnSpPr>
            <p:spPr>
              <a:xfrm rot="10800000" flipH="1">
                <a:off x="-281950" y="-236675"/>
                <a:ext cx="1425600" cy="822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05" name="Google Shape;1905;p22"/>
              <p:cNvCxnSpPr/>
              <p:nvPr/>
            </p:nvCxnSpPr>
            <p:spPr>
              <a:xfrm rot="10800000" flipH="1">
                <a:off x="-358925" y="-155350"/>
                <a:ext cx="1851000" cy="1068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06" name="Google Shape;1906;p22"/>
              <p:cNvCxnSpPr/>
              <p:nvPr/>
            </p:nvCxnSpPr>
            <p:spPr>
              <a:xfrm rot="10800000" flipH="1">
                <a:off x="-267650" y="-115750"/>
                <a:ext cx="2180400" cy="125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07" name="Google Shape;1907;p22"/>
              <p:cNvCxnSpPr/>
              <p:nvPr/>
            </p:nvCxnSpPr>
            <p:spPr>
              <a:xfrm rot="10800000" flipH="1">
                <a:off x="-229800" y="-86050"/>
                <a:ext cx="2580300" cy="1489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08" name="Google Shape;1908;p22"/>
              <p:cNvCxnSpPr/>
              <p:nvPr/>
            </p:nvCxnSpPr>
            <p:spPr>
              <a:xfrm rot="10800000" flipH="1">
                <a:off x="-212775" y="-127750"/>
                <a:ext cx="3125100" cy="1804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09" name="Google Shape;1909;p22"/>
              <p:cNvCxnSpPr/>
              <p:nvPr/>
            </p:nvCxnSpPr>
            <p:spPr>
              <a:xfrm rot="10800000" flipH="1">
                <a:off x="-180475" y="-165575"/>
                <a:ext cx="3648000" cy="210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10" name="Google Shape;1910;p22"/>
              <p:cNvCxnSpPr/>
              <p:nvPr/>
            </p:nvCxnSpPr>
            <p:spPr>
              <a:xfrm rot="10800000" flipH="1">
                <a:off x="-227000" y="-146700"/>
                <a:ext cx="4150500" cy="2396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11" name="Google Shape;1911;p22"/>
              <p:cNvCxnSpPr/>
              <p:nvPr/>
            </p:nvCxnSpPr>
            <p:spPr>
              <a:xfrm rot="10800000" flipH="1">
                <a:off x="-285775" y="-133000"/>
                <a:ext cx="4675200" cy="2699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12" name="Google Shape;1912;p22"/>
              <p:cNvCxnSpPr/>
              <p:nvPr/>
            </p:nvCxnSpPr>
            <p:spPr>
              <a:xfrm rot="10800000" flipH="1">
                <a:off x="-254975" y="-209000"/>
                <a:ext cx="5265600" cy="303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13" name="Google Shape;1913;p22"/>
              <p:cNvCxnSpPr/>
              <p:nvPr/>
            </p:nvCxnSpPr>
            <p:spPr>
              <a:xfrm rot="10800000" flipH="1">
                <a:off x="-230325" y="-171400"/>
                <a:ext cx="5665200" cy="327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14" name="Google Shape;1914;p22"/>
              <p:cNvCxnSpPr/>
              <p:nvPr/>
            </p:nvCxnSpPr>
            <p:spPr>
              <a:xfrm rot="10800000" flipH="1">
                <a:off x="-203625" y="-162575"/>
                <a:ext cx="6111900" cy="3528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15" name="Google Shape;1915;p22"/>
              <p:cNvCxnSpPr/>
              <p:nvPr/>
            </p:nvCxnSpPr>
            <p:spPr>
              <a:xfrm rot="10800000" flipH="1">
                <a:off x="-212500" y="-179425"/>
                <a:ext cx="6639600" cy="3833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16" name="Google Shape;1916;p22"/>
              <p:cNvCxnSpPr/>
              <p:nvPr/>
            </p:nvCxnSpPr>
            <p:spPr>
              <a:xfrm rot="10800000" flipH="1">
                <a:off x="-237200" y="-171550"/>
                <a:ext cx="7140000" cy="4122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17" name="Google Shape;1917;p22"/>
              <p:cNvCxnSpPr/>
              <p:nvPr/>
            </p:nvCxnSpPr>
            <p:spPr>
              <a:xfrm rot="10800000" flipH="1">
                <a:off x="-208450" y="-169925"/>
                <a:ext cx="7598100" cy="4386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18" name="Google Shape;1918;p22"/>
              <p:cNvCxnSpPr/>
              <p:nvPr/>
            </p:nvCxnSpPr>
            <p:spPr>
              <a:xfrm rot="10800000" flipH="1">
                <a:off x="-126875" y="-166100"/>
                <a:ext cx="7999200" cy="4618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19" name="Google Shape;1919;p22"/>
              <p:cNvCxnSpPr/>
              <p:nvPr/>
            </p:nvCxnSpPr>
            <p:spPr>
              <a:xfrm rot="10800000" flipH="1">
                <a:off x="-175950" y="-237725"/>
                <a:ext cx="8661600" cy="500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20" name="Google Shape;1920;p22"/>
              <p:cNvCxnSpPr/>
              <p:nvPr/>
            </p:nvCxnSpPr>
            <p:spPr>
              <a:xfrm rot="10800000" flipH="1">
                <a:off x="-230050" y="-244075"/>
                <a:ext cx="9215700" cy="5320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21" name="Google Shape;1921;p22"/>
              <p:cNvCxnSpPr/>
              <p:nvPr/>
            </p:nvCxnSpPr>
            <p:spPr>
              <a:xfrm rot="10800000" flipH="1">
                <a:off x="-150500" y="-149375"/>
                <a:ext cx="9462000" cy="5462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22" name="Google Shape;1922;p22"/>
              <p:cNvCxnSpPr/>
              <p:nvPr/>
            </p:nvCxnSpPr>
            <p:spPr>
              <a:xfrm rot="10800000" flipH="1">
                <a:off x="277300" y="105750"/>
                <a:ext cx="9081600" cy="5243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23" name="Google Shape;1923;p22"/>
              <p:cNvCxnSpPr/>
              <p:nvPr/>
            </p:nvCxnSpPr>
            <p:spPr>
              <a:xfrm rot="10800000" flipH="1">
                <a:off x="846950" y="376800"/>
                <a:ext cx="8531400" cy="4925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24" name="Google Shape;1924;p22"/>
              <p:cNvCxnSpPr/>
              <p:nvPr/>
            </p:nvCxnSpPr>
            <p:spPr>
              <a:xfrm rot="10800000" flipH="1">
                <a:off x="1349000" y="635275"/>
                <a:ext cx="8071500" cy="465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25" name="Google Shape;1925;p22"/>
              <p:cNvCxnSpPr/>
              <p:nvPr/>
            </p:nvCxnSpPr>
            <p:spPr>
              <a:xfrm rot="10800000" flipH="1">
                <a:off x="1864375" y="918950"/>
                <a:ext cx="7554300" cy="4361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26" name="Google Shape;1926;p22"/>
              <p:cNvCxnSpPr/>
              <p:nvPr/>
            </p:nvCxnSpPr>
            <p:spPr>
              <a:xfrm rot="10800000" flipH="1">
                <a:off x="2403950" y="1170550"/>
                <a:ext cx="7067700" cy="408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27" name="Google Shape;1927;p22"/>
              <p:cNvCxnSpPr/>
              <p:nvPr/>
            </p:nvCxnSpPr>
            <p:spPr>
              <a:xfrm rot="10800000" flipH="1">
                <a:off x="2718375" y="1495625"/>
                <a:ext cx="6679800" cy="3856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28" name="Google Shape;1928;p22"/>
              <p:cNvCxnSpPr/>
              <p:nvPr/>
            </p:nvCxnSpPr>
            <p:spPr>
              <a:xfrm rot="10800000" flipH="1">
                <a:off x="3297700" y="1822900"/>
                <a:ext cx="6023100" cy="3477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29" name="Google Shape;1929;p22"/>
              <p:cNvCxnSpPr/>
              <p:nvPr/>
            </p:nvCxnSpPr>
            <p:spPr>
              <a:xfrm rot="10800000" flipH="1">
                <a:off x="3726050" y="2104125"/>
                <a:ext cx="5597100" cy="3231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30" name="Google Shape;1930;p22"/>
              <p:cNvCxnSpPr/>
              <p:nvPr/>
            </p:nvCxnSpPr>
            <p:spPr>
              <a:xfrm rot="10800000" flipH="1">
                <a:off x="4244875" y="2361600"/>
                <a:ext cx="5121600" cy="295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31" name="Google Shape;1931;p22"/>
              <p:cNvCxnSpPr/>
              <p:nvPr/>
            </p:nvCxnSpPr>
            <p:spPr>
              <a:xfrm rot="10800000" flipH="1">
                <a:off x="4742850" y="2657525"/>
                <a:ext cx="4600200" cy="2655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32" name="Google Shape;1932;p22"/>
              <p:cNvCxnSpPr/>
              <p:nvPr/>
            </p:nvCxnSpPr>
            <p:spPr>
              <a:xfrm rot="10800000" flipH="1">
                <a:off x="5210850" y="2937150"/>
                <a:ext cx="4137300" cy="2388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33" name="Google Shape;1933;p22"/>
              <p:cNvCxnSpPr/>
              <p:nvPr/>
            </p:nvCxnSpPr>
            <p:spPr>
              <a:xfrm rot="10800000" flipH="1">
                <a:off x="5725550" y="3223700"/>
                <a:ext cx="3615300" cy="208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34" name="Google Shape;1934;p22"/>
              <p:cNvCxnSpPr/>
              <p:nvPr/>
            </p:nvCxnSpPr>
            <p:spPr>
              <a:xfrm rot="10800000" flipH="1">
                <a:off x="6217950" y="3515950"/>
                <a:ext cx="3106500" cy="1793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35" name="Google Shape;1935;p22"/>
              <p:cNvCxnSpPr/>
              <p:nvPr/>
            </p:nvCxnSpPr>
            <p:spPr>
              <a:xfrm rot="10800000" flipH="1">
                <a:off x="6716500" y="3797450"/>
                <a:ext cx="2609700" cy="1506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36" name="Google Shape;1936;p22"/>
              <p:cNvCxnSpPr/>
              <p:nvPr/>
            </p:nvCxnSpPr>
            <p:spPr>
              <a:xfrm rot="10800000" flipH="1">
                <a:off x="7199175" y="4100700"/>
                <a:ext cx="2091000" cy="1207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37" name="Google Shape;1937;p22"/>
              <p:cNvCxnSpPr/>
              <p:nvPr/>
            </p:nvCxnSpPr>
            <p:spPr>
              <a:xfrm rot="10800000" flipH="1">
                <a:off x="7718000" y="4338975"/>
                <a:ext cx="1648800" cy="951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38" name="Google Shape;1938;p22"/>
              <p:cNvCxnSpPr/>
              <p:nvPr/>
            </p:nvCxnSpPr>
            <p:spPr>
              <a:xfrm rot="10800000" flipH="1">
                <a:off x="8129050" y="4607075"/>
                <a:ext cx="1263000" cy="729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39" name="Google Shape;1939;p22"/>
              <p:cNvCxnSpPr/>
              <p:nvPr/>
            </p:nvCxnSpPr>
            <p:spPr>
              <a:xfrm rot="10800000" flipH="1">
                <a:off x="8487200" y="4879525"/>
                <a:ext cx="921600" cy="532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940" name="Google Shape;1940;p22"/>
            <p:cNvGrpSpPr/>
            <p:nvPr/>
          </p:nvGrpSpPr>
          <p:grpSpPr>
            <a:xfrm rot="10800000">
              <a:off x="-229861" y="-321271"/>
              <a:ext cx="9830575" cy="5715375"/>
              <a:chOff x="-358925" y="-303650"/>
              <a:chExt cx="9830575" cy="5715375"/>
            </a:xfrm>
          </p:grpSpPr>
          <p:cxnSp>
            <p:nvCxnSpPr>
              <p:cNvPr id="1941" name="Google Shape;1941;p22"/>
              <p:cNvCxnSpPr/>
              <p:nvPr/>
            </p:nvCxnSpPr>
            <p:spPr>
              <a:xfrm rot="10800000" flipH="1">
                <a:off x="-282200" y="-303650"/>
                <a:ext cx="1052400" cy="607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42" name="Google Shape;1942;p22"/>
              <p:cNvCxnSpPr/>
              <p:nvPr/>
            </p:nvCxnSpPr>
            <p:spPr>
              <a:xfrm rot="10800000" flipH="1">
                <a:off x="-281950" y="-236675"/>
                <a:ext cx="1425600" cy="822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43" name="Google Shape;1943;p22"/>
              <p:cNvCxnSpPr/>
              <p:nvPr/>
            </p:nvCxnSpPr>
            <p:spPr>
              <a:xfrm rot="10800000" flipH="1">
                <a:off x="-358925" y="-155350"/>
                <a:ext cx="1851000" cy="1068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44" name="Google Shape;1944;p22"/>
              <p:cNvCxnSpPr/>
              <p:nvPr/>
            </p:nvCxnSpPr>
            <p:spPr>
              <a:xfrm rot="10800000" flipH="1">
                <a:off x="-267650" y="-115750"/>
                <a:ext cx="2180400" cy="125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45" name="Google Shape;1945;p22"/>
              <p:cNvCxnSpPr/>
              <p:nvPr/>
            </p:nvCxnSpPr>
            <p:spPr>
              <a:xfrm rot="10800000" flipH="1">
                <a:off x="-229800" y="-86050"/>
                <a:ext cx="2580300" cy="1489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46" name="Google Shape;1946;p22"/>
              <p:cNvCxnSpPr/>
              <p:nvPr/>
            </p:nvCxnSpPr>
            <p:spPr>
              <a:xfrm rot="10800000" flipH="1">
                <a:off x="-212775" y="-127750"/>
                <a:ext cx="3125100" cy="1804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47" name="Google Shape;1947;p22"/>
              <p:cNvCxnSpPr/>
              <p:nvPr/>
            </p:nvCxnSpPr>
            <p:spPr>
              <a:xfrm rot="10800000" flipH="1">
                <a:off x="-180475" y="-165575"/>
                <a:ext cx="3648000" cy="210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48" name="Google Shape;1948;p22"/>
              <p:cNvCxnSpPr/>
              <p:nvPr/>
            </p:nvCxnSpPr>
            <p:spPr>
              <a:xfrm rot="10800000" flipH="1">
                <a:off x="-227000" y="-146700"/>
                <a:ext cx="4150500" cy="2396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49" name="Google Shape;1949;p22"/>
              <p:cNvCxnSpPr/>
              <p:nvPr/>
            </p:nvCxnSpPr>
            <p:spPr>
              <a:xfrm rot="10800000" flipH="1">
                <a:off x="-285775" y="-133000"/>
                <a:ext cx="4675200" cy="2699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50" name="Google Shape;1950;p22"/>
              <p:cNvCxnSpPr/>
              <p:nvPr/>
            </p:nvCxnSpPr>
            <p:spPr>
              <a:xfrm rot="10800000" flipH="1">
                <a:off x="-254975" y="-209000"/>
                <a:ext cx="5265600" cy="303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51" name="Google Shape;1951;p22"/>
              <p:cNvCxnSpPr/>
              <p:nvPr/>
            </p:nvCxnSpPr>
            <p:spPr>
              <a:xfrm rot="10800000" flipH="1">
                <a:off x="-230325" y="-171400"/>
                <a:ext cx="5665200" cy="327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52" name="Google Shape;1952;p22"/>
              <p:cNvCxnSpPr/>
              <p:nvPr/>
            </p:nvCxnSpPr>
            <p:spPr>
              <a:xfrm rot="10800000" flipH="1">
                <a:off x="-203625" y="-162575"/>
                <a:ext cx="6111900" cy="3528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53" name="Google Shape;1953;p22"/>
              <p:cNvCxnSpPr/>
              <p:nvPr/>
            </p:nvCxnSpPr>
            <p:spPr>
              <a:xfrm rot="10800000" flipH="1">
                <a:off x="-212500" y="-179425"/>
                <a:ext cx="6639600" cy="3833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54" name="Google Shape;1954;p22"/>
              <p:cNvCxnSpPr/>
              <p:nvPr/>
            </p:nvCxnSpPr>
            <p:spPr>
              <a:xfrm rot="10800000" flipH="1">
                <a:off x="-237200" y="-171550"/>
                <a:ext cx="7140000" cy="4122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55" name="Google Shape;1955;p22"/>
              <p:cNvCxnSpPr/>
              <p:nvPr/>
            </p:nvCxnSpPr>
            <p:spPr>
              <a:xfrm rot="10800000" flipH="1">
                <a:off x="-208450" y="-169925"/>
                <a:ext cx="7598100" cy="4386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56" name="Google Shape;1956;p22"/>
              <p:cNvCxnSpPr/>
              <p:nvPr/>
            </p:nvCxnSpPr>
            <p:spPr>
              <a:xfrm rot="10800000" flipH="1">
                <a:off x="-126875" y="-166100"/>
                <a:ext cx="7999200" cy="4618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57" name="Google Shape;1957;p22"/>
              <p:cNvCxnSpPr/>
              <p:nvPr/>
            </p:nvCxnSpPr>
            <p:spPr>
              <a:xfrm rot="10800000" flipH="1">
                <a:off x="-175950" y="-237725"/>
                <a:ext cx="8661600" cy="500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58" name="Google Shape;1958;p22"/>
              <p:cNvCxnSpPr/>
              <p:nvPr/>
            </p:nvCxnSpPr>
            <p:spPr>
              <a:xfrm rot="10800000" flipH="1">
                <a:off x="-230050" y="-244075"/>
                <a:ext cx="9215700" cy="5320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59" name="Google Shape;1959;p22"/>
              <p:cNvCxnSpPr/>
              <p:nvPr/>
            </p:nvCxnSpPr>
            <p:spPr>
              <a:xfrm rot="10800000" flipH="1">
                <a:off x="-150500" y="-149375"/>
                <a:ext cx="9462000" cy="5462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60" name="Google Shape;1960;p22"/>
              <p:cNvCxnSpPr/>
              <p:nvPr/>
            </p:nvCxnSpPr>
            <p:spPr>
              <a:xfrm rot="10800000" flipH="1">
                <a:off x="277300" y="105750"/>
                <a:ext cx="9081600" cy="5243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61" name="Google Shape;1961;p22"/>
              <p:cNvCxnSpPr/>
              <p:nvPr/>
            </p:nvCxnSpPr>
            <p:spPr>
              <a:xfrm rot="10800000" flipH="1">
                <a:off x="846950" y="376800"/>
                <a:ext cx="8531400" cy="4925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62" name="Google Shape;1962;p22"/>
              <p:cNvCxnSpPr/>
              <p:nvPr/>
            </p:nvCxnSpPr>
            <p:spPr>
              <a:xfrm rot="10800000" flipH="1">
                <a:off x="1349000" y="635275"/>
                <a:ext cx="8071500" cy="465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63" name="Google Shape;1963;p22"/>
              <p:cNvCxnSpPr/>
              <p:nvPr/>
            </p:nvCxnSpPr>
            <p:spPr>
              <a:xfrm rot="10800000" flipH="1">
                <a:off x="1864375" y="918950"/>
                <a:ext cx="7554300" cy="4361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64" name="Google Shape;1964;p22"/>
              <p:cNvCxnSpPr/>
              <p:nvPr/>
            </p:nvCxnSpPr>
            <p:spPr>
              <a:xfrm rot="10800000" flipH="1">
                <a:off x="2403950" y="1170550"/>
                <a:ext cx="7067700" cy="408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65" name="Google Shape;1965;p22"/>
              <p:cNvCxnSpPr/>
              <p:nvPr/>
            </p:nvCxnSpPr>
            <p:spPr>
              <a:xfrm rot="10800000" flipH="1">
                <a:off x="2718375" y="1495625"/>
                <a:ext cx="6679800" cy="3856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66" name="Google Shape;1966;p22"/>
              <p:cNvCxnSpPr/>
              <p:nvPr/>
            </p:nvCxnSpPr>
            <p:spPr>
              <a:xfrm rot="10800000" flipH="1">
                <a:off x="3297700" y="1822900"/>
                <a:ext cx="6023100" cy="3477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67" name="Google Shape;1967;p22"/>
              <p:cNvCxnSpPr/>
              <p:nvPr/>
            </p:nvCxnSpPr>
            <p:spPr>
              <a:xfrm rot="10800000" flipH="1">
                <a:off x="3726050" y="2104125"/>
                <a:ext cx="5597100" cy="3231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68" name="Google Shape;1968;p22"/>
              <p:cNvCxnSpPr/>
              <p:nvPr/>
            </p:nvCxnSpPr>
            <p:spPr>
              <a:xfrm rot="10800000" flipH="1">
                <a:off x="4244875" y="2361600"/>
                <a:ext cx="5121600" cy="295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69" name="Google Shape;1969;p22"/>
              <p:cNvCxnSpPr/>
              <p:nvPr/>
            </p:nvCxnSpPr>
            <p:spPr>
              <a:xfrm rot="10800000" flipH="1">
                <a:off x="4742850" y="2657525"/>
                <a:ext cx="4600200" cy="2655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70" name="Google Shape;1970;p22"/>
              <p:cNvCxnSpPr/>
              <p:nvPr/>
            </p:nvCxnSpPr>
            <p:spPr>
              <a:xfrm rot="10800000" flipH="1">
                <a:off x="5210850" y="2937150"/>
                <a:ext cx="4137300" cy="2388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71" name="Google Shape;1971;p22"/>
              <p:cNvCxnSpPr/>
              <p:nvPr/>
            </p:nvCxnSpPr>
            <p:spPr>
              <a:xfrm rot="10800000" flipH="1">
                <a:off x="5725550" y="3223700"/>
                <a:ext cx="3615300" cy="208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72" name="Google Shape;1972;p22"/>
              <p:cNvCxnSpPr/>
              <p:nvPr/>
            </p:nvCxnSpPr>
            <p:spPr>
              <a:xfrm rot="10800000" flipH="1">
                <a:off x="6217950" y="3515950"/>
                <a:ext cx="3106500" cy="1793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73" name="Google Shape;1973;p22"/>
              <p:cNvCxnSpPr/>
              <p:nvPr/>
            </p:nvCxnSpPr>
            <p:spPr>
              <a:xfrm rot="10800000" flipH="1">
                <a:off x="6716500" y="3797450"/>
                <a:ext cx="2609700" cy="1506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74" name="Google Shape;1974;p22"/>
              <p:cNvCxnSpPr/>
              <p:nvPr/>
            </p:nvCxnSpPr>
            <p:spPr>
              <a:xfrm rot="10800000" flipH="1">
                <a:off x="7199175" y="4100700"/>
                <a:ext cx="2091000" cy="1207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75" name="Google Shape;1975;p22"/>
              <p:cNvCxnSpPr/>
              <p:nvPr/>
            </p:nvCxnSpPr>
            <p:spPr>
              <a:xfrm rot="10800000" flipH="1">
                <a:off x="7718000" y="4338975"/>
                <a:ext cx="1648800" cy="951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76" name="Google Shape;1976;p22"/>
              <p:cNvCxnSpPr/>
              <p:nvPr/>
            </p:nvCxnSpPr>
            <p:spPr>
              <a:xfrm rot="10800000" flipH="1">
                <a:off x="8129050" y="4607075"/>
                <a:ext cx="1263000" cy="729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77" name="Google Shape;1977;p22"/>
              <p:cNvCxnSpPr/>
              <p:nvPr/>
            </p:nvCxnSpPr>
            <p:spPr>
              <a:xfrm rot="10800000" flipH="1">
                <a:off x="8487200" y="4879525"/>
                <a:ext cx="921600" cy="532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978" name="Google Shape;1978;p22"/>
          <p:cNvGrpSpPr/>
          <p:nvPr/>
        </p:nvGrpSpPr>
        <p:grpSpPr>
          <a:xfrm flipH="1">
            <a:off x="-2299857" y="-2697840"/>
            <a:ext cx="4017967" cy="3644766"/>
            <a:chOff x="3166062" y="1034326"/>
            <a:chExt cx="6010422" cy="5452155"/>
          </a:xfrm>
        </p:grpSpPr>
        <p:sp>
          <p:nvSpPr>
            <p:cNvPr id="1979" name="Google Shape;1979;p22"/>
            <p:cNvSpPr/>
            <p:nvPr/>
          </p:nvSpPr>
          <p:spPr>
            <a:xfrm>
              <a:off x="3234090" y="1157235"/>
              <a:ext cx="5942394" cy="5329246"/>
            </a:xfrm>
            <a:custGeom>
              <a:avLst/>
              <a:gdLst/>
              <a:ahLst/>
              <a:cxnLst/>
              <a:rect l="l" t="t" r="r" b="b"/>
              <a:pathLst>
                <a:path w="90413" h="81084" extrusionOk="0">
                  <a:moveTo>
                    <a:pt x="90412" y="1"/>
                  </a:moveTo>
                  <a:lnTo>
                    <a:pt x="3084" y="50747"/>
                  </a:lnTo>
                  <a:cubicBezTo>
                    <a:pt x="1293" y="51801"/>
                    <a:pt x="239" y="51702"/>
                    <a:pt x="0" y="53075"/>
                  </a:cubicBezTo>
                  <a:lnTo>
                    <a:pt x="0" y="55104"/>
                  </a:lnTo>
                  <a:cubicBezTo>
                    <a:pt x="20" y="56675"/>
                    <a:pt x="1055" y="58247"/>
                    <a:pt x="3123" y="59440"/>
                  </a:cubicBezTo>
                  <a:lnTo>
                    <a:pt x="40641" y="81083"/>
                  </a:lnTo>
                  <a:lnTo>
                    <a:pt x="88642" y="81083"/>
                  </a:lnTo>
                  <a:cubicBezTo>
                    <a:pt x="89617" y="81083"/>
                    <a:pt x="90412" y="80288"/>
                    <a:pt x="90412" y="79313"/>
                  </a:cubicBezTo>
                  <a:lnTo>
                    <a:pt x="9041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0" name="Google Shape;1980;p22"/>
            <p:cNvSpPr/>
            <p:nvPr/>
          </p:nvSpPr>
          <p:spPr>
            <a:xfrm>
              <a:off x="3166062" y="1034326"/>
              <a:ext cx="6010420" cy="5452152"/>
            </a:xfrm>
            <a:custGeom>
              <a:avLst/>
              <a:gdLst/>
              <a:ahLst/>
              <a:cxnLst/>
              <a:rect l="l" t="t" r="r" b="b"/>
              <a:pathLst>
                <a:path w="91448" h="82954" extrusionOk="0">
                  <a:moveTo>
                    <a:pt x="91447" y="1"/>
                  </a:moveTo>
                  <a:lnTo>
                    <a:pt x="4119" y="50767"/>
                  </a:lnTo>
                  <a:cubicBezTo>
                    <a:pt x="1" y="53154"/>
                    <a:pt x="21" y="57033"/>
                    <a:pt x="4158" y="59440"/>
                  </a:cubicBezTo>
                  <a:lnTo>
                    <a:pt x="44899" y="82953"/>
                  </a:lnTo>
                  <a:lnTo>
                    <a:pt x="89677" y="82953"/>
                  </a:lnTo>
                  <a:cubicBezTo>
                    <a:pt x="90652" y="82953"/>
                    <a:pt x="91447" y="82158"/>
                    <a:pt x="91447" y="81183"/>
                  </a:cubicBezTo>
                  <a:lnTo>
                    <a:pt x="9144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81" name="Google Shape;1981;p22"/>
          <p:cNvGrpSpPr/>
          <p:nvPr/>
        </p:nvGrpSpPr>
        <p:grpSpPr>
          <a:xfrm>
            <a:off x="7540747" y="-598211"/>
            <a:ext cx="3863499" cy="3798516"/>
            <a:chOff x="3133537" y="-308699"/>
            <a:chExt cx="6010422" cy="5452155"/>
          </a:xfrm>
        </p:grpSpPr>
        <p:sp>
          <p:nvSpPr>
            <p:cNvPr id="1982" name="Google Shape;1982;p22"/>
            <p:cNvSpPr/>
            <p:nvPr/>
          </p:nvSpPr>
          <p:spPr>
            <a:xfrm>
              <a:off x="3201565" y="-185790"/>
              <a:ext cx="5942394" cy="5329246"/>
            </a:xfrm>
            <a:custGeom>
              <a:avLst/>
              <a:gdLst/>
              <a:ahLst/>
              <a:cxnLst/>
              <a:rect l="l" t="t" r="r" b="b"/>
              <a:pathLst>
                <a:path w="90413" h="81084" extrusionOk="0">
                  <a:moveTo>
                    <a:pt x="90412" y="1"/>
                  </a:moveTo>
                  <a:lnTo>
                    <a:pt x="3084" y="50747"/>
                  </a:lnTo>
                  <a:cubicBezTo>
                    <a:pt x="1293" y="51801"/>
                    <a:pt x="239" y="51702"/>
                    <a:pt x="0" y="53075"/>
                  </a:cubicBezTo>
                  <a:lnTo>
                    <a:pt x="0" y="55104"/>
                  </a:lnTo>
                  <a:cubicBezTo>
                    <a:pt x="20" y="56675"/>
                    <a:pt x="1055" y="58247"/>
                    <a:pt x="3123" y="59440"/>
                  </a:cubicBezTo>
                  <a:lnTo>
                    <a:pt x="40641" y="81083"/>
                  </a:lnTo>
                  <a:lnTo>
                    <a:pt x="88642" y="81083"/>
                  </a:lnTo>
                  <a:cubicBezTo>
                    <a:pt x="89617" y="81083"/>
                    <a:pt x="90412" y="80288"/>
                    <a:pt x="90412" y="79313"/>
                  </a:cubicBezTo>
                  <a:lnTo>
                    <a:pt x="90412" y="1"/>
                  </a:ln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3" name="Google Shape;1983;p22"/>
            <p:cNvSpPr/>
            <p:nvPr/>
          </p:nvSpPr>
          <p:spPr>
            <a:xfrm>
              <a:off x="3133537" y="-308699"/>
              <a:ext cx="6010420" cy="5452152"/>
            </a:xfrm>
            <a:custGeom>
              <a:avLst/>
              <a:gdLst/>
              <a:ahLst/>
              <a:cxnLst/>
              <a:rect l="l" t="t" r="r" b="b"/>
              <a:pathLst>
                <a:path w="91448" h="82954" extrusionOk="0">
                  <a:moveTo>
                    <a:pt x="91447" y="1"/>
                  </a:moveTo>
                  <a:lnTo>
                    <a:pt x="4119" y="50767"/>
                  </a:lnTo>
                  <a:cubicBezTo>
                    <a:pt x="1" y="53154"/>
                    <a:pt x="21" y="57033"/>
                    <a:pt x="4158" y="59440"/>
                  </a:cubicBezTo>
                  <a:lnTo>
                    <a:pt x="44899" y="82953"/>
                  </a:lnTo>
                  <a:lnTo>
                    <a:pt x="89677" y="82953"/>
                  </a:lnTo>
                  <a:cubicBezTo>
                    <a:pt x="90652" y="82953"/>
                    <a:pt x="91447" y="82158"/>
                    <a:pt x="91447" y="81183"/>
                  </a:cubicBezTo>
                  <a:lnTo>
                    <a:pt x="9144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84" name="Google Shape;1984;p22"/>
          <p:cNvGrpSpPr/>
          <p:nvPr/>
        </p:nvGrpSpPr>
        <p:grpSpPr>
          <a:xfrm>
            <a:off x="7540741" y="371486"/>
            <a:ext cx="593164" cy="1161172"/>
            <a:chOff x="4921825" y="870250"/>
            <a:chExt cx="407925" cy="798550"/>
          </a:xfrm>
        </p:grpSpPr>
        <p:sp>
          <p:nvSpPr>
            <p:cNvPr id="1985" name="Google Shape;1985;p22"/>
            <p:cNvSpPr/>
            <p:nvPr/>
          </p:nvSpPr>
          <p:spPr>
            <a:xfrm>
              <a:off x="4921825" y="109267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0"/>
                  </a:moveTo>
                  <a:cubicBezTo>
                    <a:pt x="569" y="0"/>
                    <a:pt x="509" y="18"/>
                    <a:pt x="452" y="54"/>
                  </a:cubicBezTo>
                  <a:cubicBezTo>
                    <a:pt x="201" y="179"/>
                    <a:pt x="0" y="530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2" y="1031"/>
                  </a:cubicBezTo>
                  <a:cubicBezTo>
                    <a:pt x="702" y="906"/>
                    <a:pt x="878" y="580"/>
                    <a:pt x="878" y="304"/>
                  </a:cubicBezTo>
                  <a:cubicBezTo>
                    <a:pt x="878" y="108"/>
                    <a:pt x="763" y="0"/>
                    <a:pt x="6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6" name="Google Shape;1986;p22"/>
            <p:cNvSpPr/>
            <p:nvPr/>
          </p:nvSpPr>
          <p:spPr>
            <a:xfrm>
              <a:off x="5018325" y="1037425"/>
              <a:ext cx="21950" cy="26725"/>
            </a:xfrm>
            <a:custGeom>
              <a:avLst/>
              <a:gdLst/>
              <a:ahLst/>
              <a:cxnLst/>
              <a:rect l="l" t="t" r="r" b="b"/>
              <a:pathLst>
                <a:path w="878" h="1069" extrusionOk="0">
                  <a:moveTo>
                    <a:pt x="627" y="0"/>
                  </a:moveTo>
                  <a:cubicBezTo>
                    <a:pt x="564" y="0"/>
                    <a:pt x="495" y="20"/>
                    <a:pt x="426" y="58"/>
                  </a:cubicBezTo>
                  <a:cubicBezTo>
                    <a:pt x="175" y="209"/>
                    <a:pt x="0" y="509"/>
                    <a:pt x="0" y="760"/>
                  </a:cubicBezTo>
                  <a:cubicBezTo>
                    <a:pt x="0" y="969"/>
                    <a:pt x="96" y="1069"/>
                    <a:pt x="231" y="1069"/>
                  </a:cubicBezTo>
                  <a:cubicBezTo>
                    <a:pt x="290" y="1069"/>
                    <a:pt x="357" y="1049"/>
                    <a:pt x="426" y="1011"/>
                  </a:cubicBezTo>
                  <a:cubicBezTo>
                    <a:pt x="677" y="885"/>
                    <a:pt x="877" y="585"/>
                    <a:pt x="877" y="309"/>
                  </a:cubicBezTo>
                  <a:cubicBezTo>
                    <a:pt x="877" y="100"/>
                    <a:pt x="769" y="0"/>
                    <a:pt x="6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7" name="Google Shape;1987;p22"/>
            <p:cNvSpPr/>
            <p:nvPr/>
          </p:nvSpPr>
          <p:spPr>
            <a:xfrm>
              <a:off x="5114800" y="981775"/>
              <a:ext cx="21325" cy="26900"/>
            </a:xfrm>
            <a:custGeom>
              <a:avLst/>
              <a:gdLst/>
              <a:ahLst/>
              <a:cxnLst/>
              <a:rect l="l" t="t" r="r" b="b"/>
              <a:pathLst>
                <a:path w="853" h="1076" extrusionOk="0">
                  <a:moveTo>
                    <a:pt x="611" y="0"/>
                  </a:moveTo>
                  <a:cubicBezTo>
                    <a:pt x="554" y="0"/>
                    <a:pt x="491" y="18"/>
                    <a:pt x="427" y="54"/>
                  </a:cubicBezTo>
                  <a:cubicBezTo>
                    <a:pt x="176" y="204"/>
                    <a:pt x="1" y="530"/>
                    <a:pt x="1" y="780"/>
                  </a:cubicBezTo>
                  <a:cubicBezTo>
                    <a:pt x="1" y="969"/>
                    <a:pt x="95" y="1076"/>
                    <a:pt x="227" y="1076"/>
                  </a:cubicBezTo>
                  <a:cubicBezTo>
                    <a:pt x="287" y="1076"/>
                    <a:pt x="356" y="1053"/>
                    <a:pt x="427" y="1006"/>
                  </a:cubicBezTo>
                  <a:cubicBezTo>
                    <a:pt x="677" y="906"/>
                    <a:pt x="853" y="580"/>
                    <a:pt x="853" y="304"/>
                  </a:cubicBezTo>
                  <a:cubicBezTo>
                    <a:pt x="853" y="108"/>
                    <a:pt x="751" y="0"/>
                    <a:pt x="6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8" name="Google Shape;1988;p22"/>
            <p:cNvSpPr/>
            <p:nvPr/>
          </p:nvSpPr>
          <p:spPr>
            <a:xfrm>
              <a:off x="5210050" y="92600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1"/>
                  </a:moveTo>
                  <a:cubicBezTo>
                    <a:pt x="568" y="1"/>
                    <a:pt x="509" y="18"/>
                    <a:pt x="451" y="54"/>
                  </a:cubicBezTo>
                  <a:cubicBezTo>
                    <a:pt x="226" y="204"/>
                    <a:pt x="0" y="505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1" y="1032"/>
                  </a:cubicBezTo>
                  <a:cubicBezTo>
                    <a:pt x="677" y="906"/>
                    <a:pt x="877" y="580"/>
                    <a:pt x="877" y="305"/>
                  </a:cubicBezTo>
                  <a:cubicBezTo>
                    <a:pt x="877" y="108"/>
                    <a:pt x="763" y="1"/>
                    <a:pt x="6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9" name="Google Shape;1989;p22"/>
            <p:cNvSpPr/>
            <p:nvPr/>
          </p:nvSpPr>
          <p:spPr>
            <a:xfrm>
              <a:off x="5306525" y="870250"/>
              <a:ext cx="21975" cy="27125"/>
            </a:xfrm>
            <a:custGeom>
              <a:avLst/>
              <a:gdLst/>
              <a:ahLst/>
              <a:cxnLst/>
              <a:rect l="l" t="t" r="r" b="b"/>
              <a:pathLst>
                <a:path w="879" h="1085" extrusionOk="0">
                  <a:moveTo>
                    <a:pt x="616" y="0"/>
                  </a:moveTo>
                  <a:cubicBezTo>
                    <a:pt x="556" y="0"/>
                    <a:pt x="492" y="18"/>
                    <a:pt x="427" y="53"/>
                  </a:cubicBezTo>
                  <a:cubicBezTo>
                    <a:pt x="226" y="229"/>
                    <a:pt x="1" y="505"/>
                    <a:pt x="1" y="780"/>
                  </a:cubicBezTo>
                  <a:cubicBezTo>
                    <a:pt x="1" y="977"/>
                    <a:pt x="103" y="1084"/>
                    <a:pt x="243" y="1084"/>
                  </a:cubicBezTo>
                  <a:cubicBezTo>
                    <a:pt x="300" y="1084"/>
                    <a:pt x="362" y="1067"/>
                    <a:pt x="427" y="1031"/>
                  </a:cubicBezTo>
                  <a:cubicBezTo>
                    <a:pt x="678" y="906"/>
                    <a:pt x="878" y="605"/>
                    <a:pt x="878" y="304"/>
                  </a:cubicBezTo>
                  <a:cubicBezTo>
                    <a:pt x="878" y="108"/>
                    <a:pt x="763" y="0"/>
                    <a:pt x="6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0" name="Google Shape;1990;p22"/>
            <p:cNvSpPr/>
            <p:nvPr/>
          </p:nvSpPr>
          <p:spPr>
            <a:xfrm>
              <a:off x="4921825" y="1203450"/>
              <a:ext cx="21950" cy="26750"/>
            </a:xfrm>
            <a:custGeom>
              <a:avLst/>
              <a:gdLst/>
              <a:ahLst/>
              <a:cxnLst/>
              <a:rect l="l" t="t" r="r" b="b"/>
              <a:pathLst>
                <a:path w="878" h="1070" extrusionOk="0">
                  <a:moveTo>
                    <a:pt x="636" y="1"/>
                  </a:moveTo>
                  <a:cubicBezTo>
                    <a:pt x="577" y="1"/>
                    <a:pt x="513" y="20"/>
                    <a:pt x="452" y="59"/>
                  </a:cubicBezTo>
                  <a:cubicBezTo>
                    <a:pt x="226" y="209"/>
                    <a:pt x="25" y="510"/>
                    <a:pt x="0" y="761"/>
                  </a:cubicBezTo>
                  <a:cubicBezTo>
                    <a:pt x="0" y="969"/>
                    <a:pt x="109" y="1069"/>
                    <a:pt x="251" y="1069"/>
                  </a:cubicBezTo>
                  <a:cubicBezTo>
                    <a:pt x="313" y="1069"/>
                    <a:pt x="382" y="1050"/>
                    <a:pt x="452" y="1011"/>
                  </a:cubicBezTo>
                  <a:cubicBezTo>
                    <a:pt x="702" y="886"/>
                    <a:pt x="878" y="585"/>
                    <a:pt x="878" y="310"/>
                  </a:cubicBezTo>
                  <a:cubicBezTo>
                    <a:pt x="878" y="101"/>
                    <a:pt x="769" y="1"/>
                    <a:pt x="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1" name="Google Shape;1991;p22"/>
            <p:cNvSpPr/>
            <p:nvPr/>
          </p:nvSpPr>
          <p:spPr>
            <a:xfrm>
              <a:off x="4922450" y="131385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35" y="1"/>
                  </a:moveTo>
                  <a:cubicBezTo>
                    <a:pt x="579" y="1"/>
                    <a:pt x="516" y="18"/>
                    <a:pt x="452" y="54"/>
                  </a:cubicBezTo>
                  <a:cubicBezTo>
                    <a:pt x="201" y="204"/>
                    <a:pt x="0" y="530"/>
                    <a:pt x="0" y="781"/>
                  </a:cubicBezTo>
                  <a:cubicBezTo>
                    <a:pt x="0" y="977"/>
                    <a:pt x="102" y="1085"/>
                    <a:pt x="252" y="1085"/>
                  </a:cubicBezTo>
                  <a:cubicBezTo>
                    <a:pt x="312" y="1085"/>
                    <a:pt x="380" y="1067"/>
                    <a:pt x="452" y="1031"/>
                  </a:cubicBezTo>
                  <a:cubicBezTo>
                    <a:pt x="702" y="906"/>
                    <a:pt x="878" y="580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2" name="Google Shape;1992;p22"/>
            <p:cNvSpPr/>
            <p:nvPr/>
          </p:nvSpPr>
          <p:spPr>
            <a:xfrm>
              <a:off x="4922450" y="142475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35" y="1"/>
                  </a:moveTo>
                  <a:cubicBezTo>
                    <a:pt x="579" y="1"/>
                    <a:pt x="516" y="18"/>
                    <a:pt x="452" y="54"/>
                  </a:cubicBezTo>
                  <a:cubicBezTo>
                    <a:pt x="226" y="179"/>
                    <a:pt x="51" y="505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2" y="1032"/>
                  </a:cubicBezTo>
                  <a:cubicBezTo>
                    <a:pt x="702" y="906"/>
                    <a:pt x="878" y="605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3" name="Google Shape;1993;p22"/>
            <p:cNvSpPr/>
            <p:nvPr/>
          </p:nvSpPr>
          <p:spPr>
            <a:xfrm>
              <a:off x="4923700" y="1535550"/>
              <a:ext cx="21325" cy="26725"/>
            </a:xfrm>
            <a:custGeom>
              <a:avLst/>
              <a:gdLst/>
              <a:ahLst/>
              <a:cxnLst/>
              <a:rect l="l" t="t" r="r" b="b"/>
              <a:pathLst>
                <a:path w="853" h="1069" extrusionOk="0">
                  <a:moveTo>
                    <a:pt x="622" y="0"/>
                  </a:moveTo>
                  <a:cubicBezTo>
                    <a:pt x="563" y="0"/>
                    <a:pt x="496" y="20"/>
                    <a:pt x="427" y="58"/>
                  </a:cubicBezTo>
                  <a:cubicBezTo>
                    <a:pt x="176" y="183"/>
                    <a:pt x="1" y="484"/>
                    <a:pt x="1" y="760"/>
                  </a:cubicBezTo>
                  <a:cubicBezTo>
                    <a:pt x="1" y="968"/>
                    <a:pt x="97" y="1069"/>
                    <a:pt x="231" y="1069"/>
                  </a:cubicBezTo>
                  <a:cubicBezTo>
                    <a:pt x="291" y="1069"/>
                    <a:pt x="357" y="1049"/>
                    <a:pt x="427" y="1011"/>
                  </a:cubicBezTo>
                  <a:cubicBezTo>
                    <a:pt x="677" y="885"/>
                    <a:pt x="853" y="584"/>
                    <a:pt x="853" y="309"/>
                  </a:cubicBezTo>
                  <a:cubicBezTo>
                    <a:pt x="853" y="100"/>
                    <a:pt x="756" y="0"/>
                    <a:pt x="6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4" name="Google Shape;1994;p22"/>
            <p:cNvSpPr/>
            <p:nvPr/>
          </p:nvSpPr>
          <p:spPr>
            <a:xfrm>
              <a:off x="5018325" y="1147800"/>
              <a:ext cx="21950" cy="27150"/>
            </a:xfrm>
            <a:custGeom>
              <a:avLst/>
              <a:gdLst/>
              <a:ahLst/>
              <a:cxnLst/>
              <a:rect l="l" t="t" r="r" b="b"/>
              <a:pathLst>
                <a:path w="878" h="1086" extrusionOk="0">
                  <a:moveTo>
                    <a:pt x="615" y="1"/>
                  </a:moveTo>
                  <a:cubicBezTo>
                    <a:pt x="556" y="1"/>
                    <a:pt x="491" y="18"/>
                    <a:pt x="426" y="54"/>
                  </a:cubicBezTo>
                  <a:cubicBezTo>
                    <a:pt x="201" y="205"/>
                    <a:pt x="0" y="480"/>
                    <a:pt x="0" y="781"/>
                  </a:cubicBezTo>
                  <a:cubicBezTo>
                    <a:pt x="0" y="978"/>
                    <a:pt x="102" y="1085"/>
                    <a:pt x="242" y="1085"/>
                  </a:cubicBezTo>
                  <a:cubicBezTo>
                    <a:pt x="299" y="1085"/>
                    <a:pt x="361" y="1068"/>
                    <a:pt x="426" y="1032"/>
                  </a:cubicBezTo>
                  <a:cubicBezTo>
                    <a:pt x="677" y="906"/>
                    <a:pt x="877" y="581"/>
                    <a:pt x="877" y="305"/>
                  </a:cubicBezTo>
                  <a:cubicBezTo>
                    <a:pt x="877" y="108"/>
                    <a:pt x="763" y="1"/>
                    <a:pt x="6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5" name="Google Shape;1995;p22"/>
            <p:cNvSpPr/>
            <p:nvPr/>
          </p:nvSpPr>
          <p:spPr>
            <a:xfrm>
              <a:off x="5114800" y="1092050"/>
              <a:ext cx="21325" cy="27125"/>
            </a:xfrm>
            <a:custGeom>
              <a:avLst/>
              <a:gdLst/>
              <a:ahLst/>
              <a:cxnLst/>
              <a:rect l="l" t="t" r="r" b="b"/>
              <a:pathLst>
                <a:path w="853" h="1085" extrusionOk="0">
                  <a:moveTo>
                    <a:pt x="611" y="0"/>
                  </a:moveTo>
                  <a:cubicBezTo>
                    <a:pt x="554" y="0"/>
                    <a:pt x="491" y="18"/>
                    <a:pt x="427" y="54"/>
                  </a:cubicBezTo>
                  <a:cubicBezTo>
                    <a:pt x="201" y="204"/>
                    <a:pt x="1" y="530"/>
                    <a:pt x="1" y="781"/>
                  </a:cubicBezTo>
                  <a:cubicBezTo>
                    <a:pt x="1" y="977"/>
                    <a:pt x="103" y="1085"/>
                    <a:pt x="243" y="1085"/>
                  </a:cubicBezTo>
                  <a:cubicBezTo>
                    <a:pt x="299" y="1085"/>
                    <a:pt x="362" y="1067"/>
                    <a:pt x="427" y="1031"/>
                  </a:cubicBezTo>
                  <a:cubicBezTo>
                    <a:pt x="677" y="906"/>
                    <a:pt x="853" y="580"/>
                    <a:pt x="853" y="304"/>
                  </a:cubicBezTo>
                  <a:cubicBezTo>
                    <a:pt x="853" y="108"/>
                    <a:pt x="751" y="0"/>
                    <a:pt x="6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6" name="Google Shape;1996;p22"/>
            <p:cNvSpPr/>
            <p:nvPr/>
          </p:nvSpPr>
          <p:spPr>
            <a:xfrm>
              <a:off x="5210675" y="103627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35" y="1"/>
                  </a:moveTo>
                  <a:cubicBezTo>
                    <a:pt x="579" y="1"/>
                    <a:pt x="516" y="18"/>
                    <a:pt x="451" y="54"/>
                  </a:cubicBezTo>
                  <a:cubicBezTo>
                    <a:pt x="201" y="230"/>
                    <a:pt x="0" y="530"/>
                    <a:pt x="0" y="781"/>
                  </a:cubicBezTo>
                  <a:cubicBezTo>
                    <a:pt x="0" y="978"/>
                    <a:pt x="115" y="1085"/>
                    <a:pt x="263" y="1085"/>
                  </a:cubicBezTo>
                  <a:cubicBezTo>
                    <a:pt x="322" y="1085"/>
                    <a:pt x="387" y="1068"/>
                    <a:pt x="451" y="1032"/>
                  </a:cubicBezTo>
                  <a:cubicBezTo>
                    <a:pt x="702" y="906"/>
                    <a:pt x="878" y="580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7" name="Google Shape;1997;p22"/>
            <p:cNvSpPr/>
            <p:nvPr/>
          </p:nvSpPr>
          <p:spPr>
            <a:xfrm>
              <a:off x="5307150" y="981775"/>
              <a:ext cx="21975" cy="26900"/>
            </a:xfrm>
            <a:custGeom>
              <a:avLst/>
              <a:gdLst/>
              <a:ahLst/>
              <a:cxnLst/>
              <a:rect l="l" t="t" r="r" b="b"/>
              <a:pathLst>
                <a:path w="879" h="1076" extrusionOk="0">
                  <a:moveTo>
                    <a:pt x="625" y="0"/>
                  </a:moveTo>
                  <a:cubicBezTo>
                    <a:pt x="569" y="0"/>
                    <a:pt x="510" y="18"/>
                    <a:pt x="452" y="54"/>
                  </a:cubicBezTo>
                  <a:cubicBezTo>
                    <a:pt x="201" y="179"/>
                    <a:pt x="1" y="480"/>
                    <a:pt x="1" y="780"/>
                  </a:cubicBezTo>
                  <a:cubicBezTo>
                    <a:pt x="1" y="969"/>
                    <a:pt x="107" y="1076"/>
                    <a:pt x="246" y="1076"/>
                  </a:cubicBezTo>
                  <a:cubicBezTo>
                    <a:pt x="310" y="1076"/>
                    <a:pt x="381" y="1053"/>
                    <a:pt x="452" y="1006"/>
                  </a:cubicBezTo>
                  <a:cubicBezTo>
                    <a:pt x="678" y="906"/>
                    <a:pt x="878" y="580"/>
                    <a:pt x="878" y="304"/>
                  </a:cubicBezTo>
                  <a:cubicBezTo>
                    <a:pt x="878" y="108"/>
                    <a:pt x="763" y="0"/>
                    <a:pt x="6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8" name="Google Shape;1998;p22"/>
            <p:cNvSpPr/>
            <p:nvPr/>
          </p:nvSpPr>
          <p:spPr>
            <a:xfrm>
              <a:off x="5018950" y="125810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0"/>
                  </a:moveTo>
                  <a:cubicBezTo>
                    <a:pt x="568" y="0"/>
                    <a:pt x="509" y="17"/>
                    <a:pt x="451" y="53"/>
                  </a:cubicBezTo>
                  <a:cubicBezTo>
                    <a:pt x="176" y="204"/>
                    <a:pt x="0" y="504"/>
                    <a:pt x="0" y="780"/>
                  </a:cubicBezTo>
                  <a:cubicBezTo>
                    <a:pt x="0" y="977"/>
                    <a:pt x="115" y="1084"/>
                    <a:pt x="262" y="1084"/>
                  </a:cubicBezTo>
                  <a:cubicBezTo>
                    <a:pt x="322" y="1084"/>
                    <a:pt x="387" y="1067"/>
                    <a:pt x="451" y="1031"/>
                  </a:cubicBezTo>
                  <a:cubicBezTo>
                    <a:pt x="702" y="905"/>
                    <a:pt x="877" y="580"/>
                    <a:pt x="877" y="304"/>
                  </a:cubicBezTo>
                  <a:cubicBezTo>
                    <a:pt x="877" y="107"/>
                    <a:pt x="763" y="0"/>
                    <a:pt x="6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9" name="Google Shape;1999;p22"/>
            <p:cNvSpPr/>
            <p:nvPr/>
          </p:nvSpPr>
          <p:spPr>
            <a:xfrm>
              <a:off x="5018950" y="1369225"/>
              <a:ext cx="21950" cy="27000"/>
            </a:xfrm>
            <a:custGeom>
              <a:avLst/>
              <a:gdLst/>
              <a:ahLst/>
              <a:cxnLst/>
              <a:rect l="l" t="t" r="r" b="b"/>
              <a:pathLst>
                <a:path w="878" h="1080" extrusionOk="0">
                  <a:moveTo>
                    <a:pt x="637" y="0"/>
                  </a:moveTo>
                  <a:cubicBezTo>
                    <a:pt x="578" y="0"/>
                    <a:pt x="513" y="23"/>
                    <a:pt x="451" y="70"/>
                  </a:cubicBezTo>
                  <a:cubicBezTo>
                    <a:pt x="176" y="195"/>
                    <a:pt x="0" y="496"/>
                    <a:pt x="0" y="771"/>
                  </a:cubicBezTo>
                  <a:cubicBezTo>
                    <a:pt x="0" y="980"/>
                    <a:pt x="109" y="1080"/>
                    <a:pt x="250" y="1080"/>
                  </a:cubicBezTo>
                  <a:cubicBezTo>
                    <a:pt x="313" y="1080"/>
                    <a:pt x="382" y="1060"/>
                    <a:pt x="451" y="1022"/>
                  </a:cubicBezTo>
                  <a:cubicBezTo>
                    <a:pt x="702" y="897"/>
                    <a:pt x="877" y="596"/>
                    <a:pt x="877" y="320"/>
                  </a:cubicBezTo>
                  <a:cubicBezTo>
                    <a:pt x="877" y="113"/>
                    <a:pt x="770" y="0"/>
                    <a:pt x="6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0" name="Google Shape;2000;p22"/>
            <p:cNvSpPr/>
            <p:nvPr/>
          </p:nvSpPr>
          <p:spPr>
            <a:xfrm>
              <a:off x="5018950" y="147990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0"/>
                  </a:moveTo>
                  <a:cubicBezTo>
                    <a:pt x="568" y="0"/>
                    <a:pt x="509" y="18"/>
                    <a:pt x="451" y="54"/>
                  </a:cubicBezTo>
                  <a:cubicBezTo>
                    <a:pt x="226" y="179"/>
                    <a:pt x="25" y="505"/>
                    <a:pt x="0" y="780"/>
                  </a:cubicBezTo>
                  <a:cubicBezTo>
                    <a:pt x="0" y="977"/>
                    <a:pt x="102" y="1084"/>
                    <a:pt x="251" y="1084"/>
                  </a:cubicBezTo>
                  <a:cubicBezTo>
                    <a:pt x="312" y="1084"/>
                    <a:pt x="379" y="1067"/>
                    <a:pt x="451" y="1031"/>
                  </a:cubicBezTo>
                  <a:cubicBezTo>
                    <a:pt x="702" y="906"/>
                    <a:pt x="877" y="580"/>
                    <a:pt x="877" y="304"/>
                  </a:cubicBezTo>
                  <a:cubicBezTo>
                    <a:pt x="877" y="108"/>
                    <a:pt x="763" y="0"/>
                    <a:pt x="6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1" name="Google Shape;2001;p22"/>
            <p:cNvSpPr/>
            <p:nvPr/>
          </p:nvSpPr>
          <p:spPr>
            <a:xfrm>
              <a:off x="5114800" y="1203450"/>
              <a:ext cx="21325" cy="26750"/>
            </a:xfrm>
            <a:custGeom>
              <a:avLst/>
              <a:gdLst/>
              <a:ahLst/>
              <a:cxnLst/>
              <a:rect l="l" t="t" r="r" b="b"/>
              <a:pathLst>
                <a:path w="853" h="1070" extrusionOk="0">
                  <a:moveTo>
                    <a:pt x="622" y="1"/>
                  </a:moveTo>
                  <a:cubicBezTo>
                    <a:pt x="563" y="1"/>
                    <a:pt x="496" y="20"/>
                    <a:pt x="427" y="59"/>
                  </a:cubicBezTo>
                  <a:cubicBezTo>
                    <a:pt x="201" y="184"/>
                    <a:pt x="26" y="485"/>
                    <a:pt x="1" y="761"/>
                  </a:cubicBezTo>
                  <a:cubicBezTo>
                    <a:pt x="1" y="969"/>
                    <a:pt x="85" y="1069"/>
                    <a:pt x="220" y="1069"/>
                  </a:cubicBezTo>
                  <a:cubicBezTo>
                    <a:pt x="280" y="1069"/>
                    <a:pt x="350" y="1050"/>
                    <a:pt x="427" y="1011"/>
                  </a:cubicBezTo>
                  <a:cubicBezTo>
                    <a:pt x="677" y="886"/>
                    <a:pt x="853" y="585"/>
                    <a:pt x="853" y="310"/>
                  </a:cubicBezTo>
                  <a:cubicBezTo>
                    <a:pt x="853" y="101"/>
                    <a:pt x="756" y="1"/>
                    <a:pt x="6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2" name="Google Shape;2002;p22"/>
            <p:cNvSpPr/>
            <p:nvPr/>
          </p:nvSpPr>
          <p:spPr>
            <a:xfrm>
              <a:off x="5210675" y="1147800"/>
              <a:ext cx="21950" cy="27150"/>
            </a:xfrm>
            <a:custGeom>
              <a:avLst/>
              <a:gdLst/>
              <a:ahLst/>
              <a:cxnLst/>
              <a:rect l="l" t="t" r="r" b="b"/>
              <a:pathLst>
                <a:path w="878" h="1086" extrusionOk="0">
                  <a:moveTo>
                    <a:pt x="635" y="1"/>
                  </a:moveTo>
                  <a:cubicBezTo>
                    <a:pt x="579" y="1"/>
                    <a:pt x="516" y="18"/>
                    <a:pt x="451" y="54"/>
                  </a:cubicBezTo>
                  <a:cubicBezTo>
                    <a:pt x="226" y="180"/>
                    <a:pt x="0" y="480"/>
                    <a:pt x="0" y="781"/>
                  </a:cubicBezTo>
                  <a:cubicBezTo>
                    <a:pt x="0" y="978"/>
                    <a:pt x="115" y="1085"/>
                    <a:pt x="263" y="1085"/>
                  </a:cubicBezTo>
                  <a:cubicBezTo>
                    <a:pt x="322" y="1085"/>
                    <a:pt x="387" y="1068"/>
                    <a:pt x="451" y="1032"/>
                  </a:cubicBezTo>
                  <a:cubicBezTo>
                    <a:pt x="702" y="906"/>
                    <a:pt x="878" y="581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3" name="Google Shape;2003;p22"/>
            <p:cNvSpPr/>
            <p:nvPr/>
          </p:nvSpPr>
          <p:spPr>
            <a:xfrm>
              <a:off x="5307150" y="1092050"/>
              <a:ext cx="21975" cy="27125"/>
            </a:xfrm>
            <a:custGeom>
              <a:avLst/>
              <a:gdLst/>
              <a:ahLst/>
              <a:cxnLst/>
              <a:rect l="l" t="t" r="r" b="b"/>
              <a:pathLst>
                <a:path w="879" h="1085" extrusionOk="0">
                  <a:moveTo>
                    <a:pt x="625" y="0"/>
                  </a:moveTo>
                  <a:cubicBezTo>
                    <a:pt x="569" y="0"/>
                    <a:pt x="510" y="18"/>
                    <a:pt x="452" y="54"/>
                  </a:cubicBezTo>
                  <a:cubicBezTo>
                    <a:pt x="227" y="179"/>
                    <a:pt x="26" y="530"/>
                    <a:pt x="1" y="781"/>
                  </a:cubicBezTo>
                  <a:cubicBezTo>
                    <a:pt x="1" y="977"/>
                    <a:pt x="116" y="1085"/>
                    <a:pt x="263" y="1085"/>
                  </a:cubicBezTo>
                  <a:cubicBezTo>
                    <a:pt x="323" y="1085"/>
                    <a:pt x="387" y="1067"/>
                    <a:pt x="452" y="1031"/>
                  </a:cubicBezTo>
                  <a:cubicBezTo>
                    <a:pt x="678" y="906"/>
                    <a:pt x="878" y="580"/>
                    <a:pt x="878" y="304"/>
                  </a:cubicBezTo>
                  <a:cubicBezTo>
                    <a:pt x="878" y="108"/>
                    <a:pt x="763" y="0"/>
                    <a:pt x="6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4" name="Google Shape;2004;p22"/>
            <p:cNvSpPr/>
            <p:nvPr/>
          </p:nvSpPr>
          <p:spPr>
            <a:xfrm>
              <a:off x="5115425" y="131385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16" y="1"/>
                  </a:moveTo>
                  <a:cubicBezTo>
                    <a:pt x="556" y="1"/>
                    <a:pt x="492" y="18"/>
                    <a:pt x="427" y="54"/>
                  </a:cubicBezTo>
                  <a:cubicBezTo>
                    <a:pt x="176" y="179"/>
                    <a:pt x="1" y="480"/>
                    <a:pt x="1" y="781"/>
                  </a:cubicBezTo>
                  <a:cubicBezTo>
                    <a:pt x="1" y="977"/>
                    <a:pt x="90" y="1085"/>
                    <a:pt x="232" y="1085"/>
                  </a:cubicBezTo>
                  <a:cubicBezTo>
                    <a:pt x="289" y="1085"/>
                    <a:pt x="355" y="1067"/>
                    <a:pt x="427" y="1031"/>
                  </a:cubicBezTo>
                  <a:cubicBezTo>
                    <a:pt x="677" y="906"/>
                    <a:pt x="878" y="580"/>
                    <a:pt x="878" y="305"/>
                  </a:cubicBezTo>
                  <a:cubicBezTo>
                    <a:pt x="878" y="108"/>
                    <a:pt x="763" y="1"/>
                    <a:pt x="6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5" name="Google Shape;2005;p22"/>
            <p:cNvSpPr/>
            <p:nvPr/>
          </p:nvSpPr>
          <p:spPr>
            <a:xfrm>
              <a:off x="5115425" y="142412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16" y="1"/>
                  </a:moveTo>
                  <a:cubicBezTo>
                    <a:pt x="556" y="1"/>
                    <a:pt x="492" y="18"/>
                    <a:pt x="427" y="54"/>
                  </a:cubicBezTo>
                  <a:cubicBezTo>
                    <a:pt x="226" y="179"/>
                    <a:pt x="26" y="530"/>
                    <a:pt x="1" y="781"/>
                  </a:cubicBezTo>
                  <a:cubicBezTo>
                    <a:pt x="1" y="977"/>
                    <a:pt x="90" y="1085"/>
                    <a:pt x="232" y="1085"/>
                  </a:cubicBezTo>
                  <a:cubicBezTo>
                    <a:pt x="289" y="1085"/>
                    <a:pt x="355" y="1067"/>
                    <a:pt x="427" y="1031"/>
                  </a:cubicBezTo>
                  <a:cubicBezTo>
                    <a:pt x="677" y="906"/>
                    <a:pt x="878" y="580"/>
                    <a:pt x="878" y="305"/>
                  </a:cubicBezTo>
                  <a:cubicBezTo>
                    <a:pt x="878" y="108"/>
                    <a:pt x="763" y="1"/>
                    <a:pt x="6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6" name="Google Shape;2006;p22"/>
            <p:cNvSpPr/>
            <p:nvPr/>
          </p:nvSpPr>
          <p:spPr>
            <a:xfrm>
              <a:off x="5211300" y="1258100"/>
              <a:ext cx="22575" cy="27125"/>
            </a:xfrm>
            <a:custGeom>
              <a:avLst/>
              <a:gdLst/>
              <a:ahLst/>
              <a:cxnLst/>
              <a:rect l="l" t="t" r="r" b="b"/>
              <a:pathLst>
                <a:path w="903" h="1085" extrusionOk="0">
                  <a:moveTo>
                    <a:pt x="640" y="0"/>
                  </a:moveTo>
                  <a:cubicBezTo>
                    <a:pt x="581" y="0"/>
                    <a:pt x="516" y="17"/>
                    <a:pt x="452" y="53"/>
                  </a:cubicBezTo>
                  <a:cubicBezTo>
                    <a:pt x="201" y="179"/>
                    <a:pt x="0" y="530"/>
                    <a:pt x="25" y="780"/>
                  </a:cubicBezTo>
                  <a:cubicBezTo>
                    <a:pt x="25" y="977"/>
                    <a:pt x="115" y="1084"/>
                    <a:pt x="257" y="1084"/>
                  </a:cubicBezTo>
                  <a:cubicBezTo>
                    <a:pt x="314" y="1084"/>
                    <a:pt x="380" y="1067"/>
                    <a:pt x="452" y="1031"/>
                  </a:cubicBezTo>
                  <a:cubicBezTo>
                    <a:pt x="702" y="905"/>
                    <a:pt x="903" y="580"/>
                    <a:pt x="903" y="304"/>
                  </a:cubicBezTo>
                  <a:cubicBezTo>
                    <a:pt x="903" y="107"/>
                    <a:pt x="788" y="0"/>
                    <a:pt x="6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7" name="Google Shape;2007;p22"/>
            <p:cNvSpPr/>
            <p:nvPr/>
          </p:nvSpPr>
          <p:spPr>
            <a:xfrm>
              <a:off x="5307150" y="1202325"/>
              <a:ext cx="21975" cy="27125"/>
            </a:xfrm>
            <a:custGeom>
              <a:avLst/>
              <a:gdLst/>
              <a:ahLst/>
              <a:cxnLst/>
              <a:rect l="l" t="t" r="r" b="b"/>
              <a:pathLst>
                <a:path w="879" h="1085" extrusionOk="0">
                  <a:moveTo>
                    <a:pt x="625" y="0"/>
                  </a:moveTo>
                  <a:cubicBezTo>
                    <a:pt x="569" y="0"/>
                    <a:pt x="510" y="18"/>
                    <a:pt x="452" y="54"/>
                  </a:cubicBezTo>
                  <a:cubicBezTo>
                    <a:pt x="227" y="179"/>
                    <a:pt x="26" y="530"/>
                    <a:pt x="1" y="781"/>
                  </a:cubicBezTo>
                  <a:cubicBezTo>
                    <a:pt x="1" y="977"/>
                    <a:pt x="116" y="1085"/>
                    <a:pt x="263" y="1085"/>
                  </a:cubicBezTo>
                  <a:cubicBezTo>
                    <a:pt x="323" y="1085"/>
                    <a:pt x="387" y="1067"/>
                    <a:pt x="452" y="1031"/>
                  </a:cubicBezTo>
                  <a:cubicBezTo>
                    <a:pt x="678" y="906"/>
                    <a:pt x="878" y="605"/>
                    <a:pt x="878" y="304"/>
                  </a:cubicBezTo>
                  <a:cubicBezTo>
                    <a:pt x="878" y="108"/>
                    <a:pt x="763" y="0"/>
                    <a:pt x="6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8" name="Google Shape;2008;p22"/>
            <p:cNvSpPr/>
            <p:nvPr/>
          </p:nvSpPr>
          <p:spPr>
            <a:xfrm>
              <a:off x="5307800" y="1313100"/>
              <a:ext cx="21950" cy="26750"/>
            </a:xfrm>
            <a:custGeom>
              <a:avLst/>
              <a:gdLst/>
              <a:ahLst/>
              <a:cxnLst/>
              <a:rect l="l" t="t" r="r" b="b"/>
              <a:pathLst>
                <a:path w="878" h="1070" extrusionOk="0">
                  <a:moveTo>
                    <a:pt x="647" y="1"/>
                  </a:moveTo>
                  <a:cubicBezTo>
                    <a:pt x="587" y="1"/>
                    <a:pt x="520" y="20"/>
                    <a:pt x="451" y="59"/>
                  </a:cubicBezTo>
                  <a:cubicBezTo>
                    <a:pt x="201" y="184"/>
                    <a:pt x="0" y="510"/>
                    <a:pt x="0" y="761"/>
                  </a:cubicBezTo>
                  <a:cubicBezTo>
                    <a:pt x="0" y="969"/>
                    <a:pt x="108" y="1069"/>
                    <a:pt x="250" y="1069"/>
                  </a:cubicBezTo>
                  <a:cubicBezTo>
                    <a:pt x="313" y="1069"/>
                    <a:pt x="382" y="1050"/>
                    <a:pt x="451" y="1011"/>
                  </a:cubicBezTo>
                  <a:cubicBezTo>
                    <a:pt x="702" y="886"/>
                    <a:pt x="877" y="585"/>
                    <a:pt x="877" y="310"/>
                  </a:cubicBezTo>
                  <a:cubicBezTo>
                    <a:pt x="877" y="101"/>
                    <a:pt x="781" y="1"/>
                    <a:pt x="6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9" name="Google Shape;2009;p22"/>
            <p:cNvSpPr/>
            <p:nvPr/>
          </p:nvSpPr>
          <p:spPr>
            <a:xfrm>
              <a:off x="5211300" y="1368375"/>
              <a:ext cx="22575" cy="27125"/>
            </a:xfrm>
            <a:custGeom>
              <a:avLst/>
              <a:gdLst/>
              <a:ahLst/>
              <a:cxnLst/>
              <a:rect l="l" t="t" r="r" b="b"/>
              <a:pathLst>
                <a:path w="903" h="1085" extrusionOk="0">
                  <a:moveTo>
                    <a:pt x="640" y="0"/>
                  </a:moveTo>
                  <a:cubicBezTo>
                    <a:pt x="581" y="0"/>
                    <a:pt x="516" y="17"/>
                    <a:pt x="452" y="53"/>
                  </a:cubicBezTo>
                  <a:cubicBezTo>
                    <a:pt x="226" y="179"/>
                    <a:pt x="0" y="530"/>
                    <a:pt x="25" y="780"/>
                  </a:cubicBezTo>
                  <a:cubicBezTo>
                    <a:pt x="25" y="977"/>
                    <a:pt x="127" y="1084"/>
                    <a:pt x="268" y="1084"/>
                  </a:cubicBezTo>
                  <a:cubicBezTo>
                    <a:pt x="324" y="1084"/>
                    <a:pt x="387" y="1067"/>
                    <a:pt x="452" y="1031"/>
                  </a:cubicBezTo>
                  <a:cubicBezTo>
                    <a:pt x="702" y="906"/>
                    <a:pt x="903" y="605"/>
                    <a:pt x="903" y="304"/>
                  </a:cubicBezTo>
                  <a:cubicBezTo>
                    <a:pt x="903" y="107"/>
                    <a:pt x="788" y="0"/>
                    <a:pt x="6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0" name="Google Shape;2010;p22"/>
            <p:cNvSpPr/>
            <p:nvPr/>
          </p:nvSpPr>
          <p:spPr>
            <a:xfrm>
              <a:off x="4921825" y="1642050"/>
              <a:ext cx="21950" cy="26750"/>
            </a:xfrm>
            <a:custGeom>
              <a:avLst/>
              <a:gdLst/>
              <a:ahLst/>
              <a:cxnLst/>
              <a:rect l="l" t="t" r="r" b="b"/>
              <a:pathLst>
                <a:path w="878" h="1070" extrusionOk="0">
                  <a:moveTo>
                    <a:pt x="636" y="1"/>
                  </a:moveTo>
                  <a:cubicBezTo>
                    <a:pt x="577" y="1"/>
                    <a:pt x="513" y="20"/>
                    <a:pt x="452" y="59"/>
                  </a:cubicBezTo>
                  <a:cubicBezTo>
                    <a:pt x="201" y="184"/>
                    <a:pt x="0" y="510"/>
                    <a:pt x="0" y="761"/>
                  </a:cubicBezTo>
                  <a:cubicBezTo>
                    <a:pt x="0" y="969"/>
                    <a:pt x="109" y="1069"/>
                    <a:pt x="251" y="1069"/>
                  </a:cubicBezTo>
                  <a:cubicBezTo>
                    <a:pt x="313" y="1069"/>
                    <a:pt x="382" y="1050"/>
                    <a:pt x="452" y="1011"/>
                  </a:cubicBezTo>
                  <a:cubicBezTo>
                    <a:pt x="702" y="886"/>
                    <a:pt x="878" y="585"/>
                    <a:pt x="878" y="309"/>
                  </a:cubicBezTo>
                  <a:cubicBezTo>
                    <a:pt x="878" y="101"/>
                    <a:pt x="769" y="1"/>
                    <a:pt x="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1" name="Google Shape;2011;p22"/>
            <p:cNvSpPr/>
            <p:nvPr/>
          </p:nvSpPr>
          <p:spPr>
            <a:xfrm>
              <a:off x="5018325" y="1586400"/>
              <a:ext cx="21950" cy="27150"/>
            </a:xfrm>
            <a:custGeom>
              <a:avLst/>
              <a:gdLst/>
              <a:ahLst/>
              <a:cxnLst/>
              <a:rect l="l" t="t" r="r" b="b"/>
              <a:pathLst>
                <a:path w="878" h="1086" extrusionOk="0">
                  <a:moveTo>
                    <a:pt x="615" y="1"/>
                  </a:moveTo>
                  <a:cubicBezTo>
                    <a:pt x="556" y="1"/>
                    <a:pt x="491" y="18"/>
                    <a:pt x="426" y="54"/>
                  </a:cubicBezTo>
                  <a:cubicBezTo>
                    <a:pt x="175" y="180"/>
                    <a:pt x="0" y="480"/>
                    <a:pt x="0" y="781"/>
                  </a:cubicBezTo>
                  <a:cubicBezTo>
                    <a:pt x="0" y="978"/>
                    <a:pt x="89" y="1085"/>
                    <a:pt x="231" y="1085"/>
                  </a:cubicBezTo>
                  <a:cubicBezTo>
                    <a:pt x="288" y="1085"/>
                    <a:pt x="354" y="1068"/>
                    <a:pt x="426" y="1032"/>
                  </a:cubicBezTo>
                  <a:cubicBezTo>
                    <a:pt x="677" y="906"/>
                    <a:pt x="877" y="581"/>
                    <a:pt x="877" y="305"/>
                  </a:cubicBezTo>
                  <a:cubicBezTo>
                    <a:pt x="877" y="108"/>
                    <a:pt x="763" y="1"/>
                    <a:pt x="6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2" name="Google Shape;2012;p22"/>
            <p:cNvSpPr/>
            <p:nvPr/>
          </p:nvSpPr>
          <p:spPr>
            <a:xfrm>
              <a:off x="5114800" y="1530650"/>
              <a:ext cx="21325" cy="27125"/>
            </a:xfrm>
            <a:custGeom>
              <a:avLst/>
              <a:gdLst/>
              <a:ahLst/>
              <a:cxnLst/>
              <a:rect l="l" t="t" r="r" b="b"/>
              <a:pathLst>
                <a:path w="853" h="1085" extrusionOk="0">
                  <a:moveTo>
                    <a:pt x="611" y="0"/>
                  </a:moveTo>
                  <a:cubicBezTo>
                    <a:pt x="554" y="0"/>
                    <a:pt x="491" y="18"/>
                    <a:pt x="427" y="54"/>
                  </a:cubicBezTo>
                  <a:cubicBezTo>
                    <a:pt x="176" y="179"/>
                    <a:pt x="1" y="530"/>
                    <a:pt x="1" y="780"/>
                  </a:cubicBezTo>
                  <a:cubicBezTo>
                    <a:pt x="1" y="977"/>
                    <a:pt x="90" y="1084"/>
                    <a:pt x="232" y="1084"/>
                  </a:cubicBezTo>
                  <a:cubicBezTo>
                    <a:pt x="289" y="1084"/>
                    <a:pt x="355" y="1067"/>
                    <a:pt x="427" y="1031"/>
                  </a:cubicBezTo>
                  <a:cubicBezTo>
                    <a:pt x="677" y="906"/>
                    <a:pt x="853" y="580"/>
                    <a:pt x="853" y="304"/>
                  </a:cubicBezTo>
                  <a:cubicBezTo>
                    <a:pt x="853" y="108"/>
                    <a:pt x="751" y="0"/>
                    <a:pt x="6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3" name="Google Shape;2013;p22"/>
            <p:cNvSpPr/>
            <p:nvPr/>
          </p:nvSpPr>
          <p:spPr>
            <a:xfrm>
              <a:off x="5210050" y="147487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1"/>
                  </a:moveTo>
                  <a:cubicBezTo>
                    <a:pt x="568" y="1"/>
                    <a:pt x="509" y="18"/>
                    <a:pt x="451" y="54"/>
                  </a:cubicBezTo>
                  <a:cubicBezTo>
                    <a:pt x="226" y="179"/>
                    <a:pt x="0" y="505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1" y="1032"/>
                  </a:cubicBezTo>
                  <a:cubicBezTo>
                    <a:pt x="677" y="906"/>
                    <a:pt x="877" y="605"/>
                    <a:pt x="877" y="305"/>
                  </a:cubicBezTo>
                  <a:cubicBezTo>
                    <a:pt x="877" y="108"/>
                    <a:pt x="763" y="1"/>
                    <a:pt x="6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4" name="Google Shape;2014;p22"/>
            <p:cNvSpPr/>
            <p:nvPr/>
          </p:nvSpPr>
          <p:spPr>
            <a:xfrm>
              <a:off x="5306525" y="1419625"/>
              <a:ext cx="21975" cy="26725"/>
            </a:xfrm>
            <a:custGeom>
              <a:avLst/>
              <a:gdLst/>
              <a:ahLst/>
              <a:cxnLst/>
              <a:rect l="l" t="t" r="r" b="b"/>
              <a:pathLst>
                <a:path w="879" h="1069" extrusionOk="0">
                  <a:moveTo>
                    <a:pt x="628" y="1"/>
                  </a:moveTo>
                  <a:cubicBezTo>
                    <a:pt x="565" y="1"/>
                    <a:pt x="496" y="20"/>
                    <a:pt x="427" y="59"/>
                  </a:cubicBezTo>
                  <a:cubicBezTo>
                    <a:pt x="226" y="184"/>
                    <a:pt x="1" y="485"/>
                    <a:pt x="1" y="760"/>
                  </a:cubicBezTo>
                  <a:cubicBezTo>
                    <a:pt x="1" y="969"/>
                    <a:pt x="97" y="1069"/>
                    <a:pt x="232" y="1069"/>
                  </a:cubicBezTo>
                  <a:cubicBezTo>
                    <a:pt x="291" y="1069"/>
                    <a:pt x="358" y="1049"/>
                    <a:pt x="427" y="1011"/>
                  </a:cubicBezTo>
                  <a:cubicBezTo>
                    <a:pt x="678" y="886"/>
                    <a:pt x="878" y="585"/>
                    <a:pt x="878" y="309"/>
                  </a:cubicBezTo>
                  <a:cubicBezTo>
                    <a:pt x="878" y="101"/>
                    <a:pt x="770" y="1"/>
                    <a:pt x="6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 1">
  <p:cSld name="BLANK_1_1_1_1_1_1_1_1_1">
    <p:spTree>
      <p:nvGrpSpPr>
        <p:cNvPr id="1" name="Shape 2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16" name="Google Shape;2016;p23"/>
          <p:cNvGrpSpPr/>
          <p:nvPr/>
        </p:nvGrpSpPr>
        <p:grpSpPr>
          <a:xfrm>
            <a:off x="-458461" y="-321271"/>
            <a:ext cx="10059175" cy="5791575"/>
            <a:chOff x="-458461" y="-321271"/>
            <a:chExt cx="10059175" cy="5791575"/>
          </a:xfrm>
        </p:grpSpPr>
        <p:grpSp>
          <p:nvGrpSpPr>
            <p:cNvPr id="2017" name="Google Shape;2017;p23"/>
            <p:cNvGrpSpPr/>
            <p:nvPr/>
          </p:nvGrpSpPr>
          <p:grpSpPr>
            <a:xfrm flipH="1">
              <a:off x="-458461" y="-245071"/>
              <a:ext cx="9830575" cy="5715375"/>
              <a:chOff x="-358925" y="-303650"/>
              <a:chExt cx="9830575" cy="5715375"/>
            </a:xfrm>
          </p:grpSpPr>
          <p:cxnSp>
            <p:nvCxnSpPr>
              <p:cNvPr id="2018" name="Google Shape;2018;p23"/>
              <p:cNvCxnSpPr/>
              <p:nvPr/>
            </p:nvCxnSpPr>
            <p:spPr>
              <a:xfrm rot="10800000" flipH="1">
                <a:off x="-282200" y="-303650"/>
                <a:ext cx="1052400" cy="607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19" name="Google Shape;2019;p23"/>
              <p:cNvCxnSpPr/>
              <p:nvPr/>
            </p:nvCxnSpPr>
            <p:spPr>
              <a:xfrm rot="10800000" flipH="1">
                <a:off x="-281950" y="-236675"/>
                <a:ext cx="1425600" cy="822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20" name="Google Shape;2020;p23"/>
              <p:cNvCxnSpPr/>
              <p:nvPr/>
            </p:nvCxnSpPr>
            <p:spPr>
              <a:xfrm rot="10800000" flipH="1">
                <a:off x="-358925" y="-155350"/>
                <a:ext cx="1851000" cy="1068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21" name="Google Shape;2021;p23"/>
              <p:cNvCxnSpPr/>
              <p:nvPr/>
            </p:nvCxnSpPr>
            <p:spPr>
              <a:xfrm rot="10800000" flipH="1">
                <a:off x="-267650" y="-115750"/>
                <a:ext cx="2180400" cy="125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22" name="Google Shape;2022;p23"/>
              <p:cNvCxnSpPr/>
              <p:nvPr/>
            </p:nvCxnSpPr>
            <p:spPr>
              <a:xfrm rot="10800000" flipH="1">
                <a:off x="-229800" y="-86050"/>
                <a:ext cx="2580300" cy="1489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23" name="Google Shape;2023;p23"/>
              <p:cNvCxnSpPr/>
              <p:nvPr/>
            </p:nvCxnSpPr>
            <p:spPr>
              <a:xfrm rot="10800000" flipH="1">
                <a:off x="-212775" y="-127750"/>
                <a:ext cx="3125100" cy="1804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24" name="Google Shape;2024;p23"/>
              <p:cNvCxnSpPr/>
              <p:nvPr/>
            </p:nvCxnSpPr>
            <p:spPr>
              <a:xfrm rot="10800000" flipH="1">
                <a:off x="-180475" y="-165575"/>
                <a:ext cx="3648000" cy="210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25" name="Google Shape;2025;p23"/>
              <p:cNvCxnSpPr/>
              <p:nvPr/>
            </p:nvCxnSpPr>
            <p:spPr>
              <a:xfrm rot="10800000" flipH="1">
                <a:off x="-227000" y="-146700"/>
                <a:ext cx="4150500" cy="2396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26" name="Google Shape;2026;p23"/>
              <p:cNvCxnSpPr/>
              <p:nvPr/>
            </p:nvCxnSpPr>
            <p:spPr>
              <a:xfrm rot="10800000" flipH="1">
                <a:off x="-285775" y="-133000"/>
                <a:ext cx="4675200" cy="2699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27" name="Google Shape;2027;p23"/>
              <p:cNvCxnSpPr/>
              <p:nvPr/>
            </p:nvCxnSpPr>
            <p:spPr>
              <a:xfrm rot="10800000" flipH="1">
                <a:off x="-254975" y="-209000"/>
                <a:ext cx="5265600" cy="303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28" name="Google Shape;2028;p23"/>
              <p:cNvCxnSpPr/>
              <p:nvPr/>
            </p:nvCxnSpPr>
            <p:spPr>
              <a:xfrm rot="10800000" flipH="1">
                <a:off x="-230325" y="-171400"/>
                <a:ext cx="5665200" cy="327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29" name="Google Shape;2029;p23"/>
              <p:cNvCxnSpPr/>
              <p:nvPr/>
            </p:nvCxnSpPr>
            <p:spPr>
              <a:xfrm rot="10800000" flipH="1">
                <a:off x="-203625" y="-162575"/>
                <a:ext cx="6111900" cy="3528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30" name="Google Shape;2030;p23"/>
              <p:cNvCxnSpPr/>
              <p:nvPr/>
            </p:nvCxnSpPr>
            <p:spPr>
              <a:xfrm rot="10800000" flipH="1">
                <a:off x="-212500" y="-179425"/>
                <a:ext cx="6639600" cy="3833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31" name="Google Shape;2031;p23"/>
              <p:cNvCxnSpPr/>
              <p:nvPr/>
            </p:nvCxnSpPr>
            <p:spPr>
              <a:xfrm rot="10800000" flipH="1">
                <a:off x="-237200" y="-171550"/>
                <a:ext cx="7140000" cy="4122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32" name="Google Shape;2032;p23"/>
              <p:cNvCxnSpPr/>
              <p:nvPr/>
            </p:nvCxnSpPr>
            <p:spPr>
              <a:xfrm rot="10800000" flipH="1">
                <a:off x="-208450" y="-169925"/>
                <a:ext cx="7598100" cy="4386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33" name="Google Shape;2033;p23"/>
              <p:cNvCxnSpPr/>
              <p:nvPr/>
            </p:nvCxnSpPr>
            <p:spPr>
              <a:xfrm rot="10800000" flipH="1">
                <a:off x="-126875" y="-166100"/>
                <a:ext cx="7999200" cy="4618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34" name="Google Shape;2034;p23"/>
              <p:cNvCxnSpPr/>
              <p:nvPr/>
            </p:nvCxnSpPr>
            <p:spPr>
              <a:xfrm rot="10800000" flipH="1">
                <a:off x="-175950" y="-237725"/>
                <a:ext cx="8661600" cy="500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35" name="Google Shape;2035;p23"/>
              <p:cNvCxnSpPr/>
              <p:nvPr/>
            </p:nvCxnSpPr>
            <p:spPr>
              <a:xfrm rot="10800000" flipH="1">
                <a:off x="-230050" y="-244075"/>
                <a:ext cx="9215700" cy="5320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36" name="Google Shape;2036;p23"/>
              <p:cNvCxnSpPr/>
              <p:nvPr/>
            </p:nvCxnSpPr>
            <p:spPr>
              <a:xfrm rot="10800000" flipH="1">
                <a:off x="-150500" y="-149375"/>
                <a:ext cx="9462000" cy="5462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37" name="Google Shape;2037;p23"/>
              <p:cNvCxnSpPr/>
              <p:nvPr/>
            </p:nvCxnSpPr>
            <p:spPr>
              <a:xfrm rot="10800000" flipH="1">
                <a:off x="277300" y="105750"/>
                <a:ext cx="9081600" cy="5243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38" name="Google Shape;2038;p23"/>
              <p:cNvCxnSpPr/>
              <p:nvPr/>
            </p:nvCxnSpPr>
            <p:spPr>
              <a:xfrm rot="10800000" flipH="1">
                <a:off x="846950" y="376800"/>
                <a:ext cx="8531400" cy="4925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39" name="Google Shape;2039;p23"/>
              <p:cNvCxnSpPr/>
              <p:nvPr/>
            </p:nvCxnSpPr>
            <p:spPr>
              <a:xfrm rot="10800000" flipH="1">
                <a:off x="1349000" y="635275"/>
                <a:ext cx="8071500" cy="465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40" name="Google Shape;2040;p23"/>
              <p:cNvCxnSpPr/>
              <p:nvPr/>
            </p:nvCxnSpPr>
            <p:spPr>
              <a:xfrm rot="10800000" flipH="1">
                <a:off x="1864375" y="918950"/>
                <a:ext cx="7554300" cy="4361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41" name="Google Shape;2041;p23"/>
              <p:cNvCxnSpPr/>
              <p:nvPr/>
            </p:nvCxnSpPr>
            <p:spPr>
              <a:xfrm rot="10800000" flipH="1">
                <a:off x="2403950" y="1170550"/>
                <a:ext cx="7067700" cy="408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42" name="Google Shape;2042;p23"/>
              <p:cNvCxnSpPr/>
              <p:nvPr/>
            </p:nvCxnSpPr>
            <p:spPr>
              <a:xfrm rot="10800000" flipH="1">
                <a:off x="2718375" y="1495625"/>
                <a:ext cx="6679800" cy="3856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43" name="Google Shape;2043;p23"/>
              <p:cNvCxnSpPr/>
              <p:nvPr/>
            </p:nvCxnSpPr>
            <p:spPr>
              <a:xfrm rot="10800000" flipH="1">
                <a:off x="3297700" y="1822900"/>
                <a:ext cx="6023100" cy="3477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44" name="Google Shape;2044;p23"/>
              <p:cNvCxnSpPr/>
              <p:nvPr/>
            </p:nvCxnSpPr>
            <p:spPr>
              <a:xfrm rot="10800000" flipH="1">
                <a:off x="3726050" y="2104125"/>
                <a:ext cx="5597100" cy="3231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45" name="Google Shape;2045;p23"/>
              <p:cNvCxnSpPr/>
              <p:nvPr/>
            </p:nvCxnSpPr>
            <p:spPr>
              <a:xfrm rot="10800000" flipH="1">
                <a:off x="4244875" y="2361600"/>
                <a:ext cx="5121600" cy="295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46" name="Google Shape;2046;p23"/>
              <p:cNvCxnSpPr/>
              <p:nvPr/>
            </p:nvCxnSpPr>
            <p:spPr>
              <a:xfrm rot="10800000" flipH="1">
                <a:off x="4742850" y="2657525"/>
                <a:ext cx="4600200" cy="2655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47" name="Google Shape;2047;p23"/>
              <p:cNvCxnSpPr/>
              <p:nvPr/>
            </p:nvCxnSpPr>
            <p:spPr>
              <a:xfrm rot="10800000" flipH="1">
                <a:off x="5210850" y="2937150"/>
                <a:ext cx="4137300" cy="2388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48" name="Google Shape;2048;p23"/>
              <p:cNvCxnSpPr/>
              <p:nvPr/>
            </p:nvCxnSpPr>
            <p:spPr>
              <a:xfrm rot="10800000" flipH="1">
                <a:off x="5725550" y="3223700"/>
                <a:ext cx="3615300" cy="208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49" name="Google Shape;2049;p23"/>
              <p:cNvCxnSpPr/>
              <p:nvPr/>
            </p:nvCxnSpPr>
            <p:spPr>
              <a:xfrm rot="10800000" flipH="1">
                <a:off x="6217950" y="3515950"/>
                <a:ext cx="3106500" cy="1793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50" name="Google Shape;2050;p23"/>
              <p:cNvCxnSpPr/>
              <p:nvPr/>
            </p:nvCxnSpPr>
            <p:spPr>
              <a:xfrm rot="10800000" flipH="1">
                <a:off x="6716500" y="3797450"/>
                <a:ext cx="2609700" cy="1506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51" name="Google Shape;2051;p23"/>
              <p:cNvCxnSpPr/>
              <p:nvPr/>
            </p:nvCxnSpPr>
            <p:spPr>
              <a:xfrm rot="10800000" flipH="1">
                <a:off x="7199175" y="4100700"/>
                <a:ext cx="2091000" cy="1207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52" name="Google Shape;2052;p23"/>
              <p:cNvCxnSpPr/>
              <p:nvPr/>
            </p:nvCxnSpPr>
            <p:spPr>
              <a:xfrm rot="10800000" flipH="1">
                <a:off x="7718000" y="4338975"/>
                <a:ext cx="1648800" cy="951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53" name="Google Shape;2053;p23"/>
              <p:cNvCxnSpPr/>
              <p:nvPr/>
            </p:nvCxnSpPr>
            <p:spPr>
              <a:xfrm rot="10800000" flipH="1">
                <a:off x="8129050" y="4607075"/>
                <a:ext cx="1263000" cy="729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54" name="Google Shape;2054;p23"/>
              <p:cNvCxnSpPr/>
              <p:nvPr/>
            </p:nvCxnSpPr>
            <p:spPr>
              <a:xfrm rot="10800000" flipH="1">
                <a:off x="8487200" y="4879525"/>
                <a:ext cx="921600" cy="532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055" name="Google Shape;2055;p23"/>
            <p:cNvGrpSpPr/>
            <p:nvPr/>
          </p:nvGrpSpPr>
          <p:grpSpPr>
            <a:xfrm rot="10800000">
              <a:off x="-229861" y="-321271"/>
              <a:ext cx="9830575" cy="5715375"/>
              <a:chOff x="-358925" y="-303650"/>
              <a:chExt cx="9830575" cy="5715375"/>
            </a:xfrm>
          </p:grpSpPr>
          <p:cxnSp>
            <p:nvCxnSpPr>
              <p:cNvPr id="2056" name="Google Shape;2056;p23"/>
              <p:cNvCxnSpPr/>
              <p:nvPr/>
            </p:nvCxnSpPr>
            <p:spPr>
              <a:xfrm rot="10800000" flipH="1">
                <a:off x="-282200" y="-303650"/>
                <a:ext cx="1052400" cy="607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57" name="Google Shape;2057;p23"/>
              <p:cNvCxnSpPr/>
              <p:nvPr/>
            </p:nvCxnSpPr>
            <p:spPr>
              <a:xfrm rot="10800000" flipH="1">
                <a:off x="-281950" y="-236675"/>
                <a:ext cx="1425600" cy="822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58" name="Google Shape;2058;p23"/>
              <p:cNvCxnSpPr/>
              <p:nvPr/>
            </p:nvCxnSpPr>
            <p:spPr>
              <a:xfrm rot="10800000" flipH="1">
                <a:off x="-358925" y="-155350"/>
                <a:ext cx="1851000" cy="1068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59" name="Google Shape;2059;p23"/>
              <p:cNvCxnSpPr/>
              <p:nvPr/>
            </p:nvCxnSpPr>
            <p:spPr>
              <a:xfrm rot="10800000" flipH="1">
                <a:off x="-267650" y="-115750"/>
                <a:ext cx="2180400" cy="125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60" name="Google Shape;2060;p23"/>
              <p:cNvCxnSpPr/>
              <p:nvPr/>
            </p:nvCxnSpPr>
            <p:spPr>
              <a:xfrm rot="10800000" flipH="1">
                <a:off x="-229800" y="-86050"/>
                <a:ext cx="2580300" cy="1489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61" name="Google Shape;2061;p23"/>
              <p:cNvCxnSpPr/>
              <p:nvPr/>
            </p:nvCxnSpPr>
            <p:spPr>
              <a:xfrm rot="10800000" flipH="1">
                <a:off x="-212775" y="-127750"/>
                <a:ext cx="3125100" cy="1804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62" name="Google Shape;2062;p23"/>
              <p:cNvCxnSpPr/>
              <p:nvPr/>
            </p:nvCxnSpPr>
            <p:spPr>
              <a:xfrm rot="10800000" flipH="1">
                <a:off x="-180475" y="-165575"/>
                <a:ext cx="3648000" cy="210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63" name="Google Shape;2063;p23"/>
              <p:cNvCxnSpPr/>
              <p:nvPr/>
            </p:nvCxnSpPr>
            <p:spPr>
              <a:xfrm rot="10800000" flipH="1">
                <a:off x="-227000" y="-146700"/>
                <a:ext cx="4150500" cy="2396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64" name="Google Shape;2064;p23"/>
              <p:cNvCxnSpPr/>
              <p:nvPr/>
            </p:nvCxnSpPr>
            <p:spPr>
              <a:xfrm rot="10800000" flipH="1">
                <a:off x="-285775" y="-133000"/>
                <a:ext cx="4675200" cy="2699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65" name="Google Shape;2065;p23"/>
              <p:cNvCxnSpPr/>
              <p:nvPr/>
            </p:nvCxnSpPr>
            <p:spPr>
              <a:xfrm rot="10800000" flipH="1">
                <a:off x="-254975" y="-209000"/>
                <a:ext cx="5265600" cy="303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66" name="Google Shape;2066;p23"/>
              <p:cNvCxnSpPr/>
              <p:nvPr/>
            </p:nvCxnSpPr>
            <p:spPr>
              <a:xfrm rot="10800000" flipH="1">
                <a:off x="-230325" y="-171400"/>
                <a:ext cx="5665200" cy="327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67" name="Google Shape;2067;p23"/>
              <p:cNvCxnSpPr/>
              <p:nvPr/>
            </p:nvCxnSpPr>
            <p:spPr>
              <a:xfrm rot="10800000" flipH="1">
                <a:off x="-203625" y="-162575"/>
                <a:ext cx="6111900" cy="3528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68" name="Google Shape;2068;p23"/>
              <p:cNvCxnSpPr/>
              <p:nvPr/>
            </p:nvCxnSpPr>
            <p:spPr>
              <a:xfrm rot="10800000" flipH="1">
                <a:off x="-212500" y="-179425"/>
                <a:ext cx="6639600" cy="3833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69" name="Google Shape;2069;p23"/>
              <p:cNvCxnSpPr/>
              <p:nvPr/>
            </p:nvCxnSpPr>
            <p:spPr>
              <a:xfrm rot="10800000" flipH="1">
                <a:off x="-237200" y="-171550"/>
                <a:ext cx="7140000" cy="4122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70" name="Google Shape;2070;p23"/>
              <p:cNvCxnSpPr/>
              <p:nvPr/>
            </p:nvCxnSpPr>
            <p:spPr>
              <a:xfrm rot="10800000" flipH="1">
                <a:off x="-208450" y="-169925"/>
                <a:ext cx="7598100" cy="4386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71" name="Google Shape;2071;p23"/>
              <p:cNvCxnSpPr/>
              <p:nvPr/>
            </p:nvCxnSpPr>
            <p:spPr>
              <a:xfrm rot="10800000" flipH="1">
                <a:off x="-126875" y="-166100"/>
                <a:ext cx="7999200" cy="4618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72" name="Google Shape;2072;p23"/>
              <p:cNvCxnSpPr/>
              <p:nvPr/>
            </p:nvCxnSpPr>
            <p:spPr>
              <a:xfrm rot="10800000" flipH="1">
                <a:off x="-175950" y="-237725"/>
                <a:ext cx="8661600" cy="500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73" name="Google Shape;2073;p23"/>
              <p:cNvCxnSpPr/>
              <p:nvPr/>
            </p:nvCxnSpPr>
            <p:spPr>
              <a:xfrm rot="10800000" flipH="1">
                <a:off x="-230050" y="-244075"/>
                <a:ext cx="9215700" cy="5320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74" name="Google Shape;2074;p23"/>
              <p:cNvCxnSpPr/>
              <p:nvPr/>
            </p:nvCxnSpPr>
            <p:spPr>
              <a:xfrm rot="10800000" flipH="1">
                <a:off x="-150500" y="-149375"/>
                <a:ext cx="9462000" cy="5462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75" name="Google Shape;2075;p23"/>
              <p:cNvCxnSpPr/>
              <p:nvPr/>
            </p:nvCxnSpPr>
            <p:spPr>
              <a:xfrm rot="10800000" flipH="1">
                <a:off x="277300" y="105750"/>
                <a:ext cx="9081600" cy="5243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76" name="Google Shape;2076;p23"/>
              <p:cNvCxnSpPr/>
              <p:nvPr/>
            </p:nvCxnSpPr>
            <p:spPr>
              <a:xfrm rot="10800000" flipH="1">
                <a:off x="846950" y="376800"/>
                <a:ext cx="8531400" cy="4925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77" name="Google Shape;2077;p23"/>
              <p:cNvCxnSpPr/>
              <p:nvPr/>
            </p:nvCxnSpPr>
            <p:spPr>
              <a:xfrm rot="10800000" flipH="1">
                <a:off x="1349000" y="635275"/>
                <a:ext cx="8071500" cy="465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78" name="Google Shape;2078;p23"/>
              <p:cNvCxnSpPr/>
              <p:nvPr/>
            </p:nvCxnSpPr>
            <p:spPr>
              <a:xfrm rot="10800000" flipH="1">
                <a:off x="1864375" y="918950"/>
                <a:ext cx="7554300" cy="4361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79" name="Google Shape;2079;p23"/>
              <p:cNvCxnSpPr/>
              <p:nvPr/>
            </p:nvCxnSpPr>
            <p:spPr>
              <a:xfrm rot="10800000" flipH="1">
                <a:off x="2403950" y="1170550"/>
                <a:ext cx="7067700" cy="408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80" name="Google Shape;2080;p23"/>
              <p:cNvCxnSpPr/>
              <p:nvPr/>
            </p:nvCxnSpPr>
            <p:spPr>
              <a:xfrm rot="10800000" flipH="1">
                <a:off x="2718375" y="1495625"/>
                <a:ext cx="6679800" cy="3856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81" name="Google Shape;2081;p23"/>
              <p:cNvCxnSpPr/>
              <p:nvPr/>
            </p:nvCxnSpPr>
            <p:spPr>
              <a:xfrm rot="10800000" flipH="1">
                <a:off x="3297700" y="1822900"/>
                <a:ext cx="6023100" cy="3477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82" name="Google Shape;2082;p23"/>
              <p:cNvCxnSpPr/>
              <p:nvPr/>
            </p:nvCxnSpPr>
            <p:spPr>
              <a:xfrm rot="10800000" flipH="1">
                <a:off x="3726050" y="2104125"/>
                <a:ext cx="5597100" cy="3231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83" name="Google Shape;2083;p23"/>
              <p:cNvCxnSpPr/>
              <p:nvPr/>
            </p:nvCxnSpPr>
            <p:spPr>
              <a:xfrm rot="10800000" flipH="1">
                <a:off x="4244875" y="2361600"/>
                <a:ext cx="5121600" cy="295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84" name="Google Shape;2084;p23"/>
              <p:cNvCxnSpPr/>
              <p:nvPr/>
            </p:nvCxnSpPr>
            <p:spPr>
              <a:xfrm rot="10800000" flipH="1">
                <a:off x="4742850" y="2657525"/>
                <a:ext cx="4600200" cy="2655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85" name="Google Shape;2085;p23"/>
              <p:cNvCxnSpPr/>
              <p:nvPr/>
            </p:nvCxnSpPr>
            <p:spPr>
              <a:xfrm rot="10800000" flipH="1">
                <a:off x="5210850" y="2937150"/>
                <a:ext cx="4137300" cy="2388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86" name="Google Shape;2086;p23"/>
              <p:cNvCxnSpPr/>
              <p:nvPr/>
            </p:nvCxnSpPr>
            <p:spPr>
              <a:xfrm rot="10800000" flipH="1">
                <a:off x="5725550" y="3223700"/>
                <a:ext cx="3615300" cy="208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87" name="Google Shape;2087;p23"/>
              <p:cNvCxnSpPr/>
              <p:nvPr/>
            </p:nvCxnSpPr>
            <p:spPr>
              <a:xfrm rot="10800000" flipH="1">
                <a:off x="6217950" y="3515950"/>
                <a:ext cx="3106500" cy="1793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88" name="Google Shape;2088;p23"/>
              <p:cNvCxnSpPr/>
              <p:nvPr/>
            </p:nvCxnSpPr>
            <p:spPr>
              <a:xfrm rot="10800000" flipH="1">
                <a:off x="6716500" y="3797450"/>
                <a:ext cx="2609700" cy="1506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89" name="Google Shape;2089;p23"/>
              <p:cNvCxnSpPr/>
              <p:nvPr/>
            </p:nvCxnSpPr>
            <p:spPr>
              <a:xfrm rot="10800000" flipH="1">
                <a:off x="7199175" y="4100700"/>
                <a:ext cx="2091000" cy="1207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90" name="Google Shape;2090;p23"/>
              <p:cNvCxnSpPr/>
              <p:nvPr/>
            </p:nvCxnSpPr>
            <p:spPr>
              <a:xfrm rot="10800000" flipH="1">
                <a:off x="7718000" y="4338975"/>
                <a:ext cx="1648800" cy="951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91" name="Google Shape;2091;p23"/>
              <p:cNvCxnSpPr/>
              <p:nvPr/>
            </p:nvCxnSpPr>
            <p:spPr>
              <a:xfrm rot="10800000" flipH="1">
                <a:off x="8129050" y="4607075"/>
                <a:ext cx="1263000" cy="729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92" name="Google Shape;2092;p23"/>
              <p:cNvCxnSpPr/>
              <p:nvPr/>
            </p:nvCxnSpPr>
            <p:spPr>
              <a:xfrm rot="10800000" flipH="1">
                <a:off x="8487200" y="4879525"/>
                <a:ext cx="921600" cy="532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2093" name="Google Shape;2093;p23"/>
          <p:cNvSpPr/>
          <p:nvPr/>
        </p:nvSpPr>
        <p:spPr>
          <a:xfrm rot="10800000" flipH="1">
            <a:off x="7981930" y="18"/>
            <a:ext cx="1162071" cy="660785"/>
          </a:xfrm>
          <a:custGeom>
            <a:avLst/>
            <a:gdLst/>
            <a:ahLst/>
            <a:cxnLst/>
            <a:rect l="l" t="t" r="r" b="b"/>
            <a:pathLst>
              <a:path w="116586" h="66294" extrusionOk="0">
                <a:moveTo>
                  <a:pt x="116586" y="0"/>
                </a:moveTo>
                <a:lnTo>
                  <a:pt x="0" y="66294"/>
                </a:lnTo>
                <a:lnTo>
                  <a:pt x="116586" y="6629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094" name="Google Shape;2094;p23"/>
          <p:cNvSpPr/>
          <p:nvPr/>
        </p:nvSpPr>
        <p:spPr>
          <a:xfrm flipH="1">
            <a:off x="-20" y="4482718"/>
            <a:ext cx="1162071" cy="660785"/>
          </a:xfrm>
          <a:custGeom>
            <a:avLst/>
            <a:gdLst/>
            <a:ahLst/>
            <a:cxnLst/>
            <a:rect l="l" t="t" r="r" b="b"/>
            <a:pathLst>
              <a:path w="116586" h="66294" extrusionOk="0">
                <a:moveTo>
                  <a:pt x="116586" y="0"/>
                </a:moveTo>
                <a:lnTo>
                  <a:pt x="0" y="66294"/>
                </a:lnTo>
                <a:lnTo>
                  <a:pt x="116586" y="66294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estrial"/>
              <a:buNone/>
              <a:defRPr sz="28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●"/>
              <a:defRPr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○"/>
              <a:defRPr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■"/>
              <a:defRPr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●"/>
              <a:defRPr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○"/>
              <a:defRPr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■"/>
              <a:defRPr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●"/>
              <a:defRPr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Char char="○"/>
              <a:defRPr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bel"/>
              <a:buChar char="■"/>
              <a:defRPr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8" r:id="rId10"/>
    <p:sldLayoutId id="2147483659" r:id="rId11"/>
    <p:sldLayoutId id="2147483661" r:id="rId12"/>
    <p:sldLayoutId id="2147483663" r:id="rId13"/>
    <p:sldLayoutId id="2147483668" r:id="rId14"/>
    <p:sldLayoutId id="2147483669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14/relationships/chartEx" Target="../charts/chartEx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.jpeg"/><Relationship Id="rId4" Type="http://schemas.openxmlformats.org/officeDocument/2006/relationships/image" Target="../media/image8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5" name="Google Shape;2105;p27"/>
          <p:cNvPicPr preferRelativeResize="0"/>
          <p:nvPr/>
        </p:nvPicPr>
        <p:blipFill rotWithShape="1">
          <a:blip r:embed="rId3">
            <a:alphaModFix/>
          </a:blip>
          <a:srcRect l="11582" r="19924"/>
          <a:stretch/>
        </p:blipFill>
        <p:spPr>
          <a:xfrm>
            <a:off x="323850" y="811650"/>
            <a:ext cx="2619374" cy="402557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06" name="Google Shape;2106;p27"/>
          <p:cNvGrpSpPr/>
          <p:nvPr/>
        </p:nvGrpSpPr>
        <p:grpSpPr>
          <a:xfrm flipH="1">
            <a:off x="5578881" y="3702404"/>
            <a:ext cx="579743" cy="1134819"/>
            <a:chOff x="4921825" y="870250"/>
            <a:chExt cx="407925" cy="798550"/>
          </a:xfrm>
        </p:grpSpPr>
        <p:sp>
          <p:nvSpPr>
            <p:cNvPr id="2107" name="Google Shape;2107;p27"/>
            <p:cNvSpPr/>
            <p:nvPr/>
          </p:nvSpPr>
          <p:spPr>
            <a:xfrm>
              <a:off x="4921825" y="109267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0"/>
                  </a:moveTo>
                  <a:cubicBezTo>
                    <a:pt x="569" y="0"/>
                    <a:pt x="509" y="18"/>
                    <a:pt x="452" y="54"/>
                  </a:cubicBezTo>
                  <a:cubicBezTo>
                    <a:pt x="201" y="179"/>
                    <a:pt x="0" y="530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2" y="1031"/>
                  </a:cubicBezTo>
                  <a:cubicBezTo>
                    <a:pt x="702" y="906"/>
                    <a:pt x="878" y="580"/>
                    <a:pt x="878" y="304"/>
                  </a:cubicBezTo>
                  <a:cubicBezTo>
                    <a:pt x="878" y="108"/>
                    <a:pt x="763" y="0"/>
                    <a:pt x="624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" name="Google Shape;2108;p27"/>
            <p:cNvSpPr/>
            <p:nvPr/>
          </p:nvSpPr>
          <p:spPr>
            <a:xfrm>
              <a:off x="5018325" y="1037425"/>
              <a:ext cx="21950" cy="26725"/>
            </a:xfrm>
            <a:custGeom>
              <a:avLst/>
              <a:gdLst/>
              <a:ahLst/>
              <a:cxnLst/>
              <a:rect l="l" t="t" r="r" b="b"/>
              <a:pathLst>
                <a:path w="878" h="1069" extrusionOk="0">
                  <a:moveTo>
                    <a:pt x="627" y="0"/>
                  </a:moveTo>
                  <a:cubicBezTo>
                    <a:pt x="564" y="0"/>
                    <a:pt x="495" y="20"/>
                    <a:pt x="426" y="58"/>
                  </a:cubicBezTo>
                  <a:cubicBezTo>
                    <a:pt x="175" y="209"/>
                    <a:pt x="0" y="509"/>
                    <a:pt x="0" y="760"/>
                  </a:cubicBezTo>
                  <a:cubicBezTo>
                    <a:pt x="0" y="969"/>
                    <a:pt x="96" y="1069"/>
                    <a:pt x="231" y="1069"/>
                  </a:cubicBezTo>
                  <a:cubicBezTo>
                    <a:pt x="290" y="1069"/>
                    <a:pt x="357" y="1049"/>
                    <a:pt x="426" y="1011"/>
                  </a:cubicBezTo>
                  <a:cubicBezTo>
                    <a:pt x="677" y="885"/>
                    <a:pt x="877" y="585"/>
                    <a:pt x="877" y="309"/>
                  </a:cubicBezTo>
                  <a:cubicBezTo>
                    <a:pt x="877" y="100"/>
                    <a:pt x="769" y="0"/>
                    <a:pt x="627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" name="Google Shape;2109;p27"/>
            <p:cNvSpPr/>
            <p:nvPr/>
          </p:nvSpPr>
          <p:spPr>
            <a:xfrm>
              <a:off x="5114800" y="981775"/>
              <a:ext cx="21325" cy="26900"/>
            </a:xfrm>
            <a:custGeom>
              <a:avLst/>
              <a:gdLst/>
              <a:ahLst/>
              <a:cxnLst/>
              <a:rect l="l" t="t" r="r" b="b"/>
              <a:pathLst>
                <a:path w="853" h="1076" extrusionOk="0">
                  <a:moveTo>
                    <a:pt x="611" y="0"/>
                  </a:moveTo>
                  <a:cubicBezTo>
                    <a:pt x="554" y="0"/>
                    <a:pt x="491" y="18"/>
                    <a:pt x="427" y="54"/>
                  </a:cubicBezTo>
                  <a:cubicBezTo>
                    <a:pt x="176" y="204"/>
                    <a:pt x="1" y="530"/>
                    <a:pt x="1" y="780"/>
                  </a:cubicBezTo>
                  <a:cubicBezTo>
                    <a:pt x="1" y="969"/>
                    <a:pt x="95" y="1076"/>
                    <a:pt x="227" y="1076"/>
                  </a:cubicBezTo>
                  <a:cubicBezTo>
                    <a:pt x="287" y="1076"/>
                    <a:pt x="356" y="1053"/>
                    <a:pt x="427" y="1006"/>
                  </a:cubicBezTo>
                  <a:cubicBezTo>
                    <a:pt x="677" y="906"/>
                    <a:pt x="853" y="580"/>
                    <a:pt x="853" y="304"/>
                  </a:cubicBezTo>
                  <a:cubicBezTo>
                    <a:pt x="853" y="108"/>
                    <a:pt x="751" y="0"/>
                    <a:pt x="611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" name="Google Shape;2110;p27"/>
            <p:cNvSpPr/>
            <p:nvPr/>
          </p:nvSpPr>
          <p:spPr>
            <a:xfrm>
              <a:off x="5210050" y="92600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1"/>
                  </a:moveTo>
                  <a:cubicBezTo>
                    <a:pt x="568" y="1"/>
                    <a:pt x="509" y="18"/>
                    <a:pt x="451" y="54"/>
                  </a:cubicBezTo>
                  <a:cubicBezTo>
                    <a:pt x="226" y="204"/>
                    <a:pt x="0" y="505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1" y="1032"/>
                  </a:cubicBezTo>
                  <a:cubicBezTo>
                    <a:pt x="677" y="906"/>
                    <a:pt x="877" y="580"/>
                    <a:pt x="877" y="305"/>
                  </a:cubicBezTo>
                  <a:cubicBezTo>
                    <a:pt x="877" y="108"/>
                    <a:pt x="763" y="1"/>
                    <a:pt x="624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1" name="Google Shape;2111;p27"/>
            <p:cNvSpPr/>
            <p:nvPr/>
          </p:nvSpPr>
          <p:spPr>
            <a:xfrm>
              <a:off x="5306525" y="870250"/>
              <a:ext cx="21975" cy="27125"/>
            </a:xfrm>
            <a:custGeom>
              <a:avLst/>
              <a:gdLst/>
              <a:ahLst/>
              <a:cxnLst/>
              <a:rect l="l" t="t" r="r" b="b"/>
              <a:pathLst>
                <a:path w="879" h="1085" extrusionOk="0">
                  <a:moveTo>
                    <a:pt x="616" y="0"/>
                  </a:moveTo>
                  <a:cubicBezTo>
                    <a:pt x="556" y="0"/>
                    <a:pt x="492" y="18"/>
                    <a:pt x="427" y="53"/>
                  </a:cubicBezTo>
                  <a:cubicBezTo>
                    <a:pt x="226" y="229"/>
                    <a:pt x="1" y="505"/>
                    <a:pt x="1" y="780"/>
                  </a:cubicBezTo>
                  <a:cubicBezTo>
                    <a:pt x="1" y="977"/>
                    <a:pt x="103" y="1084"/>
                    <a:pt x="243" y="1084"/>
                  </a:cubicBezTo>
                  <a:cubicBezTo>
                    <a:pt x="300" y="1084"/>
                    <a:pt x="362" y="1067"/>
                    <a:pt x="427" y="1031"/>
                  </a:cubicBezTo>
                  <a:cubicBezTo>
                    <a:pt x="678" y="906"/>
                    <a:pt x="878" y="605"/>
                    <a:pt x="878" y="304"/>
                  </a:cubicBezTo>
                  <a:cubicBezTo>
                    <a:pt x="878" y="108"/>
                    <a:pt x="763" y="0"/>
                    <a:pt x="616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2" name="Google Shape;2112;p27"/>
            <p:cNvSpPr/>
            <p:nvPr/>
          </p:nvSpPr>
          <p:spPr>
            <a:xfrm>
              <a:off x="4921825" y="1203450"/>
              <a:ext cx="21950" cy="26750"/>
            </a:xfrm>
            <a:custGeom>
              <a:avLst/>
              <a:gdLst/>
              <a:ahLst/>
              <a:cxnLst/>
              <a:rect l="l" t="t" r="r" b="b"/>
              <a:pathLst>
                <a:path w="878" h="1070" extrusionOk="0">
                  <a:moveTo>
                    <a:pt x="636" y="1"/>
                  </a:moveTo>
                  <a:cubicBezTo>
                    <a:pt x="577" y="1"/>
                    <a:pt x="513" y="20"/>
                    <a:pt x="452" y="59"/>
                  </a:cubicBezTo>
                  <a:cubicBezTo>
                    <a:pt x="226" y="209"/>
                    <a:pt x="25" y="510"/>
                    <a:pt x="0" y="761"/>
                  </a:cubicBezTo>
                  <a:cubicBezTo>
                    <a:pt x="0" y="969"/>
                    <a:pt x="109" y="1069"/>
                    <a:pt x="251" y="1069"/>
                  </a:cubicBezTo>
                  <a:cubicBezTo>
                    <a:pt x="313" y="1069"/>
                    <a:pt x="382" y="1050"/>
                    <a:pt x="452" y="1011"/>
                  </a:cubicBezTo>
                  <a:cubicBezTo>
                    <a:pt x="702" y="886"/>
                    <a:pt x="878" y="585"/>
                    <a:pt x="878" y="310"/>
                  </a:cubicBezTo>
                  <a:cubicBezTo>
                    <a:pt x="878" y="101"/>
                    <a:pt x="769" y="1"/>
                    <a:pt x="636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3" name="Google Shape;2113;p27"/>
            <p:cNvSpPr/>
            <p:nvPr/>
          </p:nvSpPr>
          <p:spPr>
            <a:xfrm>
              <a:off x="4922450" y="131385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35" y="1"/>
                  </a:moveTo>
                  <a:cubicBezTo>
                    <a:pt x="579" y="1"/>
                    <a:pt x="516" y="18"/>
                    <a:pt x="452" y="54"/>
                  </a:cubicBezTo>
                  <a:cubicBezTo>
                    <a:pt x="201" y="204"/>
                    <a:pt x="0" y="530"/>
                    <a:pt x="0" y="781"/>
                  </a:cubicBezTo>
                  <a:cubicBezTo>
                    <a:pt x="0" y="977"/>
                    <a:pt x="102" y="1085"/>
                    <a:pt x="252" y="1085"/>
                  </a:cubicBezTo>
                  <a:cubicBezTo>
                    <a:pt x="312" y="1085"/>
                    <a:pt x="380" y="1067"/>
                    <a:pt x="452" y="1031"/>
                  </a:cubicBezTo>
                  <a:cubicBezTo>
                    <a:pt x="702" y="906"/>
                    <a:pt x="878" y="580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4" name="Google Shape;2114;p27"/>
            <p:cNvSpPr/>
            <p:nvPr/>
          </p:nvSpPr>
          <p:spPr>
            <a:xfrm>
              <a:off x="4922450" y="142475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35" y="1"/>
                  </a:moveTo>
                  <a:cubicBezTo>
                    <a:pt x="579" y="1"/>
                    <a:pt x="516" y="18"/>
                    <a:pt x="452" y="54"/>
                  </a:cubicBezTo>
                  <a:cubicBezTo>
                    <a:pt x="226" y="179"/>
                    <a:pt x="51" y="505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2" y="1032"/>
                  </a:cubicBezTo>
                  <a:cubicBezTo>
                    <a:pt x="702" y="906"/>
                    <a:pt x="878" y="605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" name="Google Shape;2115;p27"/>
            <p:cNvSpPr/>
            <p:nvPr/>
          </p:nvSpPr>
          <p:spPr>
            <a:xfrm>
              <a:off x="4923700" y="1535550"/>
              <a:ext cx="21325" cy="26725"/>
            </a:xfrm>
            <a:custGeom>
              <a:avLst/>
              <a:gdLst/>
              <a:ahLst/>
              <a:cxnLst/>
              <a:rect l="l" t="t" r="r" b="b"/>
              <a:pathLst>
                <a:path w="853" h="1069" extrusionOk="0">
                  <a:moveTo>
                    <a:pt x="622" y="0"/>
                  </a:moveTo>
                  <a:cubicBezTo>
                    <a:pt x="563" y="0"/>
                    <a:pt x="496" y="20"/>
                    <a:pt x="427" y="58"/>
                  </a:cubicBezTo>
                  <a:cubicBezTo>
                    <a:pt x="176" y="183"/>
                    <a:pt x="1" y="484"/>
                    <a:pt x="1" y="760"/>
                  </a:cubicBezTo>
                  <a:cubicBezTo>
                    <a:pt x="1" y="968"/>
                    <a:pt x="97" y="1069"/>
                    <a:pt x="231" y="1069"/>
                  </a:cubicBezTo>
                  <a:cubicBezTo>
                    <a:pt x="291" y="1069"/>
                    <a:pt x="357" y="1049"/>
                    <a:pt x="427" y="1011"/>
                  </a:cubicBezTo>
                  <a:cubicBezTo>
                    <a:pt x="677" y="885"/>
                    <a:pt x="853" y="584"/>
                    <a:pt x="853" y="309"/>
                  </a:cubicBezTo>
                  <a:cubicBezTo>
                    <a:pt x="853" y="100"/>
                    <a:pt x="756" y="0"/>
                    <a:pt x="622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" name="Google Shape;2116;p27"/>
            <p:cNvSpPr/>
            <p:nvPr/>
          </p:nvSpPr>
          <p:spPr>
            <a:xfrm>
              <a:off x="5018325" y="1147800"/>
              <a:ext cx="21950" cy="27150"/>
            </a:xfrm>
            <a:custGeom>
              <a:avLst/>
              <a:gdLst/>
              <a:ahLst/>
              <a:cxnLst/>
              <a:rect l="l" t="t" r="r" b="b"/>
              <a:pathLst>
                <a:path w="878" h="1086" extrusionOk="0">
                  <a:moveTo>
                    <a:pt x="615" y="1"/>
                  </a:moveTo>
                  <a:cubicBezTo>
                    <a:pt x="556" y="1"/>
                    <a:pt x="491" y="18"/>
                    <a:pt x="426" y="54"/>
                  </a:cubicBezTo>
                  <a:cubicBezTo>
                    <a:pt x="201" y="205"/>
                    <a:pt x="0" y="480"/>
                    <a:pt x="0" y="781"/>
                  </a:cubicBezTo>
                  <a:cubicBezTo>
                    <a:pt x="0" y="978"/>
                    <a:pt x="102" y="1085"/>
                    <a:pt x="242" y="1085"/>
                  </a:cubicBezTo>
                  <a:cubicBezTo>
                    <a:pt x="299" y="1085"/>
                    <a:pt x="361" y="1068"/>
                    <a:pt x="426" y="1032"/>
                  </a:cubicBezTo>
                  <a:cubicBezTo>
                    <a:pt x="677" y="906"/>
                    <a:pt x="877" y="581"/>
                    <a:pt x="877" y="305"/>
                  </a:cubicBezTo>
                  <a:cubicBezTo>
                    <a:pt x="877" y="108"/>
                    <a:pt x="763" y="1"/>
                    <a:pt x="61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7" name="Google Shape;2117;p27"/>
            <p:cNvSpPr/>
            <p:nvPr/>
          </p:nvSpPr>
          <p:spPr>
            <a:xfrm>
              <a:off x="5114800" y="1092050"/>
              <a:ext cx="21325" cy="27125"/>
            </a:xfrm>
            <a:custGeom>
              <a:avLst/>
              <a:gdLst/>
              <a:ahLst/>
              <a:cxnLst/>
              <a:rect l="l" t="t" r="r" b="b"/>
              <a:pathLst>
                <a:path w="853" h="1085" extrusionOk="0">
                  <a:moveTo>
                    <a:pt x="611" y="0"/>
                  </a:moveTo>
                  <a:cubicBezTo>
                    <a:pt x="554" y="0"/>
                    <a:pt x="491" y="18"/>
                    <a:pt x="427" y="54"/>
                  </a:cubicBezTo>
                  <a:cubicBezTo>
                    <a:pt x="201" y="204"/>
                    <a:pt x="1" y="530"/>
                    <a:pt x="1" y="781"/>
                  </a:cubicBezTo>
                  <a:cubicBezTo>
                    <a:pt x="1" y="977"/>
                    <a:pt x="103" y="1085"/>
                    <a:pt x="243" y="1085"/>
                  </a:cubicBezTo>
                  <a:cubicBezTo>
                    <a:pt x="299" y="1085"/>
                    <a:pt x="362" y="1067"/>
                    <a:pt x="427" y="1031"/>
                  </a:cubicBezTo>
                  <a:cubicBezTo>
                    <a:pt x="677" y="906"/>
                    <a:pt x="853" y="580"/>
                    <a:pt x="853" y="304"/>
                  </a:cubicBezTo>
                  <a:cubicBezTo>
                    <a:pt x="853" y="108"/>
                    <a:pt x="751" y="0"/>
                    <a:pt x="611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8" name="Google Shape;2118;p27"/>
            <p:cNvSpPr/>
            <p:nvPr/>
          </p:nvSpPr>
          <p:spPr>
            <a:xfrm>
              <a:off x="5210675" y="103627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35" y="1"/>
                  </a:moveTo>
                  <a:cubicBezTo>
                    <a:pt x="579" y="1"/>
                    <a:pt x="516" y="18"/>
                    <a:pt x="451" y="54"/>
                  </a:cubicBezTo>
                  <a:cubicBezTo>
                    <a:pt x="201" y="230"/>
                    <a:pt x="0" y="530"/>
                    <a:pt x="0" y="781"/>
                  </a:cubicBezTo>
                  <a:cubicBezTo>
                    <a:pt x="0" y="978"/>
                    <a:pt x="115" y="1085"/>
                    <a:pt x="263" y="1085"/>
                  </a:cubicBezTo>
                  <a:cubicBezTo>
                    <a:pt x="322" y="1085"/>
                    <a:pt x="387" y="1068"/>
                    <a:pt x="451" y="1032"/>
                  </a:cubicBezTo>
                  <a:cubicBezTo>
                    <a:pt x="702" y="906"/>
                    <a:pt x="878" y="580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" name="Google Shape;2119;p27"/>
            <p:cNvSpPr/>
            <p:nvPr/>
          </p:nvSpPr>
          <p:spPr>
            <a:xfrm>
              <a:off x="5307150" y="981775"/>
              <a:ext cx="21975" cy="26900"/>
            </a:xfrm>
            <a:custGeom>
              <a:avLst/>
              <a:gdLst/>
              <a:ahLst/>
              <a:cxnLst/>
              <a:rect l="l" t="t" r="r" b="b"/>
              <a:pathLst>
                <a:path w="879" h="1076" extrusionOk="0">
                  <a:moveTo>
                    <a:pt x="625" y="0"/>
                  </a:moveTo>
                  <a:cubicBezTo>
                    <a:pt x="569" y="0"/>
                    <a:pt x="510" y="18"/>
                    <a:pt x="452" y="54"/>
                  </a:cubicBezTo>
                  <a:cubicBezTo>
                    <a:pt x="201" y="179"/>
                    <a:pt x="1" y="480"/>
                    <a:pt x="1" y="780"/>
                  </a:cubicBezTo>
                  <a:cubicBezTo>
                    <a:pt x="1" y="969"/>
                    <a:pt x="107" y="1076"/>
                    <a:pt x="246" y="1076"/>
                  </a:cubicBezTo>
                  <a:cubicBezTo>
                    <a:pt x="310" y="1076"/>
                    <a:pt x="381" y="1053"/>
                    <a:pt x="452" y="1006"/>
                  </a:cubicBezTo>
                  <a:cubicBezTo>
                    <a:pt x="678" y="906"/>
                    <a:pt x="878" y="580"/>
                    <a:pt x="878" y="304"/>
                  </a:cubicBezTo>
                  <a:cubicBezTo>
                    <a:pt x="878" y="108"/>
                    <a:pt x="763" y="0"/>
                    <a:pt x="625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" name="Google Shape;2120;p27"/>
            <p:cNvSpPr/>
            <p:nvPr/>
          </p:nvSpPr>
          <p:spPr>
            <a:xfrm>
              <a:off x="5018950" y="125810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0"/>
                  </a:moveTo>
                  <a:cubicBezTo>
                    <a:pt x="568" y="0"/>
                    <a:pt x="509" y="17"/>
                    <a:pt x="451" y="53"/>
                  </a:cubicBezTo>
                  <a:cubicBezTo>
                    <a:pt x="176" y="204"/>
                    <a:pt x="0" y="504"/>
                    <a:pt x="0" y="780"/>
                  </a:cubicBezTo>
                  <a:cubicBezTo>
                    <a:pt x="0" y="977"/>
                    <a:pt x="115" y="1084"/>
                    <a:pt x="262" y="1084"/>
                  </a:cubicBezTo>
                  <a:cubicBezTo>
                    <a:pt x="322" y="1084"/>
                    <a:pt x="387" y="1067"/>
                    <a:pt x="451" y="1031"/>
                  </a:cubicBezTo>
                  <a:cubicBezTo>
                    <a:pt x="702" y="905"/>
                    <a:pt x="877" y="580"/>
                    <a:pt x="877" y="304"/>
                  </a:cubicBezTo>
                  <a:cubicBezTo>
                    <a:pt x="877" y="107"/>
                    <a:pt x="763" y="0"/>
                    <a:pt x="624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" name="Google Shape;2121;p27"/>
            <p:cNvSpPr/>
            <p:nvPr/>
          </p:nvSpPr>
          <p:spPr>
            <a:xfrm>
              <a:off x="5018950" y="1369225"/>
              <a:ext cx="21950" cy="27000"/>
            </a:xfrm>
            <a:custGeom>
              <a:avLst/>
              <a:gdLst/>
              <a:ahLst/>
              <a:cxnLst/>
              <a:rect l="l" t="t" r="r" b="b"/>
              <a:pathLst>
                <a:path w="878" h="1080" extrusionOk="0">
                  <a:moveTo>
                    <a:pt x="637" y="0"/>
                  </a:moveTo>
                  <a:cubicBezTo>
                    <a:pt x="578" y="0"/>
                    <a:pt x="513" y="23"/>
                    <a:pt x="451" y="70"/>
                  </a:cubicBezTo>
                  <a:cubicBezTo>
                    <a:pt x="176" y="195"/>
                    <a:pt x="0" y="496"/>
                    <a:pt x="0" y="771"/>
                  </a:cubicBezTo>
                  <a:cubicBezTo>
                    <a:pt x="0" y="980"/>
                    <a:pt x="109" y="1080"/>
                    <a:pt x="250" y="1080"/>
                  </a:cubicBezTo>
                  <a:cubicBezTo>
                    <a:pt x="313" y="1080"/>
                    <a:pt x="382" y="1060"/>
                    <a:pt x="451" y="1022"/>
                  </a:cubicBezTo>
                  <a:cubicBezTo>
                    <a:pt x="702" y="897"/>
                    <a:pt x="877" y="596"/>
                    <a:pt x="877" y="320"/>
                  </a:cubicBezTo>
                  <a:cubicBezTo>
                    <a:pt x="877" y="113"/>
                    <a:pt x="770" y="0"/>
                    <a:pt x="637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" name="Google Shape;2122;p27"/>
            <p:cNvSpPr/>
            <p:nvPr/>
          </p:nvSpPr>
          <p:spPr>
            <a:xfrm>
              <a:off x="5018950" y="147990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0"/>
                  </a:moveTo>
                  <a:cubicBezTo>
                    <a:pt x="568" y="0"/>
                    <a:pt x="509" y="18"/>
                    <a:pt x="451" y="54"/>
                  </a:cubicBezTo>
                  <a:cubicBezTo>
                    <a:pt x="226" y="179"/>
                    <a:pt x="25" y="505"/>
                    <a:pt x="0" y="780"/>
                  </a:cubicBezTo>
                  <a:cubicBezTo>
                    <a:pt x="0" y="977"/>
                    <a:pt x="102" y="1084"/>
                    <a:pt x="251" y="1084"/>
                  </a:cubicBezTo>
                  <a:cubicBezTo>
                    <a:pt x="312" y="1084"/>
                    <a:pt x="379" y="1067"/>
                    <a:pt x="451" y="1031"/>
                  </a:cubicBezTo>
                  <a:cubicBezTo>
                    <a:pt x="702" y="906"/>
                    <a:pt x="877" y="580"/>
                    <a:pt x="877" y="304"/>
                  </a:cubicBezTo>
                  <a:cubicBezTo>
                    <a:pt x="877" y="108"/>
                    <a:pt x="763" y="0"/>
                    <a:pt x="624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" name="Google Shape;2123;p27"/>
            <p:cNvSpPr/>
            <p:nvPr/>
          </p:nvSpPr>
          <p:spPr>
            <a:xfrm>
              <a:off x="5114800" y="1203450"/>
              <a:ext cx="21325" cy="26750"/>
            </a:xfrm>
            <a:custGeom>
              <a:avLst/>
              <a:gdLst/>
              <a:ahLst/>
              <a:cxnLst/>
              <a:rect l="l" t="t" r="r" b="b"/>
              <a:pathLst>
                <a:path w="853" h="1070" extrusionOk="0">
                  <a:moveTo>
                    <a:pt x="622" y="1"/>
                  </a:moveTo>
                  <a:cubicBezTo>
                    <a:pt x="563" y="1"/>
                    <a:pt x="496" y="20"/>
                    <a:pt x="427" y="59"/>
                  </a:cubicBezTo>
                  <a:cubicBezTo>
                    <a:pt x="201" y="184"/>
                    <a:pt x="26" y="485"/>
                    <a:pt x="1" y="761"/>
                  </a:cubicBezTo>
                  <a:cubicBezTo>
                    <a:pt x="1" y="969"/>
                    <a:pt x="85" y="1069"/>
                    <a:pt x="220" y="1069"/>
                  </a:cubicBezTo>
                  <a:cubicBezTo>
                    <a:pt x="280" y="1069"/>
                    <a:pt x="350" y="1050"/>
                    <a:pt x="427" y="1011"/>
                  </a:cubicBezTo>
                  <a:cubicBezTo>
                    <a:pt x="677" y="886"/>
                    <a:pt x="853" y="585"/>
                    <a:pt x="853" y="310"/>
                  </a:cubicBezTo>
                  <a:cubicBezTo>
                    <a:pt x="853" y="101"/>
                    <a:pt x="756" y="1"/>
                    <a:pt x="622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" name="Google Shape;2124;p27"/>
            <p:cNvSpPr/>
            <p:nvPr/>
          </p:nvSpPr>
          <p:spPr>
            <a:xfrm>
              <a:off x="5210675" y="1147800"/>
              <a:ext cx="21950" cy="27150"/>
            </a:xfrm>
            <a:custGeom>
              <a:avLst/>
              <a:gdLst/>
              <a:ahLst/>
              <a:cxnLst/>
              <a:rect l="l" t="t" r="r" b="b"/>
              <a:pathLst>
                <a:path w="878" h="1086" extrusionOk="0">
                  <a:moveTo>
                    <a:pt x="635" y="1"/>
                  </a:moveTo>
                  <a:cubicBezTo>
                    <a:pt x="579" y="1"/>
                    <a:pt x="516" y="18"/>
                    <a:pt x="451" y="54"/>
                  </a:cubicBezTo>
                  <a:cubicBezTo>
                    <a:pt x="226" y="180"/>
                    <a:pt x="0" y="480"/>
                    <a:pt x="0" y="781"/>
                  </a:cubicBezTo>
                  <a:cubicBezTo>
                    <a:pt x="0" y="978"/>
                    <a:pt x="115" y="1085"/>
                    <a:pt x="263" y="1085"/>
                  </a:cubicBezTo>
                  <a:cubicBezTo>
                    <a:pt x="322" y="1085"/>
                    <a:pt x="387" y="1068"/>
                    <a:pt x="451" y="1032"/>
                  </a:cubicBezTo>
                  <a:cubicBezTo>
                    <a:pt x="702" y="906"/>
                    <a:pt x="878" y="581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" name="Google Shape;2125;p27"/>
            <p:cNvSpPr/>
            <p:nvPr/>
          </p:nvSpPr>
          <p:spPr>
            <a:xfrm>
              <a:off x="5307150" y="1092050"/>
              <a:ext cx="21975" cy="27125"/>
            </a:xfrm>
            <a:custGeom>
              <a:avLst/>
              <a:gdLst/>
              <a:ahLst/>
              <a:cxnLst/>
              <a:rect l="l" t="t" r="r" b="b"/>
              <a:pathLst>
                <a:path w="879" h="1085" extrusionOk="0">
                  <a:moveTo>
                    <a:pt x="625" y="0"/>
                  </a:moveTo>
                  <a:cubicBezTo>
                    <a:pt x="569" y="0"/>
                    <a:pt x="510" y="18"/>
                    <a:pt x="452" y="54"/>
                  </a:cubicBezTo>
                  <a:cubicBezTo>
                    <a:pt x="227" y="179"/>
                    <a:pt x="26" y="530"/>
                    <a:pt x="1" y="781"/>
                  </a:cubicBezTo>
                  <a:cubicBezTo>
                    <a:pt x="1" y="977"/>
                    <a:pt x="116" y="1085"/>
                    <a:pt x="263" y="1085"/>
                  </a:cubicBezTo>
                  <a:cubicBezTo>
                    <a:pt x="323" y="1085"/>
                    <a:pt x="387" y="1067"/>
                    <a:pt x="452" y="1031"/>
                  </a:cubicBezTo>
                  <a:cubicBezTo>
                    <a:pt x="678" y="906"/>
                    <a:pt x="878" y="580"/>
                    <a:pt x="878" y="304"/>
                  </a:cubicBezTo>
                  <a:cubicBezTo>
                    <a:pt x="878" y="108"/>
                    <a:pt x="763" y="0"/>
                    <a:pt x="625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" name="Google Shape;2126;p27"/>
            <p:cNvSpPr/>
            <p:nvPr/>
          </p:nvSpPr>
          <p:spPr>
            <a:xfrm>
              <a:off x="5115425" y="131385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16" y="1"/>
                  </a:moveTo>
                  <a:cubicBezTo>
                    <a:pt x="556" y="1"/>
                    <a:pt x="492" y="18"/>
                    <a:pt x="427" y="54"/>
                  </a:cubicBezTo>
                  <a:cubicBezTo>
                    <a:pt x="176" y="179"/>
                    <a:pt x="1" y="480"/>
                    <a:pt x="1" y="781"/>
                  </a:cubicBezTo>
                  <a:cubicBezTo>
                    <a:pt x="1" y="977"/>
                    <a:pt x="90" y="1085"/>
                    <a:pt x="232" y="1085"/>
                  </a:cubicBezTo>
                  <a:cubicBezTo>
                    <a:pt x="289" y="1085"/>
                    <a:pt x="355" y="1067"/>
                    <a:pt x="427" y="1031"/>
                  </a:cubicBezTo>
                  <a:cubicBezTo>
                    <a:pt x="677" y="906"/>
                    <a:pt x="878" y="580"/>
                    <a:pt x="878" y="305"/>
                  </a:cubicBezTo>
                  <a:cubicBezTo>
                    <a:pt x="878" y="108"/>
                    <a:pt x="763" y="1"/>
                    <a:pt x="616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" name="Google Shape;2127;p27"/>
            <p:cNvSpPr/>
            <p:nvPr/>
          </p:nvSpPr>
          <p:spPr>
            <a:xfrm>
              <a:off x="5115425" y="142412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16" y="1"/>
                  </a:moveTo>
                  <a:cubicBezTo>
                    <a:pt x="556" y="1"/>
                    <a:pt x="492" y="18"/>
                    <a:pt x="427" y="54"/>
                  </a:cubicBezTo>
                  <a:cubicBezTo>
                    <a:pt x="226" y="179"/>
                    <a:pt x="26" y="530"/>
                    <a:pt x="1" y="781"/>
                  </a:cubicBezTo>
                  <a:cubicBezTo>
                    <a:pt x="1" y="977"/>
                    <a:pt x="90" y="1085"/>
                    <a:pt x="232" y="1085"/>
                  </a:cubicBezTo>
                  <a:cubicBezTo>
                    <a:pt x="289" y="1085"/>
                    <a:pt x="355" y="1067"/>
                    <a:pt x="427" y="1031"/>
                  </a:cubicBezTo>
                  <a:cubicBezTo>
                    <a:pt x="677" y="906"/>
                    <a:pt x="878" y="580"/>
                    <a:pt x="878" y="305"/>
                  </a:cubicBezTo>
                  <a:cubicBezTo>
                    <a:pt x="878" y="108"/>
                    <a:pt x="763" y="1"/>
                    <a:pt x="616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" name="Google Shape;2128;p27"/>
            <p:cNvSpPr/>
            <p:nvPr/>
          </p:nvSpPr>
          <p:spPr>
            <a:xfrm>
              <a:off x="5211300" y="1258100"/>
              <a:ext cx="22575" cy="27125"/>
            </a:xfrm>
            <a:custGeom>
              <a:avLst/>
              <a:gdLst/>
              <a:ahLst/>
              <a:cxnLst/>
              <a:rect l="l" t="t" r="r" b="b"/>
              <a:pathLst>
                <a:path w="903" h="1085" extrusionOk="0">
                  <a:moveTo>
                    <a:pt x="640" y="0"/>
                  </a:moveTo>
                  <a:cubicBezTo>
                    <a:pt x="581" y="0"/>
                    <a:pt x="516" y="17"/>
                    <a:pt x="452" y="53"/>
                  </a:cubicBezTo>
                  <a:cubicBezTo>
                    <a:pt x="201" y="179"/>
                    <a:pt x="0" y="530"/>
                    <a:pt x="25" y="780"/>
                  </a:cubicBezTo>
                  <a:cubicBezTo>
                    <a:pt x="25" y="977"/>
                    <a:pt x="115" y="1084"/>
                    <a:pt x="257" y="1084"/>
                  </a:cubicBezTo>
                  <a:cubicBezTo>
                    <a:pt x="314" y="1084"/>
                    <a:pt x="380" y="1067"/>
                    <a:pt x="452" y="1031"/>
                  </a:cubicBezTo>
                  <a:cubicBezTo>
                    <a:pt x="702" y="905"/>
                    <a:pt x="903" y="580"/>
                    <a:pt x="903" y="304"/>
                  </a:cubicBezTo>
                  <a:cubicBezTo>
                    <a:pt x="903" y="107"/>
                    <a:pt x="788" y="0"/>
                    <a:pt x="640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" name="Google Shape;2129;p27"/>
            <p:cNvSpPr/>
            <p:nvPr/>
          </p:nvSpPr>
          <p:spPr>
            <a:xfrm>
              <a:off x="5307150" y="1202325"/>
              <a:ext cx="21975" cy="27125"/>
            </a:xfrm>
            <a:custGeom>
              <a:avLst/>
              <a:gdLst/>
              <a:ahLst/>
              <a:cxnLst/>
              <a:rect l="l" t="t" r="r" b="b"/>
              <a:pathLst>
                <a:path w="879" h="1085" extrusionOk="0">
                  <a:moveTo>
                    <a:pt x="625" y="0"/>
                  </a:moveTo>
                  <a:cubicBezTo>
                    <a:pt x="569" y="0"/>
                    <a:pt x="510" y="18"/>
                    <a:pt x="452" y="54"/>
                  </a:cubicBezTo>
                  <a:cubicBezTo>
                    <a:pt x="227" y="179"/>
                    <a:pt x="26" y="530"/>
                    <a:pt x="1" y="781"/>
                  </a:cubicBezTo>
                  <a:cubicBezTo>
                    <a:pt x="1" y="977"/>
                    <a:pt x="116" y="1085"/>
                    <a:pt x="263" y="1085"/>
                  </a:cubicBezTo>
                  <a:cubicBezTo>
                    <a:pt x="323" y="1085"/>
                    <a:pt x="387" y="1067"/>
                    <a:pt x="452" y="1031"/>
                  </a:cubicBezTo>
                  <a:cubicBezTo>
                    <a:pt x="678" y="906"/>
                    <a:pt x="878" y="605"/>
                    <a:pt x="878" y="304"/>
                  </a:cubicBezTo>
                  <a:cubicBezTo>
                    <a:pt x="878" y="108"/>
                    <a:pt x="763" y="0"/>
                    <a:pt x="625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" name="Google Shape;2130;p27"/>
            <p:cNvSpPr/>
            <p:nvPr/>
          </p:nvSpPr>
          <p:spPr>
            <a:xfrm>
              <a:off x="5307800" y="1313100"/>
              <a:ext cx="21950" cy="26750"/>
            </a:xfrm>
            <a:custGeom>
              <a:avLst/>
              <a:gdLst/>
              <a:ahLst/>
              <a:cxnLst/>
              <a:rect l="l" t="t" r="r" b="b"/>
              <a:pathLst>
                <a:path w="878" h="1070" extrusionOk="0">
                  <a:moveTo>
                    <a:pt x="647" y="1"/>
                  </a:moveTo>
                  <a:cubicBezTo>
                    <a:pt x="587" y="1"/>
                    <a:pt x="520" y="20"/>
                    <a:pt x="451" y="59"/>
                  </a:cubicBezTo>
                  <a:cubicBezTo>
                    <a:pt x="201" y="184"/>
                    <a:pt x="0" y="510"/>
                    <a:pt x="0" y="761"/>
                  </a:cubicBezTo>
                  <a:cubicBezTo>
                    <a:pt x="0" y="969"/>
                    <a:pt x="108" y="1069"/>
                    <a:pt x="250" y="1069"/>
                  </a:cubicBezTo>
                  <a:cubicBezTo>
                    <a:pt x="313" y="1069"/>
                    <a:pt x="382" y="1050"/>
                    <a:pt x="451" y="1011"/>
                  </a:cubicBezTo>
                  <a:cubicBezTo>
                    <a:pt x="702" y="886"/>
                    <a:pt x="877" y="585"/>
                    <a:pt x="877" y="310"/>
                  </a:cubicBezTo>
                  <a:cubicBezTo>
                    <a:pt x="877" y="101"/>
                    <a:pt x="781" y="1"/>
                    <a:pt x="647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" name="Google Shape;2131;p27"/>
            <p:cNvSpPr/>
            <p:nvPr/>
          </p:nvSpPr>
          <p:spPr>
            <a:xfrm>
              <a:off x="5211300" y="1368375"/>
              <a:ext cx="22575" cy="27125"/>
            </a:xfrm>
            <a:custGeom>
              <a:avLst/>
              <a:gdLst/>
              <a:ahLst/>
              <a:cxnLst/>
              <a:rect l="l" t="t" r="r" b="b"/>
              <a:pathLst>
                <a:path w="903" h="1085" extrusionOk="0">
                  <a:moveTo>
                    <a:pt x="640" y="0"/>
                  </a:moveTo>
                  <a:cubicBezTo>
                    <a:pt x="581" y="0"/>
                    <a:pt x="516" y="17"/>
                    <a:pt x="452" y="53"/>
                  </a:cubicBezTo>
                  <a:cubicBezTo>
                    <a:pt x="226" y="179"/>
                    <a:pt x="0" y="530"/>
                    <a:pt x="25" y="780"/>
                  </a:cubicBezTo>
                  <a:cubicBezTo>
                    <a:pt x="25" y="977"/>
                    <a:pt x="127" y="1084"/>
                    <a:pt x="268" y="1084"/>
                  </a:cubicBezTo>
                  <a:cubicBezTo>
                    <a:pt x="324" y="1084"/>
                    <a:pt x="387" y="1067"/>
                    <a:pt x="452" y="1031"/>
                  </a:cubicBezTo>
                  <a:cubicBezTo>
                    <a:pt x="702" y="906"/>
                    <a:pt x="903" y="605"/>
                    <a:pt x="903" y="304"/>
                  </a:cubicBezTo>
                  <a:cubicBezTo>
                    <a:pt x="903" y="107"/>
                    <a:pt x="788" y="0"/>
                    <a:pt x="640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" name="Google Shape;2132;p27"/>
            <p:cNvSpPr/>
            <p:nvPr/>
          </p:nvSpPr>
          <p:spPr>
            <a:xfrm>
              <a:off x="4921825" y="1642050"/>
              <a:ext cx="21950" cy="26750"/>
            </a:xfrm>
            <a:custGeom>
              <a:avLst/>
              <a:gdLst/>
              <a:ahLst/>
              <a:cxnLst/>
              <a:rect l="l" t="t" r="r" b="b"/>
              <a:pathLst>
                <a:path w="878" h="1070" extrusionOk="0">
                  <a:moveTo>
                    <a:pt x="636" y="1"/>
                  </a:moveTo>
                  <a:cubicBezTo>
                    <a:pt x="577" y="1"/>
                    <a:pt x="513" y="20"/>
                    <a:pt x="452" y="59"/>
                  </a:cubicBezTo>
                  <a:cubicBezTo>
                    <a:pt x="201" y="184"/>
                    <a:pt x="0" y="510"/>
                    <a:pt x="0" y="761"/>
                  </a:cubicBezTo>
                  <a:cubicBezTo>
                    <a:pt x="0" y="969"/>
                    <a:pt x="109" y="1069"/>
                    <a:pt x="251" y="1069"/>
                  </a:cubicBezTo>
                  <a:cubicBezTo>
                    <a:pt x="313" y="1069"/>
                    <a:pt x="382" y="1050"/>
                    <a:pt x="452" y="1011"/>
                  </a:cubicBezTo>
                  <a:cubicBezTo>
                    <a:pt x="702" y="886"/>
                    <a:pt x="878" y="585"/>
                    <a:pt x="878" y="309"/>
                  </a:cubicBezTo>
                  <a:cubicBezTo>
                    <a:pt x="878" y="101"/>
                    <a:pt x="769" y="1"/>
                    <a:pt x="636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" name="Google Shape;2133;p27"/>
            <p:cNvSpPr/>
            <p:nvPr/>
          </p:nvSpPr>
          <p:spPr>
            <a:xfrm>
              <a:off x="5018325" y="1586400"/>
              <a:ext cx="21950" cy="27150"/>
            </a:xfrm>
            <a:custGeom>
              <a:avLst/>
              <a:gdLst/>
              <a:ahLst/>
              <a:cxnLst/>
              <a:rect l="l" t="t" r="r" b="b"/>
              <a:pathLst>
                <a:path w="878" h="1086" extrusionOk="0">
                  <a:moveTo>
                    <a:pt x="615" y="1"/>
                  </a:moveTo>
                  <a:cubicBezTo>
                    <a:pt x="556" y="1"/>
                    <a:pt x="491" y="18"/>
                    <a:pt x="426" y="54"/>
                  </a:cubicBezTo>
                  <a:cubicBezTo>
                    <a:pt x="175" y="180"/>
                    <a:pt x="0" y="480"/>
                    <a:pt x="0" y="781"/>
                  </a:cubicBezTo>
                  <a:cubicBezTo>
                    <a:pt x="0" y="978"/>
                    <a:pt x="89" y="1085"/>
                    <a:pt x="231" y="1085"/>
                  </a:cubicBezTo>
                  <a:cubicBezTo>
                    <a:pt x="288" y="1085"/>
                    <a:pt x="354" y="1068"/>
                    <a:pt x="426" y="1032"/>
                  </a:cubicBezTo>
                  <a:cubicBezTo>
                    <a:pt x="677" y="906"/>
                    <a:pt x="877" y="581"/>
                    <a:pt x="877" y="305"/>
                  </a:cubicBezTo>
                  <a:cubicBezTo>
                    <a:pt x="877" y="108"/>
                    <a:pt x="763" y="1"/>
                    <a:pt x="61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" name="Google Shape;2134;p27"/>
            <p:cNvSpPr/>
            <p:nvPr/>
          </p:nvSpPr>
          <p:spPr>
            <a:xfrm>
              <a:off x="5114800" y="1530650"/>
              <a:ext cx="21325" cy="27125"/>
            </a:xfrm>
            <a:custGeom>
              <a:avLst/>
              <a:gdLst/>
              <a:ahLst/>
              <a:cxnLst/>
              <a:rect l="l" t="t" r="r" b="b"/>
              <a:pathLst>
                <a:path w="853" h="1085" extrusionOk="0">
                  <a:moveTo>
                    <a:pt x="611" y="0"/>
                  </a:moveTo>
                  <a:cubicBezTo>
                    <a:pt x="554" y="0"/>
                    <a:pt x="491" y="18"/>
                    <a:pt x="427" y="54"/>
                  </a:cubicBezTo>
                  <a:cubicBezTo>
                    <a:pt x="176" y="179"/>
                    <a:pt x="1" y="530"/>
                    <a:pt x="1" y="780"/>
                  </a:cubicBezTo>
                  <a:cubicBezTo>
                    <a:pt x="1" y="977"/>
                    <a:pt x="90" y="1084"/>
                    <a:pt x="232" y="1084"/>
                  </a:cubicBezTo>
                  <a:cubicBezTo>
                    <a:pt x="289" y="1084"/>
                    <a:pt x="355" y="1067"/>
                    <a:pt x="427" y="1031"/>
                  </a:cubicBezTo>
                  <a:cubicBezTo>
                    <a:pt x="677" y="906"/>
                    <a:pt x="853" y="580"/>
                    <a:pt x="853" y="304"/>
                  </a:cubicBezTo>
                  <a:cubicBezTo>
                    <a:pt x="853" y="108"/>
                    <a:pt x="751" y="0"/>
                    <a:pt x="611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" name="Google Shape;2135;p27"/>
            <p:cNvSpPr/>
            <p:nvPr/>
          </p:nvSpPr>
          <p:spPr>
            <a:xfrm>
              <a:off x="5210050" y="147487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1"/>
                  </a:moveTo>
                  <a:cubicBezTo>
                    <a:pt x="568" y="1"/>
                    <a:pt x="509" y="18"/>
                    <a:pt x="451" y="54"/>
                  </a:cubicBezTo>
                  <a:cubicBezTo>
                    <a:pt x="226" y="179"/>
                    <a:pt x="0" y="505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1" y="1032"/>
                  </a:cubicBezTo>
                  <a:cubicBezTo>
                    <a:pt x="677" y="906"/>
                    <a:pt x="877" y="605"/>
                    <a:pt x="877" y="305"/>
                  </a:cubicBezTo>
                  <a:cubicBezTo>
                    <a:pt x="877" y="108"/>
                    <a:pt x="763" y="1"/>
                    <a:pt x="624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" name="Google Shape;2136;p27"/>
            <p:cNvSpPr/>
            <p:nvPr/>
          </p:nvSpPr>
          <p:spPr>
            <a:xfrm>
              <a:off x="5306525" y="1419625"/>
              <a:ext cx="21975" cy="26725"/>
            </a:xfrm>
            <a:custGeom>
              <a:avLst/>
              <a:gdLst/>
              <a:ahLst/>
              <a:cxnLst/>
              <a:rect l="l" t="t" r="r" b="b"/>
              <a:pathLst>
                <a:path w="879" h="1069" extrusionOk="0">
                  <a:moveTo>
                    <a:pt x="628" y="1"/>
                  </a:moveTo>
                  <a:cubicBezTo>
                    <a:pt x="565" y="1"/>
                    <a:pt x="496" y="20"/>
                    <a:pt x="427" y="59"/>
                  </a:cubicBezTo>
                  <a:cubicBezTo>
                    <a:pt x="226" y="184"/>
                    <a:pt x="1" y="485"/>
                    <a:pt x="1" y="760"/>
                  </a:cubicBezTo>
                  <a:cubicBezTo>
                    <a:pt x="1" y="969"/>
                    <a:pt x="97" y="1069"/>
                    <a:pt x="232" y="1069"/>
                  </a:cubicBezTo>
                  <a:cubicBezTo>
                    <a:pt x="291" y="1069"/>
                    <a:pt x="358" y="1049"/>
                    <a:pt x="427" y="1011"/>
                  </a:cubicBezTo>
                  <a:cubicBezTo>
                    <a:pt x="678" y="886"/>
                    <a:pt x="878" y="585"/>
                    <a:pt x="878" y="309"/>
                  </a:cubicBezTo>
                  <a:cubicBezTo>
                    <a:pt x="878" y="101"/>
                    <a:pt x="770" y="1"/>
                    <a:pt x="628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37" name="Google Shape;2137;p27"/>
          <p:cNvSpPr txBox="1">
            <a:spLocks noGrp="1"/>
          </p:cNvSpPr>
          <p:nvPr>
            <p:ph type="subTitle" idx="1"/>
          </p:nvPr>
        </p:nvSpPr>
        <p:spPr>
          <a:xfrm>
            <a:off x="715108" y="2813184"/>
            <a:ext cx="6367800" cy="41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IN" sz="2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nkGothic Lt BT" panose="020B0607020203060204" pitchFamily="34" charset="0"/>
              </a:rPr>
              <a:t>Data Analysis and Insights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2138" name="Google Shape;2138;p27"/>
          <p:cNvGrpSpPr/>
          <p:nvPr/>
        </p:nvGrpSpPr>
        <p:grpSpPr>
          <a:xfrm flipH="1">
            <a:off x="2286825" y="223186"/>
            <a:ext cx="593164" cy="1161172"/>
            <a:chOff x="4921825" y="870250"/>
            <a:chExt cx="407925" cy="798550"/>
          </a:xfrm>
        </p:grpSpPr>
        <p:sp>
          <p:nvSpPr>
            <p:cNvPr id="2139" name="Google Shape;2139;p27"/>
            <p:cNvSpPr/>
            <p:nvPr/>
          </p:nvSpPr>
          <p:spPr>
            <a:xfrm>
              <a:off x="4921825" y="109267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0"/>
                  </a:moveTo>
                  <a:cubicBezTo>
                    <a:pt x="569" y="0"/>
                    <a:pt x="509" y="18"/>
                    <a:pt x="452" y="54"/>
                  </a:cubicBezTo>
                  <a:cubicBezTo>
                    <a:pt x="201" y="179"/>
                    <a:pt x="0" y="530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2" y="1031"/>
                  </a:cubicBezTo>
                  <a:cubicBezTo>
                    <a:pt x="702" y="906"/>
                    <a:pt x="878" y="580"/>
                    <a:pt x="878" y="304"/>
                  </a:cubicBezTo>
                  <a:cubicBezTo>
                    <a:pt x="878" y="108"/>
                    <a:pt x="763" y="0"/>
                    <a:pt x="624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" name="Google Shape;2140;p27"/>
            <p:cNvSpPr/>
            <p:nvPr/>
          </p:nvSpPr>
          <p:spPr>
            <a:xfrm>
              <a:off x="5018325" y="1037425"/>
              <a:ext cx="21950" cy="26725"/>
            </a:xfrm>
            <a:custGeom>
              <a:avLst/>
              <a:gdLst/>
              <a:ahLst/>
              <a:cxnLst/>
              <a:rect l="l" t="t" r="r" b="b"/>
              <a:pathLst>
                <a:path w="878" h="1069" extrusionOk="0">
                  <a:moveTo>
                    <a:pt x="627" y="0"/>
                  </a:moveTo>
                  <a:cubicBezTo>
                    <a:pt x="564" y="0"/>
                    <a:pt x="495" y="20"/>
                    <a:pt x="426" y="58"/>
                  </a:cubicBezTo>
                  <a:cubicBezTo>
                    <a:pt x="175" y="209"/>
                    <a:pt x="0" y="509"/>
                    <a:pt x="0" y="760"/>
                  </a:cubicBezTo>
                  <a:cubicBezTo>
                    <a:pt x="0" y="969"/>
                    <a:pt x="96" y="1069"/>
                    <a:pt x="231" y="1069"/>
                  </a:cubicBezTo>
                  <a:cubicBezTo>
                    <a:pt x="290" y="1069"/>
                    <a:pt x="357" y="1049"/>
                    <a:pt x="426" y="1011"/>
                  </a:cubicBezTo>
                  <a:cubicBezTo>
                    <a:pt x="677" y="885"/>
                    <a:pt x="877" y="585"/>
                    <a:pt x="877" y="309"/>
                  </a:cubicBezTo>
                  <a:cubicBezTo>
                    <a:pt x="877" y="100"/>
                    <a:pt x="769" y="0"/>
                    <a:pt x="627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" name="Google Shape;2141;p27"/>
            <p:cNvSpPr/>
            <p:nvPr/>
          </p:nvSpPr>
          <p:spPr>
            <a:xfrm>
              <a:off x="5114800" y="981775"/>
              <a:ext cx="21325" cy="26900"/>
            </a:xfrm>
            <a:custGeom>
              <a:avLst/>
              <a:gdLst/>
              <a:ahLst/>
              <a:cxnLst/>
              <a:rect l="l" t="t" r="r" b="b"/>
              <a:pathLst>
                <a:path w="853" h="1076" extrusionOk="0">
                  <a:moveTo>
                    <a:pt x="611" y="0"/>
                  </a:moveTo>
                  <a:cubicBezTo>
                    <a:pt x="554" y="0"/>
                    <a:pt x="491" y="18"/>
                    <a:pt x="427" y="54"/>
                  </a:cubicBezTo>
                  <a:cubicBezTo>
                    <a:pt x="176" y="204"/>
                    <a:pt x="1" y="530"/>
                    <a:pt x="1" y="780"/>
                  </a:cubicBezTo>
                  <a:cubicBezTo>
                    <a:pt x="1" y="969"/>
                    <a:pt x="95" y="1076"/>
                    <a:pt x="227" y="1076"/>
                  </a:cubicBezTo>
                  <a:cubicBezTo>
                    <a:pt x="287" y="1076"/>
                    <a:pt x="356" y="1053"/>
                    <a:pt x="427" y="1006"/>
                  </a:cubicBezTo>
                  <a:cubicBezTo>
                    <a:pt x="677" y="906"/>
                    <a:pt x="853" y="580"/>
                    <a:pt x="853" y="304"/>
                  </a:cubicBezTo>
                  <a:cubicBezTo>
                    <a:pt x="853" y="108"/>
                    <a:pt x="751" y="0"/>
                    <a:pt x="611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" name="Google Shape;2142;p27"/>
            <p:cNvSpPr/>
            <p:nvPr/>
          </p:nvSpPr>
          <p:spPr>
            <a:xfrm>
              <a:off x="5210050" y="92600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1"/>
                  </a:moveTo>
                  <a:cubicBezTo>
                    <a:pt x="568" y="1"/>
                    <a:pt x="509" y="18"/>
                    <a:pt x="451" y="54"/>
                  </a:cubicBezTo>
                  <a:cubicBezTo>
                    <a:pt x="226" y="204"/>
                    <a:pt x="0" y="505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1" y="1032"/>
                  </a:cubicBezTo>
                  <a:cubicBezTo>
                    <a:pt x="677" y="906"/>
                    <a:pt x="877" y="580"/>
                    <a:pt x="877" y="305"/>
                  </a:cubicBezTo>
                  <a:cubicBezTo>
                    <a:pt x="877" y="108"/>
                    <a:pt x="763" y="1"/>
                    <a:pt x="624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3" name="Google Shape;2143;p27"/>
            <p:cNvSpPr/>
            <p:nvPr/>
          </p:nvSpPr>
          <p:spPr>
            <a:xfrm>
              <a:off x="5306525" y="870250"/>
              <a:ext cx="21975" cy="27125"/>
            </a:xfrm>
            <a:custGeom>
              <a:avLst/>
              <a:gdLst/>
              <a:ahLst/>
              <a:cxnLst/>
              <a:rect l="l" t="t" r="r" b="b"/>
              <a:pathLst>
                <a:path w="879" h="1085" extrusionOk="0">
                  <a:moveTo>
                    <a:pt x="616" y="0"/>
                  </a:moveTo>
                  <a:cubicBezTo>
                    <a:pt x="556" y="0"/>
                    <a:pt x="492" y="18"/>
                    <a:pt x="427" y="53"/>
                  </a:cubicBezTo>
                  <a:cubicBezTo>
                    <a:pt x="226" y="229"/>
                    <a:pt x="1" y="505"/>
                    <a:pt x="1" y="780"/>
                  </a:cubicBezTo>
                  <a:cubicBezTo>
                    <a:pt x="1" y="977"/>
                    <a:pt x="103" y="1084"/>
                    <a:pt x="243" y="1084"/>
                  </a:cubicBezTo>
                  <a:cubicBezTo>
                    <a:pt x="300" y="1084"/>
                    <a:pt x="362" y="1067"/>
                    <a:pt x="427" y="1031"/>
                  </a:cubicBezTo>
                  <a:cubicBezTo>
                    <a:pt x="678" y="906"/>
                    <a:pt x="878" y="605"/>
                    <a:pt x="878" y="304"/>
                  </a:cubicBezTo>
                  <a:cubicBezTo>
                    <a:pt x="878" y="108"/>
                    <a:pt x="763" y="0"/>
                    <a:pt x="616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4" name="Google Shape;2144;p27"/>
            <p:cNvSpPr/>
            <p:nvPr/>
          </p:nvSpPr>
          <p:spPr>
            <a:xfrm>
              <a:off x="4921825" y="1203450"/>
              <a:ext cx="21950" cy="26750"/>
            </a:xfrm>
            <a:custGeom>
              <a:avLst/>
              <a:gdLst/>
              <a:ahLst/>
              <a:cxnLst/>
              <a:rect l="l" t="t" r="r" b="b"/>
              <a:pathLst>
                <a:path w="878" h="1070" extrusionOk="0">
                  <a:moveTo>
                    <a:pt x="636" y="1"/>
                  </a:moveTo>
                  <a:cubicBezTo>
                    <a:pt x="577" y="1"/>
                    <a:pt x="513" y="20"/>
                    <a:pt x="452" y="59"/>
                  </a:cubicBezTo>
                  <a:cubicBezTo>
                    <a:pt x="226" y="209"/>
                    <a:pt x="25" y="510"/>
                    <a:pt x="0" y="761"/>
                  </a:cubicBezTo>
                  <a:cubicBezTo>
                    <a:pt x="0" y="969"/>
                    <a:pt x="109" y="1069"/>
                    <a:pt x="251" y="1069"/>
                  </a:cubicBezTo>
                  <a:cubicBezTo>
                    <a:pt x="313" y="1069"/>
                    <a:pt x="382" y="1050"/>
                    <a:pt x="452" y="1011"/>
                  </a:cubicBezTo>
                  <a:cubicBezTo>
                    <a:pt x="702" y="886"/>
                    <a:pt x="878" y="585"/>
                    <a:pt x="878" y="310"/>
                  </a:cubicBezTo>
                  <a:cubicBezTo>
                    <a:pt x="878" y="101"/>
                    <a:pt x="769" y="1"/>
                    <a:pt x="636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5" name="Google Shape;2145;p27"/>
            <p:cNvSpPr/>
            <p:nvPr/>
          </p:nvSpPr>
          <p:spPr>
            <a:xfrm>
              <a:off x="4922450" y="131385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35" y="1"/>
                  </a:moveTo>
                  <a:cubicBezTo>
                    <a:pt x="579" y="1"/>
                    <a:pt x="516" y="18"/>
                    <a:pt x="452" y="54"/>
                  </a:cubicBezTo>
                  <a:cubicBezTo>
                    <a:pt x="201" y="204"/>
                    <a:pt x="0" y="530"/>
                    <a:pt x="0" y="781"/>
                  </a:cubicBezTo>
                  <a:cubicBezTo>
                    <a:pt x="0" y="977"/>
                    <a:pt x="102" y="1085"/>
                    <a:pt x="252" y="1085"/>
                  </a:cubicBezTo>
                  <a:cubicBezTo>
                    <a:pt x="312" y="1085"/>
                    <a:pt x="380" y="1067"/>
                    <a:pt x="452" y="1031"/>
                  </a:cubicBezTo>
                  <a:cubicBezTo>
                    <a:pt x="702" y="906"/>
                    <a:pt x="878" y="580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6" name="Google Shape;2146;p27"/>
            <p:cNvSpPr/>
            <p:nvPr/>
          </p:nvSpPr>
          <p:spPr>
            <a:xfrm>
              <a:off x="4922450" y="142475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35" y="1"/>
                  </a:moveTo>
                  <a:cubicBezTo>
                    <a:pt x="579" y="1"/>
                    <a:pt x="516" y="18"/>
                    <a:pt x="452" y="54"/>
                  </a:cubicBezTo>
                  <a:cubicBezTo>
                    <a:pt x="226" y="179"/>
                    <a:pt x="51" y="505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2" y="1032"/>
                  </a:cubicBezTo>
                  <a:cubicBezTo>
                    <a:pt x="702" y="906"/>
                    <a:pt x="878" y="605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7" name="Google Shape;2147;p27"/>
            <p:cNvSpPr/>
            <p:nvPr/>
          </p:nvSpPr>
          <p:spPr>
            <a:xfrm>
              <a:off x="4923700" y="1535550"/>
              <a:ext cx="21325" cy="26725"/>
            </a:xfrm>
            <a:custGeom>
              <a:avLst/>
              <a:gdLst/>
              <a:ahLst/>
              <a:cxnLst/>
              <a:rect l="l" t="t" r="r" b="b"/>
              <a:pathLst>
                <a:path w="853" h="1069" extrusionOk="0">
                  <a:moveTo>
                    <a:pt x="622" y="0"/>
                  </a:moveTo>
                  <a:cubicBezTo>
                    <a:pt x="563" y="0"/>
                    <a:pt x="496" y="20"/>
                    <a:pt x="427" y="58"/>
                  </a:cubicBezTo>
                  <a:cubicBezTo>
                    <a:pt x="176" y="183"/>
                    <a:pt x="1" y="484"/>
                    <a:pt x="1" y="760"/>
                  </a:cubicBezTo>
                  <a:cubicBezTo>
                    <a:pt x="1" y="968"/>
                    <a:pt x="97" y="1069"/>
                    <a:pt x="231" y="1069"/>
                  </a:cubicBezTo>
                  <a:cubicBezTo>
                    <a:pt x="291" y="1069"/>
                    <a:pt x="357" y="1049"/>
                    <a:pt x="427" y="1011"/>
                  </a:cubicBezTo>
                  <a:cubicBezTo>
                    <a:pt x="677" y="885"/>
                    <a:pt x="853" y="584"/>
                    <a:pt x="853" y="309"/>
                  </a:cubicBezTo>
                  <a:cubicBezTo>
                    <a:pt x="853" y="100"/>
                    <a:pt x="756" y="0"/>
                    <a:pt x="622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148;p27"/>
            <p:cNvSpPr/>
            <p:nvPr/>
          </p:nvSpPr>
          <p:spPr>
            <a:xfrm>
              <a:off x="5018325" y="1147800"/>
              <a:ext cx="21950" cy="27150"/>
            </a:xfrm>
            <a:custGeom>
              <a:avLst/>
              <a:gdLst/>
              <a:ahLst/>
              <a:cxnLst/>
              <a:rect l="l" t="t" r="r" b="b"/>
              <a:pathLst>
                <a:path w="878" h="1086" extrusionOk="0">
                  <a:moveTo>
                    <a:pt x="615" y="1"/>
                  </a:moveTo>
                  <a:cubicBezTo>
                    <a:pt x="556" y="1"/>
                    <a:pt x="491" y="18"/>
                    <a:pt x="426" y="54"/>
                  </a:cubicBezTo>
                  <a:cubicBezTo>
                    <a:pt x="201" y="205"/>
                    <a:pt x="0" y="480"/>
                    <a:pt x="0" y="781"/>
                  </a:cubicBezTo>
                  <a:cubicBezTo>
                    <a:pt x="0" y="978"/>
                    <a:pt x="102" y="1085"/>
                    <a:pt x="242" y="1085"/>
                  </a:cubicBezTo>
                  <a:cubicBezTo>
                    <a:pt x="299" y="1085"/>
                    <a:pt x="361" y="1068"/>
                    <a:pt x="426" y="1032"/>
                  </a:cubicBezTo>
                  <a:cubicBezTo>
                    <a:pt x="677" y="906"/>
                    <a:pt x="877" y="581"/>
                    <a:pt x="877" y="305"/>
                  </a:cubicBezTo>
                  <a:cubicBezTo>
                    <a:pt x="877" y="108"/>
                    <a:pt x="763" y="1"/>
                    <a:pt x="61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2149;p27"/>
            <p:cNvSpPr/>
            <p:nvPr/>
          </p:nvSpPr>
          <p:spPr>
            <a:xfrm>
              <a:off x="5114800" y="1092050"/>
              <a:ext cx="21325" cy="27125"/>
            </a:xfrm>
            <a:custGeom>
              <a:avLst/>
              <a:gdLst/>
              <a:ahLst/>
              <a:cxnLst/>
              <a:rect l="l" t="t" r="r" b="b"/>
              <a:pathLst>
                <a:path w="853" h="1085" extrusionOk="0">
                  <a:moveTo>
                    <a:pt x="611" y="0"/>
                  </a:moveTo>
                  <a:cubicBezTo>
                    <a:pt x="554" y="0"/>
                    <a:pt x="491" y="18"/>
                    <a:pt x="427" y="54"/>
                  </a:cubicBezTo>
                  <a:cubicBezTo>
                    <a:pt x="201" y="204"/>
                    <a:pt x="1" y="530"/>
                    <a:pt x="1" y="781"/>
                  </a:cubicBezTo>
                  <a:cubicBezTo>
                    <a:pt x="1" y="977"/>
                    <a:pt x="103" y="1085"/>
                    <a:pt x="243" y="1085"/>
                  </a:cubicBezTo>
                  <a:cubicBezTo>
                    <a:pt x="299" y="1085"/>
                    <a:pt x="362" y="1067"/>
                    <a:pt x="427" y="1031"/>
                  </a:cubicBezTo>
                  <a:cubicBezTo>
                    <a:pt x="677" y="906"/>
                    <a:pt x="853" y="580"/>
                    <a:pt x="853" y="304"/>
                  </a:cubicBezTo>
                  <a:cubicBezTo>
                    <a:pt x="853" y="108"/>
                    <a:pt x="751" y="0"/>
                    <a:pt x="611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" name="Google Shape;2150;p27"/>
            <p:cNvSpPr/>
            <p:nvPr/>
          </p:nvSpPr>
          <p:spPr>
            <a:xfrm>
              <a:off x="5210675" y="103627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35" y="1"/>
                  </a:moveTo>
                  <a:cubicBezTo>
                    <a:pt x="579" y="1"/>
                    <a:pt x="516" y="18"/>
                    <a:pt x="451" y="54"/>
                  </a:cubicBezTo>
                  <a:cubicBezTo>
                    <a:pt x="201" y="230"/>
                    <a:pt x="0" y="530"/>
                    <a:pt x="0" y="781"/>
                  </a:cubicBezTo>
                  <a:cubicBezTo>
                    <a:pt x="0" y="978"/>
                    <a:pt x="115" y="1085"/>
                    <a:pt x="263" y="1085"/>
                  </a:cubicBezTo>
                  <a:cubicBezTo>
                    <a:pt x="322" y="1085"/>
                    <a:pt x="387" y="1068"/>
                    <a:pt x="451" y="1032"/>
                  </a:cubicBezTo>
                  <a:cubicBezTo>
                    <a:pt x="702" y="906"/>
                    <a:pt x="878" y="580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" name="Google Shape;2151;p27"/>
            <p:cNvSpPr/>
            <p:nvPr/>
          </p:nvSpPr>
          <p:spPr>
            <a:xfrm>
              <a:off x="5307150" y="981775"/>
              <a:ext cx="21975" cy="26900"/>
            </a:xfrm>
            <a:custGeom>
              <a:avLst/>
              <a:gdLst/>
              <a:ahLst/>
              <a:cxnLst/>
              <a:rect l="l" t="t" r="r" b="b"/>
              <a:pathLst>
                <a:path w="879" h="1076" extrusionOk="0">
                  <a:moveTo>
                    <a:pt x="625" y="0"/>
                  </a:moveTo>
                  <a:cubicBezTo>
                    <a:pt x="569" y="0"/>
                    <a:pt x="510" y="18"/>
                    <a:pt x="452" y="54"/>
                  </a:cubicBezTo>
                  <a:cubicBezTo>
                    <a:pt x="201" y="179"/>
                    <a:pt x="1" y="480"/>
                    <a:pt x="1" y="780"/>
                  </a:cubicBezTo>
                  <a:cubicBezTo>
                    <a:pt x="1" y="969"/>
                    <a:pt x="107" y="1076"/>
                    <a:pt x="246" y="1076"/>
                  </a:cubicBezTo>
                  <a:cubicBezTo>
                    <a:pt x="310" y="1076"/>
                    <a:pt x="381" y="1053"/>
                    <a:pt x="452" y="1006"/>
                  </a:cubicBezTo>
                  <a:cubicBezTo>
                    <a:pt x="678" y="906"/>
                    <a:pt x="878" y="580"/>
                    <a:pt x="878" y="304"/>
                  </a:cubicBezTo>
                  <a:cubicBezTo>
                    <a:pt x="878" y="108"/>
                    <a:pt x="763" y="0"/>
                    <a:pt x="625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" name="Google Shape;2152;p27"/>
            <p:cNvSpPr/>
            <p:nvPr/>
          </p:nvSpPr>
          <p:spPr>
            <a:xfrm>
              <a:off x="5018950" y="125810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0"/>
                  </a:moveTo>
                  <a:cubicBezTo>
                    <a:pt x="568" y="0"/>
                    <a:pt x="509" y="17"/>
                    <a:pt x="451" y="53"/>
                  </a:cubicBezTo>
                  <a:cubicBezTo>
                    <a:pt x="176" y="204"/>
                    <a:pt x="0" y="504"/>
                    <a:pt x="0" y="780"/>
                  </a:cubicBezTo>
                  <a:cubicBezTo>
                    <a:pt x="0" y="977"/>
                    <a:pt x="115" y="1084"/>
                    <a:pt x="262" y="1084"/>
                  </a:cubicBezTo>
                  <a:cubicBezTo>
                    <a:pt x="322" y="1084"/>
                    <a:pt x="387" y="1067"/>
                    <a:pt x="451" y="1031"/>
                  </a:cubicBezTo>
                  <a:cubicBezTo>
                    <a:pt x="702" y="905"/>
                    <a:pt x="877" y="580"/>
                    <a:pt x="877" y="304"/>
                  </a:cubicBezTo>
                  <a:cubicBezTo>
                    <a:pt x="877" y="107"/>
                    <a:pt x="763" y="0"/>
                    <a:pt x="624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" name="Google Shape;2153;p27"/>
            <p:cNvSpPr/>
            <p:nvPr/>
          </p:nvSpPr>
          <p:spPr>
            <a:xfrm>
              <a:off x="5018950" y="1369225"/>
              <a:ext cx="21950" cy="27000"/>
            </a:xfrm>
            <a:custGeom>
              <a:avLst/>
              <a:gdLst/>
              <a:ahLst/>
              <a:cxnLst/>
              <a:rect l="l" t="t" r="r" b="b"/>
              <a:pathLst>
                <a:path w="878" h="1080" extrusionOk="0">
                  <a:moveTo>
                    <a:pt x="637" y="0"/>
                  </a:moveTo>
                  <a:cubicBezTo>
                    <a:pt x="578" y="0"/>
                    <a:pt x="513" y="23"/>
                    <a:pt x="451" y="70"/>
                  </a:cubicBezTo>
                  <a:cubicBezTo>
                    <a:pt x="176" y="195"/>
                    <a:pt x="0" y="496"/>
                    <a:pt x="0" y="771"/>
                  </a:cubicBezTo>
                  <a:cubicBezTo>
                    <a:pt x="0" y="980"/>
                    <a:pt x="109" y="1080"/>
                    <a:pt x="250" y="1080"/>
                  </a:cubicBezTo>
                  <a:cubicBezTo>
                    <a:pt x="313" y="1080"/>
                    <a:pt x="382" y="1060"/>
                    <a:pt x="451" y="1022"/>
                  </a:cubicBezTo>
                  <a:cubicBezTo>
                    <a:pt x="702" y="897"/>
                    <a:pt x="877" y="596"/>
                    <a:pt x="877" y="320"/>
                  </a:cubicBezTo>
                  <a:cubicBezTo>
                    <a:pt x="877" y="113"/>
                    <a:pt x="770" y="0"/>
                    <a:pt x="637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" name="Google Shape;2154;p27"/>
            <p:cNvSpPr/>
            <p:nvPr/>
          </p:nvSpPr>
          <p:spPr>
            <a:xfrm>
              <a:off x="5018950" y="147990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0"/>
                  </a:moveTo>
                  <a:cubicBezTo>
                    <a:pt x="568" y="0"/>
                    <a:pt x="509" y="18"/>
                    <a:pt x="451" y="54"/>
                  </a:cubicBezTo>
                  <a:cubicBezTo>
                    <a:pt x="226" y="179"/>
                    <a:pt x="25" y="505"/>
                    <a:pt x="0" y="780"/>
                  </a:cubicBezTo>
                  <a:cubicBezTo>
                    <a:pt x="0" y="977"/>
                    <a:pt x="102" y="1084"/>
                    <a:pt x="251" y="1084"/>
                  </a:cubicBezTo>
                  <a:cubicBezTo>
                    <a:pt x="312" y="1084"/>
                    <a:pt x="379" y="1067"/>
                    <a:pt x="451" y="1031"/>
                  </a:cubicBezTo>
                  <a:cubicBezTo>
                    <a:pt x="702" y="906"/>
                    <a:pt x="877" y="580"/>
                    <a:pt x="877" y="304"/>
                  </a:cubicBezTo>
                  <a:cubicBezTo>
                    <a:pt x="877" y="108"/>
                    <a:pt x="763" y="0"/>
                    <a:pt x="624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" name="Google Shape;2155;p27"/>
            <p:cNvSpPr/>
            <p:nvPr/>
          </p:nvSpPr>
          <p:spPr>
            <a:xfrm>
              <a:off x="5114800" y="1203450"/>
              <a:ext cx="21325" cy="26750"/>
            </a:xfrm>
            <a:custGeom>
              <a:avLst/>
              <a:gdLst/>
              <a:ahLst/>
              <a:cxnLst/>
              <a:rect l="l" t="t" r="r" b="b"/>
              <a:pathLst>
                <a:path w="853" h="1070" extrusionOk="0">
                  <a:moveTo>
                    <a:pt x="622" y="1"/>
                  </a:moveTo>
                  <a:cubicBezTo>
                    <a:pt x="563" y="1"/>
                    <a:pt x="496" y="20"/>
                    <a:pt x="427" y="59"/>
                  </a:cubicBezTo>
                  <a:cubicBezTo>
                    <a:pt x="201" y="184"/>
                    <a:pt x="26" y="485"/>
                    <a:pt x="1" y="761"/>
                  </a:cubicBezTo>
                  <a:cubicBezTo>
                    <a:pt x="1" y="969"/>
                    <a:pt x="85" y="1069"/>
                    <a:pt x="220" y="1069"/>
                  </a:cubicBezTo>
                  <a:cubicBezTo>
                    <a:pt x="280" y="1069"/>
                    <a:pt x="350" y="1050"/>
                    <a:pt x="427" y="1011"/>
                  </a:cubicBezTo>
                  <a:cubicBezTo>
                    <a:pt x="677" y="886"/>
                    <a:pt x="853" y="585"/>
                    <a:pt x="853" y="310"/>
                  </a:cubicBezTo>
                  <a:cubicBezTo>
                    <a:pt x="853" y="101"/>
                    <a:pt x="756" y="1"/>
                    <a:pt x="622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" name="Google Shape;2156;p27"/>
            <p:cNvSpPr/>
            <p:nvPr/>
          </p:nvSpPr>
          <p:spPr>
            <a:xfrm>
              <a:off x="5210675" y="1147800"/>
              <a:ext cx="21950" cy="27150"/>
            </a:xfrm>
            <a:custGeom>
              <a:avLst/>
              <a:gdLst/>
              <a:ahLst/>
              <a:cxnLst/>
              <a:rect l="l" t="t" r="r" b="b"/>
              <a:pathLst>
                <a:path w="878" h="1086" extrusionOk="0">
                  <a:moveTo>
                    <a:pt x="635" y="1"/>
                  </a:moveTo>
                  <a:cubicBezTo>
                    <a:pt x="579" y="1"/>
                    <a:pt x="516" y="18"/>
                    <a:pt x="451" y="54"/>
                  </a:cubicBezTo>
                  <a:cubicBezTo>
                    <a:pt x="226" y="180"/>
                    <a:pt x="0" y="480"/>
                    <a:pt x="0" y="781"/>
                  </a:cubicBezTo>
                  <a:cubicBezTo>
                    <a:pt x="0" y="978"/>
                    <a:pt x="115" y="1085"/>
                    <a:pt x="263" y="1085"/>
                  </a:cubicBezTo>
                  <a:cubicBezTo>
                    <a:pt x="322" y="1085"/>
                    <a:pt x="387" y="1068"/>
                    <a:pt x="451" y="1032"/>
                  </a:cubicBezTo>
                  <a:cubicBezTo>
                    <a:pt x="702" y="906"/>
                    <a:pt x="878" y="581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2157;p27"/>
            <p:cNvSpPr/>
            <p:nvPr/>
          </p:nvSpPr>
          <p:spPr>
            <a:xfrm>
              <a:off x="5307150" y="1092050"/>
              <a:ext cx="21975" cy="27125"/>
            </a:xfrm>
            <a:custGeom>
              <a:avLst/>
              <a:gdLst/>
              <a:ahLst/>
              <a:cxnLst/>
              <a:rect l="l" t="t" r="r" b="b"/>
              <a:pathLst>
                <a:path w="879" h="1085" extrusionOk="0">
                  <a:moveTo>
                    <a:pt x="625" y="0"/>
                  </a:moveTo>
                  <a:cubicBezTo>
                    <a:pt x="569" y="0"/>
                    <a:pt x="510" y="18"/>
                    <a:pt x="452" y="54"/>
                  </a:cubicBezTo>
                  <a:cubicBezTo>
                    <a:pt x="227" y="179"/>
                    <a:pt x="26" y="530"/>
                    <a:pt x="1" y="781"/>
                  </a:cubicBezTo>
                  <a:cubicBezTo>
                    <a:pt x="1" y="977"/>
                    <a:pt x="116" y="1085"/>
                    <a:pt x="263" y="1085"/>
                  </a:cubicBezTo>
                  <a:cubicBezTo>
                    <a:pt x="323" y="1085"/>
                    <a:pt x="387" y="1067"/>
                    <a:pt x="452" y="1031"/>
                  </a:cubicBezTo>
                  <a:cubicBezTo>
                    <a:pt x="678" y="906"/>
                    <a:pt x="878" y="580"/>
                    <a:pt x="878" y="304"/>
                  </a:cubicBezTo>
                  <a:cubicBezTo>
                    <a:pt x="878" y="108"/>
                    <a:pt x="763" y="0"/>
                    <a:pt x="625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" name="Google Shape;2158;p27"/>
            <p:cNvSpPr/>
            <p:nvPr/>
          </p:nvSpPr>
          <p:spPr>
            <a:xfrm>
              <a:off x="5115425" y="131385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16" y="1"/>
                  </a:moveTo>
                  <a:cubicBezTo>
                    <a:pt x="556" y="1"/>
                    <a:pt x="492" y="18"/>
                    <a:pt x="427" y="54"/>
                  </a:cubicBezTo>
                  <a:cubicBezTo>
                    <a:pt x="176" y="179"/>
                    <a:pt x="1" y="480"/>
                    <a:pt x="1" y="781"/>
                  </a:cubicBezTo>
                  <a:cubicBezTo>
                    <a:pt x="1" y="977"/>
                    <a:pt x="90" y="1085"/>
                    <a:pt x="232" y="1085"/>
                  </a:cubicBezTo>
                  <a:cubicBezTo>
                    <a:pt x="289" y="1085"/>
                    <a:pt x="355" y="1067"/>
                    <a:pt x="427" y="1031"/>
                  </a:cubicBezTo>
                  <a:cubicBezTo>
                    <a:pt x="677" y="906"/>
                    <a:pt x="878" y="580"/>
                    <a:pt x="878" y="305"/>
                  </a:cubicBezTo>
                  <a:cubicBezTo>
                    <a:pt x="878" y="108"/>
                    <a:pt x="763" y="1"/>
                    <a:pt x="616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" name="Google Shape;2159;p27"/>
            <p:cNvSpPr/>
            <p:nvPr/>
          </p:nvSpPr>
          <p:spPr>
            <a:xfrm>
              <a:off x="5115425" y="142412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16" y="1"/>
                  </a:moveTo>
                  <a:cubicBezTo>
                    <a:pt x="556" y="1"/>
                    <a:pt x="492" y="18"/>
                    <a:pt x="427" y="54"/>
                  </a:cubicBezTo>
                  <a:cubicBezTo>
                    <a:pt x="226" y="179"/>
                    <a:pt x="26" y="530"/>
                    <a:pt x="1" y="781"/>
                  </a:cubicBezTo>
                  <a:cubicBezTo>
                    <a:pt x="1" y="977"/>
                    <a:pt x="90" y="1085"/>
                    <a:pt x="232" y="1085"/>
                  </a:cubicBezTo>
                  <a:cubicBezTo>
                    <a:pt x="289" y="1085"/>
                    <a:pt x="355" y="1067"/>
                    <a:pt x="427" y="1031"/>
                  </a:cubicBezTo>
                  <a:cubicBezTo>
                    <a:pt x="677" y="906"/>
                    <a:pt x="878" y="580"/>
                    <a:pt x="878" y="305"/>
                  </a:cubicBezTo>
                  <a:cubicBezTo>
                    <a:pt x="878" y="108"/>
                    <a:pt x="763" y="1"/>
                    <a:pt x="616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0" name="Google Shape;2160;p27"/>
            <p:cNvSpPr/>
            <p:nvPr/>
          </p:nvSpPr>
          <p:spPr>
            <a:xfrm>
              <a:off x="5211300" y="1258100"/>
              <a:ext cx="22575" cy="27125"/>
            </a:xfrm>
            <a:custGeom>
              <a:avLst/>
              <a:gdLst/>
              <a:ahLst/>
              <a:cxnLst/>
              <a:rect l="l" t="t" r="r" b="b"/>
              <a:pathLst>
                <a:path w="903" h="1085" extrusionOk="0">
                  <a:moveTo>
                    <a:pt x="640" y="0"/>
                  </a:moveTo>
                  <a:cubicBezTo>
                    <a:pt x="581" y="0"/>
                    <a:pt x="516" y="17"/>
                    <a:pt x="452" y="53"/>
                  </a:cubicBezTo>
                  <a:cubicBezTo>
                    <a:pt x="201" y="179"/>
                    <a:pt x="0" y="530"/>
                    <a:pt x="25" y="780"/>
                  </a:cubicBezTo>
                  <a:cubicBezTo>
                    <a:pt x="25" y="977"/>
                    <a:pt x="115" y="1084"/>
                    <a:pt x="257" y="1084"/>
                  </a:cubicBezTo>
                  <a:cubicBezTo>
                    <a:pt x="314" y="1084"/>
                    <a:pt x="380" y="1067"/>
                    <a:pt x="452" y="1031"/>
                  </a:cubicBezTo>
                  <a:cubicBezTo>
                    <a:pt x="702" y="905"/>
                    <a:pt x="903" y="580"/>
                    <a:pt x="903" y="304"/>
                  </a:cubicBezTo>
                  <a:cubicBezTo>
                    <a:pt x="903" y="107"/>
                    <a:pt x="788" y="0"/>
                    <a:pt x="640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" name="Google Shape;2161;p27"/>
            <p:cNvSpPr/>
            <p:nvPr/>
          </p:nvSpPr>
          <p:spPr>
            <a:xfrm>
              <a:off x="5307150" y="1202325"/>
              <a:ext cx="21975" cy="27125"/>
            </a:xfrm>
            <a:custGeom>
              <a:avLst/>
              <a:gdLst/>
              <a:ahLst/>
              <a:cxnLst/>
              <a:rect l="l" t="t" r="r" b="b"/>
              <a:pathLst>
                <a:path w="879" h="1085" extrusionOk="0">
                  <a:moveTo>
                    <a:pt x="625" y="0"/>
                  </a:moveTo>
                  <a:cubicBezTo>
                    <a:pt x="569" y="0"/>
                    <a:pt x="510" y="18"/>
                    <a:pt x="452" y="54"/>
                  </a:cubicBezTo>
                  <a:cubicBezTo>
                    <a:pt x="227" y="179"/>
                    <a:pt x="26" y="530"/>
                    <a:pt x="1" y="781"/>
                  </a:cubicBezTo>
                  <a:cubicBezTo>
                    <a:pt x="1" y="977"/>
                    <a:pt x="116" y="1085"/>
                    <a:pt x="263" y="1085"/>
                  </a:cubicBezTo>
                  <a:cubicBezTo>
                    <a:pt x="323" y="1085"/>
                    <a:pt x="387" y="1067"/>
                    <a:pt x="452" y="1031"/>
                  </a:cubicBezTo>
                  <a:cubicBezTo>
                    <a:pt x="678" y="906"/>
                    <a:pt x="878" y="605"/>
                    <a:pt x="878" y="304"/>
                  </a:cubicBezTo>
                  <a:cubicBezTo>
                    <a:pt x="878" y="108"/>
                    <a:pt x="763" y="0"/>
                    <a:pt x="625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27"/>
            <p:cNvSpPr/>
            <p:nvPr/>
          </p:nvSpPr>
          <p:spPr>
            <a:xfrm>
              <a:off x="5307800" y="1313100"/>
              <a:ext cx="21950" cy="26750"/>
            </a:xfrm>
            <a:custGeom>
              <a:avLst/>
              <a:gdLst/>
              <a:ahLst/>
              <a:cxnLst/>
              <a:rect l="l" t="t" r="r" b="b"/>
              <a:pathLst>
                <a:path w="878" h="1070" extrusionOk="0">
                  <a:moveTo>
                    <a:pt x="647" y="1"/>
                  </a:moveTo>
                  <a:cubicBezTo>
                    <a:pt x="587" y="1"/>
                    <a:pt x="520" y="20"/>
                    <a:pt x="451" y="59"/>
                  </a:cubicBezTo>
                  <a:cubicBezTo>
                    <a:pt x="201" y="184"/>
                    <a:pt x="0" y="510"/>
                    <a:pt x="0" y="761"/>
                  </a:cubicBezTo>
                  <a:cubicBezTo>
                    <a:pt x="0" y="969"/>
                    <a:pt x="108" y="1069"/>
                    <a:pt x="250" y="1069"/>
                  </a:cubicBezTo>
                  <a:cubicBezTo>
                    <a:pt x="313" y="1069"/>
                    <a:pt x="382" y="1050"/>
                    <a:pt x="451" y="1011"/>
                  </a:cubicBezTo>
                  <a:cubicBezTo>
                    <a:pt x="702" y="886"/>
                    <a:pt x="877" y="585"/>
                    <a:pt x="877" y="310"/>
                  </a:cubicBezTo>
                  <a:cubicBezTo>
                    <a:pt x="877" y="101"/>
                    <a:pt x="781" y="1"/>
                    <a:pt x="647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2163;p27"/>
            <p:cNvSpPr/>
            <p:nvPr/>
          </p:nvSpPr>
          <p:spPr>
            <a:xfrm>
              <a:off x="5211300" y="1368375"/>
              <a:ext cx="22575" cy="27125"/>
            </a:xfrm>
            <a:custGeom>
              <a:avLst/>
              <a:gdLst/>
              <a:ahLst/>
              <a:cxnLst/>
              <a:rect l="l" t="t" r="r" b="b"/>
              <a:pathLst>
                <a:path w="903" h="1085" extrusionOk="0">
                  <a:moveTo>
                    <a:pt x="640" y="0"/>
                  </a:moveTo>
                  <a:cubicBezTo>
                    <a:pt x="581" y="0"/>
                    <a:pt x="516" y="17"/>
                    <a:pt x="452" y="53"/>
                  </a:cubicBezTo>
                  <a:cubicBezTo>
                    <a:pt x="226" y="179"/>
                    <a:pt x="0" y="530"/>
                    <a:pt x="25" y="780"/>
                  </a:cubicBezTo>
                  <a:cubicBezTo>
                    <a:pt x="25" y="977"/>
                    <a:pt x="127" y="1084"/>
                    <a:pt x="268" y="1084"/>
                  </a:cubicBezTo>
                  <a:cubicBezTo>
                    <a:pt x="324" y="1084"/>
                    <a:pt x="387" y="1067"/>
                    <a:pt x="452" y="1031"/>
                  </a:cubicBezTo>
                  <a:cubicBezTo>
                    <a:pt x="702" y="906"/>
                    <a:pt x="903" y="605"/>
                    <a:pt x="903" y="304"/>
                  </a:cubicBezTo>
                  <a:cubicBezTo>
                    <a:pt x="903" y="107"/>
                    <a:pt x="788" y="0"/>
                    <a:pt x="640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27"/>
            <p:cNvSpPr/>
            <p:nvPr/>
          </p:nvSpPr>
          <p:spPr>
            <a:xfrm>
              <a:off x="4921825" y="1642050"/>
              <a:ext cx="21950" cy="26750"/>
            </a:xfrm>
            <a:custGeom>
              <a:avLst/>
              <a:gdLst/>
              <a:ahLst/>
              <a:cxnLst/>
              <a:rect l="l" t="t" r="r" b="b"/>
              <a:pathLst>
                <a:path w="878" h="1070" extrusionOk="0">
                  <a:moveTo>
                    <a:pt x="636" y="1"/>
                  </a:moveTo>
                  <a:cubicBezTo>
                    <a:pt x="577" y="1"/>
                    <a:pt x="513" y="20"/>
                    <a:pt x="452" y="59"/>
                  </a:cubicBezTo>
                  <a:cubicBezTo>
                    <a:pt x="201" y="184"/>
                    <a:pt x="0" y="510"/>
                    <a:pt x="0" y="761"/>
                  </a:cubicBezTo>
                  <a:cubicBezTo>
                    <a:pt x="0" y="969"/>
                    <a:pt x="109" y="1069"/>
                    <a:pt x="251" y="1069"/>
                  </a:cubicBezTo>
                  <a:cubicBezTo>
                    <a:pt x="313" y="1069"/>
                    <a:pt x="382" y="1050"/>
                    <a:pt x="452" y="1011"/>
                  </a:cubicBezTo>
                  <a:cubicBezTo>
                    <a:pt x="702" y="886"/>
                    <a:pt x="878" y="585"/>
                    <a:pt x="878" y="309"/>
                  </a:cubicBezTo>
                  <a:cubicBezTo>
                    <a:pt x="878" y="101"/>
                    <a:pt x="769" y="1"/>
                    <a:pt x="636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" name="Google Shape;2165;p27"/>
            <p:cNvSpPr/>
            <p:nvPr/>
          </p:nvSpPr>
          <p:spPr>
            <a:xfrm>
              <a:off x="5018325" y="1586400"/>
              <a:ext cx="21950" cy="27150"/>
            </a:xfrm>
            <a:custGeom>
              <a:avLst/>
              <a:gdLst/>
              <a:ahLst/>
              <a:cxnLst/>
              <a:rect l="l" t="t" r="r" b="b"/>
              <a:pathLst>
                <a:path w="878" h="1086" extrusionOk="0">
                  <a:moveTo>
                    <a:pt x="615" y="1"/>
                  </a:moveTo>
                  <a:cubicBezTo>
                    <a:pt x="556" y="1"/>
                    <a:pt x="491" y="18"/>
                    <a:pt x="426" y="54"/>
                  </a:cubicBezTo>
                  <a:cubicBezTo>
                    <a:pt x="175" y="180"/>
                    <a:pt x="0" y="480"/>
                    <a:pt x="0" y="781"/>
                  </a:cubicBezTo>
                  <a:cubicBezTo>
                    <a:pt x="0" y="978"/>
                    <a:pt x="89" y="1085"/>
                    <a:pt x="231" y="1085"/>
                  </a:cubicBezTo>
                  <a:cubicBezTo>
                    <a:pt x="288" y="1085"/>
                    <a:pt x="354" y="1068"/>
                    <a:pt x="426" y="1032"/>
                  </a:cubicBezTo>
                  <a:cubicBezTo>
                    <a:pt x="677" y="906"/>
                    <a:pt x="877" y="581"/>
                    <a:pt x="877" y="305"/>
                  </a:cubicBezTo>
                  <a:cubicBezTo>
                    <a:pt x="877" y="108"/>
                    <a:pt x="763" y="1"/>
                    <a:pt x="61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6" name="Google Shape;2166;p27"/>
            <p:cNvSpPr/>
            <p:nvPr/>
          </p:nvSpPr>
          <p:spPr>
            <a:xfrm>
              <a:off x="5114800" y="1530650"/>
              <a:ext cx="21325" cy="27125"/>
            </a:xfrm>
            <a:custGeom>
              <a:avLst/>
              <a:gdLst/>
              <a:ahLst/>
              <a:cxnLst/>
              <a:rect l="l" t="t" r="r" b="b"/>
              <a:pathLst>
                <a:path w="853" h="1085" extrusionOk="0">
                  <a:moveTo>
                    <a:pt x="611" y="0"/>
                  </a:moveTo>
                  <a:cubicBezTo>
                    <a:pt x="554" y="0"/>
                    <a:pt x="491" y="18"/>
                    <a:pt x="427" y="54"/>
                  </a:cubicBezTo>
                  <a:cubicBezTo>
                    <a:pt x="176" y="179"/>
                    <a:pt x="1" y="530"/>
                    <a:pt x="1" y="780"/>
                  </a:cubicBezTo>
                  <a:cubicBezTo>
                    <a:pt x="1" y="977"/>
                    <a:pt x="90" y="1084"/>
                    <a:pt x="232" y="1084"/>
                  </a:cubicBezTo>
                  <a:cubicBezTo>
                    <a:pt x="289" y="1084"/>
                    <a:pt x="355" y="1067"/>
                    <a:pt x="427" y="1031"/>
                  </a:cubicBezTo>
                  <a:cubicBezTo>
                    <a:pt x="677" y="906"/>
                    <a:pt x="853" y="580"/>
                    <a:pt x="853" y="304"/>
                  </a:cubicBezTo>
                  <a:cubicBezTo>
                    <a:pt x="853" y="108"/>
                    <a:pt x="751" y="0"/>
                    <a:pt x="611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" name="Google Shape;2167;p27"/>
            <p:cNvSpPr/>
            <p:nvPr/>
          </p:nvSpPr>
          <p:spPr>
            <a:xfrm>
              <a:off x="5210050" y="147487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1"/>
                  </a:moveTo>
                  <a:cubicBezTo>
                    <a:pt x="568" y="1"/>
                    <a:pt x="509" y="18"/>
                    <a:pt x="451" y="54"/>
                  </a:cubicBezTo>
                  <a:cubicBezTo>
                    <a:pt x="226" y="179"/>
                    <a:pt x="0" y="505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1" y="1032"/>
                  </a:cubicBezTo>
                  <a:cubicBezTo>
                    <a:pt x="677" y="906"/>
                    <a:pt x="877" y="605"/>
                    <a:pt x="877" y="305"/>
                  </a:cubicBezTo>
                  <a:cubicBezTo>
                    <a:pt x="877" y="108"/>
                    <a:pt x="763" y="1"/>
                    <a:pt x="624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" name="Google Shape;2168;p27"/>
            <p:cNvSpPr/>
            <p:nvPr/>
          </p:nvSpPr>
          <p:spPr>
            <a:xfrm>
              <a:off x="5306525" y="1419625"/>
              <a:ext cx="21975" cy="26725"/>
            </a:xfrm>
            <a:custGeom>
              <a:avLst/>
              <a:gdLst/>
              <a:ahLst/>
              <a:cxnLst/>
              <a:rect l="l" t="t" r="r" b="b"/>
              <a:pathLst>
                <a:path w="879" h="1069" extrusionOk="0">
                  <a:moveTo>
                    <a:pt x="628" y="1"/>
                  </a:moveTo>
                  <a:cubicBezTo>
                    <a:pt x="565" y="1"/>
                    <a:pt x="496" y="20"/>
                    <a:pt x="427" y="59"/>
                  </a:cubicBezTo>
                  <a:cubicBezTo>
                    <a:pt x="226" y="184"/>
                    <a:pt x="1" y="485"/>
                    <a:pt x="1" y="760"/>
                  </a:cubicBezTo>
                  <a:cubicBezTo>
                    <a:pt x="1" y="969"/>
                    <a:pt x="97" y="1069"/>
                    <a:pt x="232" y="1069"/>
                  </a:cubicBezTo>
                  <a:cubicBezTo>
                    <a:pt x="291" y="1069"/>
                    <a:pt x="358" y="1049"/>
                    <a:pt x="427" y="1011"/>
                  </a:cubicBezTo>
                  <a:cubicBezTo>
                    <a:pt x="678" y="886"/>
                    <a:pt x="878" y="585"/>
                    <a:pt x="878" y="309"/>
                  </a:cubicBezTo>
                  <a:cubicBezTo>
                    <a:pt x="878" y="101"/>
                    <a:pt x="770" y="1"/>
                    <a:pt x="628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69" name="Google Shape;2169;p27"/>
          <p:cNvGrpSpPr/>
          <p:nvPr/>
        </p:nvGrpSpPr>
        <p:grpSpPr>
          <a:xfrm flipH="1">
            <a:off x="7601956" y="310954"/>
            <a:ext cx="579743" cy="1134819"/>
            <a:chOff x="4921825" y="870250"/>
            <a:chExt cx="407925" cy="798550"/>
          </a:xfrm>
        </p:grpSpPr>
        <p:sp>
          <p:nvSpPr>
            <p:cNvPr id="2170" name="Google Shape;2170;p27"/>
            <p:cNvSpPr/>
            <p:nvPr/>
          </p:nvSpPr>
          <p:spPr>
            <a:xfrm>
              <a:off x="4921825" y="109267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0"/>
                  </a:moveTo>
                  <a:cubicBezTo>
                    <a:pt x="569" y="0"/>
                    <a:pt x="509" y="18"/>
                    <a:pt x="452" y="54"/>
                  </a:cubicBezTo>
                  <a:cubicBezTo>
                    <a:pt x="201" y="179"/>
                    <a:pt x="0" y="530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2" y="1031"/>
                  </a:cubicBezTo>
                  <a:cubicBezTo>
                    <a:pt x="702" y="906"/>
                    <a:pt x="878" y="580"/>
                    <a:pt x="878" y="304"/>
                  </a:cubicBezTo>
                  <a:cubicBezTo>
                    <a:pt x="878" y="108"/>
                    <a:pt x="763" y="0"/>
                    <a:pt x="624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" name="Google Shape;2171;p27"/>
            <p:cNvSpPr/>
            <p:nvPr/>
          </p:nvSpPr>
          <p:spPr>
            <a:xfrm>
              <a:off x="5018325" y="1037425"/>
              <a:ext cx="21950" cy="26725"/>
            </a:xfrm>
            <a:custGeom>
              <a:avLst/>
              <a:gdLst/>
              <a:ahLst/>
              <a:cxnLst/>
              <a:rect l="l" t="t" r="r" b="b"/>
              <a:pathLst>
                <a:path w="878" h="1069" extrusionOk="0">
                  <a:moveTo>
                    <a:pt x="627" y="0"/>
                  </a:moveTo>
                  <a:cubicBezTo>
                    <a:pt x="564" y="0"/>
                    <a:pt x="495" y="20"/>
                    <a:pt x="426" y="58"/>
                  </a:cubicBezTo>
                  <a:cubicBezTo>
                    <a:pt x="175" y="209"/>
                    <a:pt x="0" y="509"/>
                    <a:pt x="0" y="760"/>
                  </a:cubicBezTo>
                  <a:cubicBezTo>
                    <a:pt x="0" y="969"/>
                    <a:pt x="96" y="1069"/>
                    <a:pt x="231" y="1069"/>
                  </a:cubicBezTo>
                  <a:cubicBezTo>
                    <a:pt x="290" y="1069"/>
                    <a:pt x="357" y="1049"/>
                    <a:pt x="426" y="1011"/>
                  </a:cubicBezTo>
                  <a:cubicBezTo>
                    <a:pt x="677" y="885"/>
                    <a:pt x="877" y="585"/>
                    <a:pt x="877" y="309"/>
                  </a:cubicBezTo>
                  <a:cubicBezTo>
                    <a:pt x="877" y="100"/>
                    <a:pt x="769" y="0"/>
                    <a:pt x="627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" name="Google Shape;2172;p27"/>
            <p:cNvSpPr/>
            <p:nvPr/>
          </p:nvSpPr>
          <p:spPr>
            <a:xfrm>
              <a:off x="5114800" y="981775"/>
              <a:ext cx="21325" cy="26900"/>
            </a:xfrm>
            <a:custGeom>
              <a:avLst/>
              <a:gdLst/>
              <a:ahLst/>
              <a:cxnLst/>
              <a:rect l="l" t="t" r="r" b="b"/>
              <a:pathLst>
                <a:path w="853" h="1076" extrusionOk="0">
                  <a:moveTo>
                    <a:pt x="611" y="0"/>
                  </a:moveTo>
                  <a:cubicBezTo>
                    <a:pt x="554" y="0"/>
                    <a:pt x="491" y="18"/>
                    <a:pt x="427" y="54"/>
                  </a:cubicBezTo>
                  <a:cubicBezTo>
                    <a:pt x="176" y="204"/>
                    <a:pt x="1" y="530"/>
                    <a:pt x="1" y="780"/>
                  </a:cubicBezTo>
                  <a:cubicBezTo>
                    <a:pt x="1" y="969"/>
                    <a:pt x="95" y="1076"/>
                    <a:pt x="227" y="1076"/>
                  </a:cubicBezTo>
                  <a:cubicBezTo>
                    <a:pt x="287" y="1076"/>
                    <a:pt x="356" y="1053"/>
                    <a:pt x="427" y="1006"/>
                  </a:cubicBezTo>
                  <a:cubicBezTo>
                    <a:pt x="677" y="906"/>
                    <a:pt x="853" y="580"/>
                    <a:pt x="853" y="304"/>
                  </a:cubicBezTo>
                  <a:cubicBezTo>
                    <a:pt x="853" y="108"/>
                    <a:pt x="751" y="0"/>
                    <a:pt x="611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3" name="Google Shape;2173;p27"/>
            <p:cNvSpPr/>
            <p:nvPr/>
          </p:nvSpPr>
          <p:spPr>
            <a:xfrm>
              <a:off x="5210050" y="92600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1"/>
                  </a:moveTo>
                  <a:cubicBezTo>
                    <a:pt x="568" y="1"/>
                    <a:pt x="509" y="18"/>
                    <a:pt x="451" y="54"/>
                  </a:cubicBezTo>
                  <a:cubicBezTo>
                    <a:pt x="226" y="204"/>
                    <a:pt x="0" y="505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1" y="1032"/>
                  </a:cubicBezTo>
                  <a:cubicBezTo>
                    <a:pt x="677" y="906"/>
                    <a:pt x="877" y="580"/>
                    <a:pt x="877" y="305"/>
                  </a:cubicBezTo>
                  <a:cubicBezTo>
                    <a:pt x="877" y="108"/>
                    <a:pt x="763" y="1"/>
                    <a:pt x="624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4" name="Google Shape;2174;p27"/>
            <p:cNvSpPr/>
            <p:nvPr/>
          </p:nvSpPr>
          <p:spPr>
            <a:xfrm>
              <a:off x="5306525" y="870250"/>
              <a:ext cx="21975" cy="27125"/>
            </a:xfrm>
            <a:custGeom>
              <a:avLst/>
              <a:gdLst/>
              <a:ahLst/>
              <a:cxnLst/>
              <a:rect l="l" t="t" r="r" b="b"/>
              <a:pathLst>
                <a:path w="879" h="1085" extrusionOk="0">
                  <a:moveTo>
                    <a:pt x="616" y="0"/>
                  </a:moveTo>
                  <a:cubicBezTo>
                    <a:pt x="556" y="0"/>
                    <a:pt x="492" y="18"/>
                    <a:pt x="427" y="53"/>
                  </a:cubicBezTo>
                  <a:cubicBezTo>
                    <a:pt x="226" y="229"/>
                    <a:pt x="1" y="505"/>
                    <a:pt x="1" y="780"/>
                  </a:cubicBezTo>
                  <a:cubicBezTo>
                    <a:pt x="1" y="977"/>
                    <a:pt x="103" y="1084"/>
                    <a:pt x="243" y="1084"/>
                  </a:cubicBezTo>
                  <a:cubicBezTo>
                    <a:pt x="300" y="1084"/>
                    <a:pt x="362" y="1067"/>
                    <a:pt x="427" y="1031"/>
                  </a:cubicBezTo>
                  <a:cubicBezTo>
                    <a:pt x="678" y="906"/>
                    <a:pt x="878" y="605"/>
                    <a:pt x="878" y="304"/>
                  </a:cubicBezTo>
                  <a:cubicBezTo>
                    <a:pt x="878" y="108"/>
                    <a:pt x="763" y="0"/>
                    <a:pt x="616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5" name="Google Shape;2175;p27"/>
            <p:cNvSpPr/>
            <p:nvPr/>
          </p:nvSpPr>
          <p:spPr>
            <a:xfrm>
              <a:off x="4921825" y="1203450"/>
              <a:ext cx="21950" cy="26750"/>
            </a:xfrm>
            <a:custGeom>
              <a:avLst/>
              <a:gdLst/>
              <a:ahLst/>
              <a:cxnLst/>
              <a:rect l="l" t="t" r="r" b="b"/>
              <a:pathLst>
                <a:path w="878" h="1070" extrusionOk="0">
                  <a:moveTo>
                    <a:pt x="636" y="1"/>
                  </a:moveTo>
                  <a:cubicBezTo>
                    <a:pt x="577" y="1"/>
                    <a:pt x="513" y="20"/>
                    <a:pt x="452" y="59"/>
                  </a:cubicBezTo>
                  <a:cubicBezTo>
                    <a:pt x="226" y="209"/>
                    <a:pt x="25" y="510"/>
                    <a:pt x="0" y="761"/>
                  </a:cubicBezTo>
                  <a:cubicBezTo>
                    <a:pt x="0" y="969"/>
                    <a:pt x="109" y="1069"/>
                    <a:pt x="251" y="1069"/>
                  </a:cubicBezTo>
                  <a:cubicBezTo>
                    <a:pt x="313" y="1069"/>
                    <a:pt x="382" y="1050"/>
                    <a:pt x="452" y="1011"/>
                  </a:cubicBezTo>
                  <a:cubicBezTo>
                    <a:pt x="702" y="886"/>
                    <a:pt x="878" y="585"/>
                    <a:pt x="878" y="310"/>
                  </a:cubicBezTo>
                  <a:cubicBezTo>
                    <a:pt x="878" y="101"/>
                    <a:pt x="769" y="1"/>
                    <a:pt x="636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6" name="Google Shape;2176;p27"/>
            <p:cNvSpPr/>
            <p:nvPr/>
          </p:nvSpPr>
          <p:spPr>
            <a:xfrm>
              <a:off x="4922450" y="131385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35" y="1"/>
                  </a:moveTo>
                  <a:cubicBezTo>
                    <a:pt x="579" y="1"/>
                    <a:pt x="516" y="18"/>
                    <a:pt x="452" y="54"/>
                  </a:cubicBezTo>
                  <a:cubicBezTo>
                    <a:pt x="201" y="204"/>
                    <a:pt x="0" y="530"/>
                    <a:pt x="0" y="781"/>
                  </a:cubicBezTo>
                  <a:cubicBezTo>
                    <a:pt x="0" y="977"/>
                    <a:pt x="102" y="1085"/>
                    <a:pt x="252" y="1085"/>
                  </a:cubicBezTo>
                  <a:cubicBezTo>
                    <a:pt x="312" y="1085"/>
                    <a:pt x="380" y="1067"/>
                    <a:pt x="452" y="1031"/>
                  </a:cubicBezTo>
                  <a:cubicBezTo>
                    <a:pt x="702" y="906"/>
                    <a:pt x="878" y="580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7" name="Google Shape;2177;p27"/>
            <p:cNvSpPr/>
            <p:nvPr/>
          </p:nvSpPr>
          <p:spPr>
            <a:xfrm>
              <a:off x="4922450" y="142475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35" y="1"/>
                  </a:moveTo>
                  <a:cubicBezTo>
                    <a:pt x="579" y="1"/>
                    <a:pt x="516" y="18"/>
                    <a:pt x="452" y="54"/>
                  </a:cubicBezTo>
                  <a:cubicBezTo>
                    <a:pt x="226" y="179"/>
                    <a:pt x="51" y="505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2" y="1032"/>
                  </a:cubicBezTo>
                  <a:cubicBezTo>
                    <a:pt x="702" y="906"/>
                    <a:pt x="878" y="605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8" name="Google Shape;2178;p27"/>
            <p:cNvSpPr/>
            <p:nvPr/>
          </p:nvSpPr>
          <p:spPr>
            <a:xfrm>
              <a:off x="4923700" y="1535550"/>
              <a:ext cx="21325" cy="26725"/>
            </a:xfrm>
            <a:custGeom>
              <a:avLst/>
              <a:gdLst/>
              <a:ahLst/>
              <a:cxnLst/>
              <a:rect l="l" t="t" r="r" b="b"/>
              <a:pathLst>
                <a:path w="853" h="1069" extrusionOk="0">
                  <a:moveTo>
                    <a:pt x="622" y="0"/>
                  </a:moveTo>
                  <a:cubicBezTo>
                    <a:pt x="563" y="0"/>
                    <a:pt x="496" y="20"/>
                    <a:pt x="427" y="58"/>
                  </a:cubicBezTo>
                  <a:cubicBezTo>
                    <a:pt x="176" y="183"/>
                    <a:pt x="1" y="484"/>
                    <a:pt x="1" y="760"/>
                  </a:cubicBezTo>
                  <a:cubicBezTo>
                    <a:pt x="1" y="968"/>
                    <a:pt x="97" y="1069"/>
                    <a:pt x="231" y="1069"/>
                  </a:cubicBezTo>
                  <a:cubicBezTo>
                    <a:pt x="291" y="1069"/>
                    <a:pt x="357" y="1049"/>
                    <a:pt x="427" y="1011"/>
                  </a:cubicBezTo>
                  <a:cubicBezTo>
                    <a:pt x="677" y="885"/>
                    <a:pt x="853" y="584"/>
                    <a:pt x="853" y="309"/>
                  </a:cubicBezTo>
                  <a:cubicBezTo>
                    <a:pt x="853" y="100"/>
                    <a:pt x="756" y="0"/>
                    <a:pt x="622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9" name="Google Shape;2179;p27"/>
            <p:cNvSpPr/>
            <p:nvPr/>
          </p:nvSpPr>
          <p:spPr>
            <a:xfrm>
              <a:off x="5018325" y="1147800"/>
              <a:ext cx="21950" cy="27150"/>
            </a:xfrm>
            <a:custGeom>
              <a:avLst/>
              <a:gdLst/>
              <a:ahLst/>
              <a:cxnLst/>
              <a:rect l="l" t="t" r="r" b="b"/>
              <a:pathLst>
                <a:path w="878" h="1086" extrusionOk="0">
                  <a:moveTo>
                    <a:pt x="615" y="1"/>
                  </a:moveTo>
                  <a:cubicBezTo>
                    <a:pt x="556" y="1"/>
                    <a:pt x="491" y="18"/>
                    <a:pt x="426" y="54"/>
                  </a:cubicBezTo>
                  <a:cubicBezTo>
                    <a:pt x="201" y="205"/>
                    <a:pt x="0" y="480"/>
                    <a:pt x="0" y="781"/>
                  </a:cubicBezTo>
                  <a:cubicBezTo>
                    <a:pt x="0" y="978"/>
                    <a:pt x="102" y="1085"/>
                    <a:pt x="242" y="1085"/>
                  </a:cubicBezTo>
                  <a:cubicBezTo>
                    <a:pt x="299" y="1085"/>
                    <a:pt x="361" y="1068"/>
                    <a:pt x="426" y="1032"/>
                  </a:cubicBezTo>
                  <a:cubicBezTo>
                    <a:pt x="677" y="906"/>
                    <a:pt x="877" y="581"/>
                    <a:pt x="877" y="305"/>
                  </a:cubicBezTo>
                  <a:cubicBezTo>
                    <a:pt x="877" y="108"/>
                    <a:pt x="763" y="1"/>
                    <a:pt x="61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0" name="Google Shape;2180;p27"/>
            <p:cNvSpPr/>
            <p:nvPr/>
          </p:nvSpPr>
          <p:spPr>
            <a:xfrm>
              <a:off x="5114800" y="1092050"/>
              <a:ext cx="21325" cy="27125"/>
            </a:xfrm>
            <a:custGeom>
              <a:avLst/>
              <a:gdLst/>
              <a:ahLst/>
              <a:cxnLst/>
              <a:rect l="l" t="t" r="r" b="b"/>
              <a:pathLst>
                <a:path w="853" h="1085" extrusionOk="0">
                  <a:moveTo>
                    <a:pt x="611" y="0"/>
                  </a:moveTo>
                  <a:cubicBezTo>
                    <a:pt x="554" y="0"/>
                    <a:pt x="491" y="18"/>
                    <a:pt x="427" y="54"/>
                  </a:cubicBezTo>
                  <a:cubicBezTo>
                    <a:pt x="201" y="204"/>
                    <a:pt x="1" y="530"/>
                    <a:pt x="1" y="781"/>
                  </a:cubicBezTo>
                  <a:cubicBezTo>
                    <a:pt x="1" y="977"/>
                    <a:pt x="103" y="1085"/>
                    <a:pt x="243" y="1085"/>
                  </a:cubicBezTo>
                  <a:cubicBezTo>
                    <a:pt x="299" y="1085"/>
                    <a:pt x="362" y="1067"/>
                    <a:pt x="427" y="1031"/>
                  </a:cubicBezTo>
                  <a:cubicBezTo>
                    <a:pt x="677" y="906"/>
                    <a:pt x="853" y="580"/>
                    <a:pt x="853" y="304"/>
                  </a:cubicBezTo>
                  <a:cubicBezTo>
                    <a:pt x="853" y="108"/>
                    <a:pt x="751" y="0"/>
                    <a:pt x="611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1" name="Google Shape;2181;p27"/>
            <p:cNvSpPr/>
            <p:nvPr/>
          </p:nvSpPr>
          <p:spPr>
            <a:xfrm>
              <a:off x="5210675" y="103627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35" y="1"/>
                  </a:moveTo>
                  <a:cubicBezTo>
                    <a:pt x="579" y="1"/>
                    <a:pt x="516" y="18"/>
                    <a:pt x="451" y="54"/>
                  </a:cubicBezTo>
                  <a:cubicBezTo>
                    <a:pt x="201" y="230"/>
                    <a:pt x="0" y="530"/>
                    <a:pt x="0" y="781"/>
                  </a:cubicBezTo>
                  <a:cubicBezTo>
                    <a:pt x="0" y="978"/>
                    <a:pt x="115" y="1085"/>
                    <a:pt x="263" y="1085"/>
                  </a:cubicBezTo>
                  <a:cubicBezTo>
                    <a:pt x="322" y="1085"/>
                    <a:pt x="387" y="1068"/>
                    <a:pt x="451" y="1032"/>
                  </a:cubicBezTo>
                  <a:cubicBezTo>
                    <a:pt x="702" y="906"/>
                    <a:pt x="878" y="580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2" name="Google Shape;2182;p27"/>
            <p:cNvSpPr/>
            <p:nvPr/>
          </p:nvSpPr>
          <p:spPr>
            <a:xfrm>
              <a:off x="5307150" y="981775"/>
              <a:ext cx="21975" cy="26900"/>
            </a:xfrm>
            <a:custGeom>
              <a:avLst/>
              <a:gdLst/>
              <a:ahLst/>
              <a:cxnLst/>
              <a:rect l="l" t="t" r="r" b="b"/>
              <a:pathLst>
                <a:path w="879" h="1076" extrusionOk="0">
                  <a:moveTo>
                    <a:pt x="625" y="0"/>
                  </a:moveTo>
                  <a:cubicBezTo>
                    <a:pt x="569" y="0"/>
                    <a:pt x="510" y="18"/>
                    <a:pt x="452" y="54"/>
                  </a:cubicBezTo>
                  <a:cubicBezTo>
                    <a:pt x="201" y="179"/>
                    <a:pt x="1" y="480"/>
                    <a:pt x="1" y="780"/>
                  </a:cubicBezTo>
                  <a:cubicBezTo>
                    <a:pt x="1" y="969"/>
                    <a:pt x="107" y="1076"/>
                    <a:pt x="246" y="1076"/>
                  </a:cubicBezTo>
                  <a:cubicBezTo>
                    <a:pt x="310" y="1076"/>
                    <a:pt x="381" y="1053"/>
                    <a:pt x="452" y="1006"/>
                  </a:cubicBezTo>
                  <a:cubicBezTo>
                    <a:pt x="678" y="906"/>
                    <a:pt x="878" y="580"/>
                    <a:pt x="878" y="304"/>
                  </a:cubicBezTo>
                  <a:cubicBezTo>
                    <a:pt x="878" y="108"/>
                    <a:pt x="763" y="0"/>
                    <a:pt x="625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3" name="Google Shape;2183;p27"/>
            <p:cNvSpPr/>
            <p:nvPr/>
          </p:nvSpPr>
          <p:spPr>
            <a:xfrm>
              <a:off x="5018950" y="125810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0"/>
                  </a:moveTo>
                  <a:cubicBezTo>
                    <a:pt x="568" y="0"/>
                    <a:pt x="509" y="17"/>
                    <a:pt x="451" y="53"/>
                  </a:cubicBezTo>
                  <a:cubicBezTo>
                    <a:pt x="176" y="204"/>
                    <a:pt x="0" y="504"/>
                    <a:pt x="0" y="780"/>
                  </a:cubicBezTo>
                  <a:cubicBezTo>
                    <a:pt x="0" y="977"/>
                    <a:pt x="115" y="1084"/>
                    <a:pt x="262" y="1084"/>
                  </a:cubicBezTo>
                  <a:cubicBezTo>
                    <a:pt x="322" y="1084"/>
                    <a:pt x="387" y="1067"/>
                    <a:pt x="451" y="1031"/>
                  </a:cubicBezTo>
                  <a:cubicBezTo>
                    <a:pt x="702" y="905"/>
                    <a:pt x="877" y="580"/>
                    <a:pt x="877" y="304"/>
                  </a:cubicBezTo>
                  <a:cubicBezTo>
                    <a:pt x="877" y="107"/>
                    <a:pt x="763" y="0"/>
                    <a:pt x="624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4" name="Google Shape;2184;p27"/>
            <p:cNvSpPr/>
            <p:nvPr/>
          </p:nvSpPr>
          <p:spPr>
            <a:xfrm>
              <a:off x="5018950" y="1369225"/>
              <a:ext cx="21950" cy="27000"/>
            </a:xfrm>
            <a:custGeom>
              <a:avLst/>
              <a:gdLst/>
              <a:ahLst/>
              <a:cxnLst/>
              <a:rect l="l" t="t" r="r" b="b"/>
              <a:pathLst>
                <a:path w="878" h="1080" extrusionOk="0">
                  <a:moveTo>
                    <a:pt x="637" y="0"/>
                  </a:moveTo>
                  <a:cubicBezTo>
                    <a:pt x="578" y="0"/>
                    <a:pt x="513" y="23"/>
                    <a:pt x="451" y="70"/>
                  </a:cubicBezTo>
                  <a:cubicBezTo>
                    <a:pt x="176" y="195"/>
                    <a:pt x="0" y="496"/>
                    <a:pt x="0" y="771"/>
                  </a:cubicBezTo>
                  <a:cubicBezTo>
                    <a:pt x="0" y="980"/>
                    <a:pt x="109" y="1080"/>
                    <a:pt x="250" y="1080"/>
                  </a:cubicBezTo>
                  <a:cubicBezTo>
                    <a:pt x="313" y="1080"/>
                    <a:pt x="382" y="1060"/>
                    <a:pt x="451" y="1022"/>
                  </a:cubicBezTo>
                  <a:cubicBezTo>
                    <a:pt x="702" y="897"/>
                    <a:pt x="877" y="596"/>
                    <a:pt x="877" y="320"/>
                  </a:cubicBezTo>
                  <a:cubicBezTo>
                    <a:pt x="877" y="113"/>
                    <a:pt x="770" y="0"/>
                    <a:pt x="637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5" name="Google Shape;2185;p27"/>
            <p:cNvSpPr/>
            <p:nvPr/>
          </p:nvSpPr>
          <p:spPr>
            <a:xfrm>
              <a:off x="5018950" y="147990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0"/>
                  </a:moveTo>
                  <a:cubicBezTo>
                    <a:pt x="568" y="0"/>
                    <a:pt x="509" y="18"/>
                    <a:pt x="451" y="54"/>
                  </a:cubicBezTo>
                  <a:cubicBezTo>
                    <a:pt x="226" y="179"/>
                    <a:pt x="25" y="505"/>
                    <a:pt x="0" y="780"/>
                  </a:cubicBezTo>
                  <a:cubicBezTo>
                    <a:pt x="0" y="977"/>
                    <a:pt x="102" y="1084"/>
                    <a:pt x="251" y="1084"/>
                  </a:cubicBezTo>
                  <a:cubicBezTo>
                    <a:pt x="312" y="1084"/>
                    <a:pt x="379" y="1067"/>
                    <a:pt x="451" y="1031"/>
                  </a:cubicBezTo>
                  <a:cubicBezTo>
                    <a:pt x="702" y="906"/>
                    <a:pt x="877" y="580"/>
                    <a:pt x="877" y="304"/>
                  </a:cubicBezTo>
                  <a:cubicBezTo>
                    <a:pt x="877" y="108"/>
                    <a:pt x="763" y="0"/>
                    <a:pt x="624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6" name="Google Shape;2186;p27"/>
            <p:cNvSpPr/>
            <p:nvPr/>
          </p:nvSpPr>
          <p:spPr>
            <a:xfrm>
              <a:off x="5114800" y="1203450"/>
              <a:ext cx="21325" cy="26750"/>
            </a:xfrm>
            <a:custGeom>
              <a:avLst/>
              <a:gdLst/>
              <a:ahLst/>
              <a:cxnLst/>
              <a:rect l="l" t="t" r="r" b="b"/>
              <a:pathLst>
                <a:path w="853" h="1070" extrusionOk="0">
                  <a:moveTo>
                    <a:pt x="622" y="1"/>
                  </a:moveTo>
                  <a:cubicBezTo>
                    <a:pt x="563" y="1"/>
                    <a:pt x="496" y="20"/>
                    <a:pt x="427" y="59"/>
                  </a:cubicBezTo>
                  <a:cubicBezTo>
                    <a:pt x="201" y="184"/>
                    <a:pt x="26" y="485"/>
                    <a:pt x="1" y="761"/>
                  </a:cubicBezTo>
                  <a:cubicBezTo>
                    <a:pt x="1" y="969"/>
                    <a:pt x="85" y="1069"/>
                    <a:pt x="220" y="1069"/>
                  </a:cubicBezTo>
                  <a:cubicBezTo>
                    <a:pt x="280" y="1069"/>
                    <a:pt x="350" y="1050"/>
                    <a:pt x="427" y="1011"/>
                  </a:cubicBezTo>
                  <a:cubicBezTo>
                    <a:pt x="677" y="886"/>
                    <a:pt x="853" y="585"/>
                    <a:pt x="853" y="310"/>
                  </a:cubicBezTo>
                  <a:cubicBezTo>
                    <a:pt x="853" y="101"/>
                    <a:pt x="756" y="1"/>
                    <a:pt x="622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7" name="Google Shape;2187;p27"/>
            <p:cNvSpPr/>
            <p:nvPr/>
          </p:nvSpPr>
          <p:spPr>
            <a:xfrm>
              <a:off x="5210675" y="1147800"/>
              <a:ext cx="21950" cy="27150"/>
            </a:xfrm>
            <a:custGeom>
              <a:avLst/>
              <a:gdLst/>
              <a:ahLst/>
              <a:cxnLst/>
              <a:rect l="l" t="t" r="r" b="b"/>
              <a:pathLst>
                <a:path w="878" h="1086" extrusionOk="0">
                  <a:moveTo>
                    <a:pt x="635" y="1"/>
                  </a:moveTo>
                  <a:cubicBezTo>
                    <a:pt x="579" y="1"/>
                    <a:pt x="516" y="18"/>
                    <a:pt x="451" y="54"/>
                  </a:cubicBezTo>
                  <a:cubicBezTo>
                    <a:pt x="226" y="180"/>
                    <a:pt x="0" y="480"/>
                    <a:pt x="0" y="781"/>
                  </a:cubicBezTo>
                  <a:cubicBezTo>
                    <a:pt x="0" y="978"/>
                    <a:pt x="115" y="1085"/>
                    <a:pt x="263" y="1085"/>
                  </a:cubicBezTo>
                  <a:cubicBezTo>
                    <a:pt x="322" y="1085"/>
                    <a:pt x="387" y="1068"/>
                    <a:pt x="451" y="1032"/>
                  </a:cubicBezTo>
                  <a:cubicBezTo>
                    <a:pt x="702" y="906"/>
                    <a:pt x="878" y="581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8" name="Google Shape;2188;p27"/>
            <p:cNvSpPr/>
            <p:nvPr/>
          </p:nvSpPr>
          <p:spPr>
            <a:xfrm>
              <a:off x="5307150" y="1092050"/>
              <a:ext cx="21975" cy="27125"/>
            </a:xfrm>
            <a:custGeom>
              <a:avLst/>
              <a:gdLst/>
              <a:ahLst/>
              <a:cxnLst/>
              <a:rect l="l" t="t" r="r" b="b"/>
              <a:pathLst>
                <a:path w="879" h="1085" extrusionOk="0">
                  <a:moveTo>
                    <a:pt x="625" y="0"/>
                  </a:moveTo>
                  <a:cubicBezTo>
                    <a:pt x="569" y="0"/>
                    <a:pt x="510" y="18"/>
                    <a:pt x="452" y="54"/>
                  </a:cubicBezTo>
                  <a:cubicBezTo>
                    <a:pt x="227" y="179"/>
                    <a:pt x="26" y="530"/>
                    <a:pt x="1" y="781"/>
                  </a:cubicBezTo>
                  <a:cubicBezTo>
                    <a:pt x="1" y="977"/>
                    <a:pt x="116" y="1085"/>
                    <a:pt x="263" y="1085"/>
                  </a:cubicBezTo>
                  <a:cubicBezTo>
                    <a:pt x="323" y="1085"/>
                    <a:pt x="387" y="1067"/>
                    <a:pt x="452" y="1031"/>
                  </a:cubicBezTo>
                  <a:cubicBezTo>
                    <a:pt x="678" y="906"/>
                    <a:pt x="878" y="580"/>
                    <a:pt x="878" y="304"/>
                  </a:cubicBezTo>
                  <a:cubicBezTo>
                    <a:pt x="878" y="108"/>
                    <a:pt x="763" y="0"/>
                    <a:pt x="625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9" name="Google Shape;2189;p27"/>
            <p:cNvSpPr/>
            <p:nvPr/>
          </p:nvSpPr>
          <p:spPr>
            <a:xfrm>
              <a:off x="5115425" y="131385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16" y="1"/>
                  </a:moveTo>
                  <a:cubicBezTo>
                    <a:pt x="556" y="1"/>
                    <a:pt x="492" y="18"/>
                    <a:pt x="427" y="54"/>
                  </a:cubicBezTo>
                  <a:cubicBezTo>
                    <a:pt x="176" y="179"/>
                    <a:pt x="1" y="480"/>
                    <a:pt x="1" y="781"/>
                  </a:cubicBezTo>
                  <a:cubicBezTo>
                    <a:pt x="1" y="977"/>
                    <a:pt x="90" y="1085"/>
                    <a:pt x="232" y="1085"/>
                  </a:cubicBezTo>
                  <a:cubicBezTo>
                    <a:pt x="289" y="1085"/>
                    <a:pt x="355" y="1067"/>
                    <a:pt x="427" y="1031"/>
                  </a:cubicBezTo>
                  <a:cubicBezTo>
                    <a:pt x="677" y="906"/>
                    <a:pt x="878" y="580"/>
                    <a:pt x="878" y="305"/>
                  </a:cubicBezTo>
                  <a:cubicBezTo>
                    <a:pt x="878" y="108"/>
                    <a:pt x="763" y="1"/>
                    <a:pt x="616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0" name="Google Shape;2190;p27"/>
            <p:cNvSpPr/>
            <p:nvPr/>
          </p:nvSpPr>
          <p:spPr>
            <a:xfrm>
              <a:off x="5115425" y="142412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16" y="1"/>
                  </a:moveTo>
                  <a:cubicBezTo>
                    <a:pt x="556" y="1"/>
                    <a:pt x="492" y="18"/>
                    <a:pt x="427" y="54"/>
                  </a:cubicBezTo>
                  <a:cubicBezTo>
                    <a:pt x="226" y="179"/>
                    <a:pt x="26" y="530"/>
                    <a:pt x="1" y="781"/>
                  </a:cubicBezTo>
                  <a:cubicBezTo>
                    <a:pt x="1" y="977"/>
                    <a:pt x="90" y="1085"/>
                    <a:pt x="232" y="1085"/>
                  </a:cubicBezTo>
                  <a:cubicBezTo>
                    <a:pt x="289" y="1085"/>
                    <a:pt x="355" y="1067"/>
                    <a:pt x="427" y="1031"/>
                  </a:cubicBezTo>
                  <a:cubicBezTo>
                    <a:pt x="677" y="906"/>
                    <a:pt x="878" y="580"/>
                    <a:pt x="878" y="305"/>
                  </a:cubicBezTo>
                  <a:cubicBezTo>
                    <a:pt x="878" y="108"/>
                    <a:pt x="763" y="1"/>
                    <a:pt x="616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1" name="Google Shape;2191;p27"/>
            <p:cNvSpPr/>
            <p:nvPr/>
          </p:nvSpPr>
          <p:spPr>
            <a:xfrm>
              <a:off x="5211300" y="1258100"/>
              <a:ext cx="22575" cy="27125"/>
            </a:xfrm>
            <a:custGeom>
              <a:avLst/>
              <a:gdLst/>
              <a:ahLst/>
              <a:cxnLst/>
              <a:rect l="l" t="t" r="r" b="b"/>
              <a:pathLst>
                <a:path w="903" h="1085" extrusionOk="0">
                  <a:moveTo>
                    <a:pt x="640" y="0"/>
                  </a:moveTo>
                  <a:cubicBezTo>
                    <a:pt x="581" y="0"/>
                    <a:pt x="516" y="17"/>
                    <a:pt x="452" y="53"/>
                  </a:cubicBezTo>
                  <a:cubicBezTo>
                    <a:pt x="201" y="179"/>
                    <a:pt x="0" y="530"/>
                    <a:pt x="25" y="780"/>
                  </a:cubicBezTo>
                  <a:cubicBezTo>
                    <a:pt x="25" y="977"/>
                    <a:pt x="115" y="1084"/>
                    <a:pt x="257" y="1084"/>
                  </a:cubicBezTo>
                  <a:cubicBezTo>
                    <a:pt x="314" y="1084"/>
                    <a:pt x="380" y="1067"/>
                    <a:pt x="452" y="1031"/>
                  </a:cubicBezTo>
                  <a:cubicBezTo>
                    <a:pt x="702" y="905"/>
                    <a:pt x="903" y="580"/>
                    <a:pt x="903" y="304"/>
                  </a:cubicBezTo>
                  <a:cubicBezTo>
                    <a:pt x="903" y="107"/>
                    <a:pt x="788" y="0"/>
                    <a:pt x="640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2" name="Google Shape;2192;p27"/>
            <p:cNvSpPr/>
            <p:nvPr/>
          </p:nvSpPr>
          <p:spPr>
            <a:xfrm>
              <a:off x="5307150" y="1202325"/>
              <a:ext cx="21975" cy="27125"/>
            </a:xfrm>
            <a:custGeom>
              <a:avLst/>
              <a:gdLst/>
              <a:ahLst/>
              <a:cxnLst/>
              <a:rect l="l" t="t" r="r" b="b"/>
              <a:pathLst>
                <a:path w="879" h="1085" extrusionOk="0">
                  <a:moveTo>
                    <a:pt x="625" y="0"/>
                  </a:moveTo>
                  <a:cubicBezTo>
                    <a:pt x="569" y="0"/>
                    <a:pt x="510" y="18"/>
                    <a:pt x="452" y="54"/>
                  </a:cubicBezTo>
                  <a:cubicBezTo>
                    <a:pt x="227" y="179"/>
                    <a:pt x="26" y="530"/>
                    <a:pt x="1" y="781"/>
                  </a:cubicBezTo>
                  <a:cubicBezTo>
                    <a:pt x="1" y="977"/>
                    <a:pt x="116" y="1085"/>
                    <a:pt x="263" y="1085"/>
                  </a:cubicBezTo>
                  <a:cubicBezTo>
                    <a:pt x="323" y="1085"/>
                    <a:pt x="387" y="1067"/>
                    <a:pt x="452" y="1031"/>
                  </a:cubicBezTo>
                  <a:cubicBezTo>
                    <a:pt x="678" y="906"/>
                    <a:pt x="878" y="605"/>
                    <a:pt x="878" y="304"/>
                  </a:cubicBezTo>
                  <a:cubicBezTo>
                    <a:pt x="878" y="108"/>
                    <a:pt x="763" y="0"/>
                    <a:pt x="625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3" name="Google Shape;2193;p27"/>
            <p:cNvSpPr/>
            <p:nvPr/>
          </p:nvSpPr>
          <p:spPr>
            <a:xfrm>
              <a:off x="5307800" y="1313100"/>
              <a:ext cx="21950" cy="26750"/>
            </a:xfrm>
            <a:custGeom>
              <a:avLst/>
              <a:gdLst/>
              <a:ahLst/>
              <a:cxnLst/>
              <a:rect l="l" t="t" r="r" b="b"/>
              <a:pathLst>
                <a:path w="878" h="1070" extrusionOk="0">
                  <a:moveTo>
                    <a:pt x="647" y="1"/>
                  </a:moveTo>
                  <a:cubicBezTo>
                    <a:pt x="587" y="1"/>
                    <a:pt x="520" y="20"/>
                    <a:pt x="451" y="59"/>
                  </a:cubicBezTo>
                  <a:cubicBezTo>
                    <a:pt x="201" y="184"/>
                    <a:pt x="0" y="510"/>
                    <a:pt x="0" y="761"/>
                  </a:cubicBezTo>
                  <a:cubicBezTo>
                    <a:pt x="0" y="969"/>
                    <a:pt x="108" y="1069"/>
                    <a:pt x="250" y="1069"/>
                  </a:cubicBezTo>
                  <a:cubicBezTo>
                    <a:pt x="313" y="1069"/>
                    <a:pt x="382" y="1050"/>
                    <a:pt x="451" y="1011"/>
                  </a:cubicBezTo>
                  <a:cubicBezTo>
                    <a:pt x="702" y="886"/>
                    <a:pt x="877" y="585"/>
                    <a:pt x="877" y="310"/>
                  </a:cubicBezTo>
                  <a:cubicBezTo>
                    <a:pt x="877" y="101"/>
                    <a:pt x="781" y="1"/>
                    <a:pt x="647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4" name="Google Shape;2194;p27"/>
            <p:cNvSpPr/>
            <p:nvPr/>
          </p:nvSpPr>
          <p:spPr>
            <a:xfrm>
              <a:off x="5211300" y="1368375"/>
              <a:ext cx="22575" cy="27125"/>
            </a:xfrm>
            <a:custGeom>
              <a:avLst/>
              <a:gdLst/>
              <a:ahLst/>
              <a:cxnLst/>
              <a:rect l="l" t="t" r="r" b="b"/>
              <a:pathLst>
                <a:path w="903" h="1085" extrusionOk="0">
                  <a:moveTo>
                    <a:pt x="640" y="0"/>
                  </a:moveTo>
                  <a:cubicBezTo>
                    <a:pt x="581" y="0"/>
                    <a:pt x="516" y="17"/>
                    <a:pt x="452" y="53"/>
                  </a:cubicBezTo>
                  <a:cubicBezTo>
                    <a:pt x="226" y="179"/>
                    <a:pt x="0" y="530"/>
                    <a:pt x="25" y="780"/>
                  </a:cubicBezTo>
                  <a:cubicBezTo>
                    <a:pt x="25" y="977"/>
                    <a:pt x="127" y="1084"/>
                    <a:pt x="268" y="1084"/>
                  </a:cubicBezTo>
                  <a:cubicBezTo>
                    <a:pt x="324" y="1084"/>
                    <a:pt x="387" y="1067"/>
                    <a:pt x="452" y="1031"/>
                  </a:cubicBezTo>
                  <a:cubicBezTo>
                    <a:pt x="702" y="906"/>
                    <a:pt x="903" y="605"/>
                    <a:pt x="903" y="304"/>
                  </a:cubicBezTo>
                  <a:cubicBezTo>
                    <a:pt x="903" y="107"/>
                    <a:pt x="788" y="0"/>
                    <a:pt x="640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5" name="Google Shape;2195;p27"/>
            <p:cNvSpPr/>
            <p:nvPr/>
          </p:nvSpPr>
          <p:spPr>
            <a:xfrm>
              <a:off x="4921825" y="1642050"/>
              <a:ext cx="21950" cy="26750"/>
            </a:xfrm>
            <a:custGeom>
              <a:avLst/>
              <a:gdLst/>
              <a:ahLst/>
              <a:cxnLst/>
              <a:rect l="l" t="t" r="r" b="b"/>
              <a:pathLst>
                <a:path w="878" h="1070" extrusionOk="0">
                  <a:moveTo>
                    <a:pt x="636" y="1"/>
                  </a:moveTo>
                  <a:cubicBezTo>
                    <a:pt x="577" y="1"/>
                    <a:pt x="513" y="20"/>
                    <a:pt x="452" y="59"/>
                  </a:cubicBezTo>
                  <a:cubicBezTo>
                    <a:pt x="201" y="184"/>
                    <a:pt x="0" y="510"/>
                    <a:pt x="0" y="761"/>
                  </a:cubicBezTo>
                  <a:cubicBezTo>
                    <a:pt x="0" y="969"/>
                    <a:pt x="109" y="1069"/>
                    <a:pt x="251" y="1069"/>
                  </a:cubicBezTo>
                  <a:cubicBezTo>
                    <a:pt x="313" y="1069"/>
                    <a:pt x="382" y="1050"/>
                    <a:pt x="452" y="1011"/>
                  </a:cubicBezTo>
                  <a:cubicBezTo>
                    <a:pt x="702" y="886"/>
                    <a:pt x="878" y="585"/>
                    <a:pt x="878" y="309"/>
                  </a:cubicBezTo>
                  <a:cubicBezTo>
                    <a:pt x="878" y="101"/>
                    <a:pt x="769" y="1"/>
                    <a:pt x="636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6" name="Google Shape;2196;p27"/>
            <p:cNvSpPr/>
            <p:nvPr/>
          </p:nvSpPr>
          <p:spPr>
            <a:xfrm>
              <a:off x="5018325" y="1586400"/>
              <a:ext cx="21950" cy="27150"/>
            </a:xfrm>
            <a:custGeom>
              <a:avLst/>
              <a:gdLst/>
              <a:ahLst/>
              <a:cxnLst/>
              <a:rect l="l" t="t" r="r" b="b"/>
              <a:pathLst>
                <a:path w="878" h="1086" extrusionOk="0">
                  <a:moveTo>
                    <a:pt x="615" y="1"/>
                  </a:moveTo>
                  <a:cubicBezTo>
                    <a:pt x="556" y="1"/>
                    <a:pt x="491" y="18"/>
                    <a:pt x="426" y="54"/>
                  </a:cubicBezTo>
                  <a:cubicBezTo>
                    <a:pt x="175" y="180"/>
                    <a:pt x="0" y="480"/>
                    <a:pt x="0" y="781"/>
                  </a:cubicBezTo>
                  <a:cubicBezTo>
                    <a:pt x="0" y="978"/>
                    <a:pt x="89" y="1085"/>
                    <a:pt x="231" y="1085"/>
                  </a:cubicBezTo>
                  <a:cubicBezTo>
                    <a:pt x="288" y="1085"/>
                    <a:pt x="354" y="1068"/>
                    <a:pt x="426" y="1032"/>
                  </a:cubicBezTo>
                  <a:cubicBezTo>
                    <a:pt x="677" y="906"/>
                    <a:pt x="877" y="581"/>
                    <a:pt x="877" y="305"/>
                  </a:cubicBezTo>
                  <a:cubicBezTo>
                    <a:pt x="877" y="108"/>
                    <a:pt x="763" y="1"/>
                    <a:pt x="61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7" name="Google Shape;2197;p27"/>
            <p:cNvSpPr/>
            <p:nvPr/>
          </p:nvSpPr>
          <p:spPr>
            <a:xfrm>
              <a:off x="5114800" y="1530650"/>
              <a:ext cx="21325" cy="27125"/>
            </a:xfrm>
            <a:custGeom>
              <a:avLst/>
              <a:gdLst/>
              <a:ahLst/>
              <a:cxnLst/>
              <a:rect l="l" t="t" r="r" b="b"/>
              <a:pathLst>
                <a:path w="853" h="1085" extrusionOk="0">
                  <a:moveTo>
                    <a:pt x="611" y="0"/>
                  </a:moveTo>
                  <a:cubicBezTo>
                    <a:pt x="554" y="0"/>
                    <a:pt x="491" y="18"/>
                    <a:pt x="427" y="54"/>
                  </a:cubicBezTo>
                  <a:cubicBezTo>
                    <a:pt x="176" y="179"/>
                    <a:pt x="1" y="530"/>
                    <a:pt x="1" y="780"/>
                  </a:cubicBezTo>
                  <a:cubicBezTo>
                    <a:pt x="1" y="977"/>
                    <a:pt x="90" y="1084"/>
                    <a:pt x="232" y="1084"/>
                  </a:cubicBezTo>
                  <a:cubicBezTo>
                    <a:pt x="289" y="1084"/>
                    <a:pt x="355" y="1067"/>
                    <a:pt x="427" y="1031"/>
                  </a:cubicBezTo>
                  <a:cubicBezTo>
                    <a:pt x="677" y="906"/>
                    <a:pt x="853" y="580"/>
                    <a:pt x="853" y="304"/>
                  </a:cubicBezTo>
                  <a:cubicBezTo>
                    <a:pt x="853" y="108"/>
                    <a:pt x="751" y="0"/>
                    <a:pt x="611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8" name="Google Shape;2198;p27"/>
            <p:cNvSpPr/>
            <p:nvPr/>
          </p:nvSpPr>
          <p:spPr>
            <a:xfrm>
              <a:off x="5210050" y="147487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1"/>
                  </a:moveTo>
                  <a:cubicBezTo>
                    <a:pt x="568" y="1"/>
                    <a:pt x="509" y="18"/>
                    <a:pt x="451" y="54"/>
                  </a:cubicBezTo>
                  <a:cubicBezTo>
                    <a:pt x="226" y="179"/>
                    <a:pt x="0" y="505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1" y="1032"/>
                  </a:cubicBezTo>
                  <a:cubicBezTo>
                    <a:pt x="677" y="906"/>
                    <a:pt x="877" y="605"/>
                    <a:pt x="877" y="305"/>
                  </a:cubicBezTo>
                  <a:cubicBezTo>
                    <a:pt x="877" y="108"/>
                    <a:pt x="763" y="1"/>
                    <a:pt x="624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9" name="Google Shape;2199;p27"/>
            <p:cNvSpPr/>
            <p:nvPr/>
          </p:nvSpPr>
          <p:spPr>
            <a:xfrm>
              <a:off x="5306525" y="1419625"/>
              <a:ext cx="21975" cy="26725"/>
            </a:xfrm>
            <a:custGeom>
              <a:avLst/>
              <a:gdLst/>
              <a:ahLst/>
              <a:cxnLst/>
              <a:rect l="l" t="t" r="r" b="b"/>
              <a:pathLst>
                <a:path w="879" h="1069" extrusionOk="0">
                  <a:moveTo>
                    <a:pt x="628" y="1"/>
                  </a:moveTo>
                  <a:cubicBezTo>
                    <a:pt x="565" y="1"/>
                    <a:pt x="496" y="20"/>
                    <a:pt x="427" y="59"/>
                  </a:cubicBezTo>
                  <a:cubicBezTo>
                    <a:pt x="226" y="184"/>
                    <a:pt x="1" y="485"/>
                    <a:pt x="1" y="760"/>
                  </a:cubicBezTo>
                  <a:cubicBezTo>
                    <a:pt x="1" y="969"/>
                    <a:pt x="97" y="1069"/>
                    <a:pt x="232" y="1069"/>
                  </a:cubicBezTo>
                  <a:cubicBezTo>
                    <a:pt x="291" y="1069"/>
                    <a:pt x="358" y="1049"/>
                    <a:pt x="427" y="1011"/>
                  </a:cubicBezTo>
                  <a:cubicBezTo>
                    <a:pt x="678" y="886"/>
                    <a:pt x="878" y="585"/>
                    <a:pt x="878" y="309"/>
                  </a:cubicBezTo>
                  <a:cubicBezTo>
                    <a:pt x="878" y="101"/>
                    <a:pt x="770" y="1"/>
                    <a:pt x="628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00" name="Google Shape;2200;p27"/>
          <p:cNvSpPr/>
          <p:nvPr/>
        </p:nvSpPr>
        <p:spPr>
          <a:xfrm flipH="1">
            <a:off x="2736492" y="2528550"/>
            <a:ext cx="5610600" cy="318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1" name="Google Shape;2201;p27"/>
          <p:cNvSpPr txBox="1">
            <a:spLocks noGrp="1"/>
          </p:cNvSpPr>
          <p:nvPr>
            <p:ph type="ctrTitle"/>
          </p:nvPr>
        </p:nvSpPr>
        <p:spPr>
          <a:xfrm>
            <a:off x="2061092" y="1347675"/>
            <a:ext cx="6367800" cy="170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0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nkGothic Lt BT" panose="020B0607020203060204" pitchFamily="34" charset="0"/>
              </a:rPr>
              <a:t>Optimizing Online Shopping Experience</a:t>
            </a:r>
            <a:endParaRPr sz="4000" dirty="0">
              <a:solidFill>
                <a:srgbClr val="212121"/>
              </a:solidFill>
            </a:endParaRPr>
          </a:p>
        </p:txBody>
      </p:sp>
      <p:grpSp>
        <p:nvGrpSpPr>
          <p:cNvPr id="2" name="Google Shape;16323;p77">
            <a:extLst>
              <a:ext uri="{FF2B5EF4-FFF2-40B4-BE49-F238E27FC236}">
                <a16:creationId xmlns:a16="http://schemas.microsoft.com/office/drawing/2014/main" id="{582E47E2-6200-DF6E-2A88-C37CCF098691}"/>
              </a:ext>
            </a:extLst>
          </p:cNvPr>
          <p:cNvGrpSpPr/>
          <p:nvPr/>
        </p:nvGrpSpPr>
        <p:grpSpPr>
          <a:xfrm>
            <a:off x="4464424" y="811649"/>
            <a:ext cx="1086523" cy="907739"/>
            <a:chOff x="2770052" y="2009628"/>
            <a:chExt cx="327085" cy="277080"/>
          </a:xfrm>
        </p:grpSpPr>
        <p:sp>
          <p:nvSpPr>
            <p:cNvPr id="3" name="Google Shape;16324;p77">
              <a:extLst>
                <a:ext uri="{FF2B5EF4-FFF2-40B4-BE49-F238E27FC236}">
                  <a16:creationId xmlns:a16="http://schemas.microsoft.com/office/drawing/2014/main" id="{1B56644B-DABA-AD0D-B5A1-44E4FDE38851}"/>
                </a:ext>
              </a:extLst>
            </p:cNvPr>
            <p:cNvSpPr/>
            <p:nvPr/>
          </p:nvSpPr>
          <p:spPr>
            <a:xfrm>
              <a:off x="2770052" y="2023537"/>
              <a:ext cx="327085" cy="263170"/>
            </a:xfrm>
            <a:custGeom>
              <a:avLst/>
              <a:gdLst/>
              <a:ahLst/>
              <a:cxnLst/>
              <a:rect l="l" t="t" r="r" b="b"/>
              <a:pathLst>
                <a:path w="10276" h="8268" extrusionOk="0">
                  <a:moveTo>
                    <a:pt x="6251" y="2267"/>
                  </a:moveTo>
                  <a:lnTo>
                    <a:pt x="7061" y="2541"/>
                  </a:lnTo>
                  <a:cubicBezTo>
                    <a:pt x="7073" y="2544"/>
                    <a:pt x="7086" y="2545"/>
                    <a:pt x="7098" y="2545"/>
                  </a:cubicBezTo>
                  <a:cubicBezTo>
                    <a:pt x="7136" y="2545"/>
                    <a:pt x="7174" y="2532"/>
                    <a:pt x="7192" y="2505"/>
                  </a:cubicBezTo>
                  <a:lnTo>
                    <a:pt x="7454" y="2314"/>
                  </a:lnTo>
                  <a:lnTo>
                    <a:pt x="9240" y="4660"/>
                  </a:lnTo>
                  <a:lnTo>
                    <a:pt x="8978" y="4874"/>
                  </a:lnTo>
                  <a:cubicBezTo>
                    <a:pt x="8966" y="4862"/>
                    <a:pt x="8942" y="4839"/>
                    <a:pt x="8930" y="4839"/>
                  </a:cubicBezTo>
                  <a:lnTo>
                    <a:pt x="5811" y="3148"/>
                  </a:lnTo>
                  <a:lnTo>
                    <a:pt x="5930" y="2969"/>
                  </a:lnTo>
                  <a:cubicBezTo>
                    <a:pt x="5978" y="2898"/>
                    <a:pt x="5966" y="2803"/>
                    <a:pt x="5894" y="2755"/>
                  </a:cubicBezTo>
                  <a:cubicBezTo>
                    <a:pt x="5864" y="2742"/>
                    <a:pt x="5834" y="2735"/>
                    <a:pt x="5806" y="2735"/>
                  </a:cubicBezTo>
                  <a:cubicBezTo>
                    <a:pt x="5756" y="2735"/>
                    <a:pt x="5710" y="2757"/>
                    <a:pt x="5680" y="2803"/>
                  </a:cubicBezTo>
                  <a:lnTo>
                    <a:pt x="5358" y="3326"/>
                  </a:lnTo>
                  <a:cubicBezTo>
                    <a:pt x="5335" y="3350"/>
                    <a:pt x="5323" y="3374"/>
                    <a:pt x="5323" y="3398"/>
                  </a:cubicBezTo>
                  <a:lnTo>
                    <a:pt x="5323" y="4684"/>
                  </a:lnTo>
                  <a:cubicBezTo>
                    <a:pt x="5323" y="4946"/>
                    <a:pt x="5097" y="5172"/>
                    <a:pt x="4835" y="5172"/>
                  </a:cubicBezTo>
                  <a:cubicBezTo>
                    <a:pt x="4561" y="5172"/>
                    <a:pt x="4346" y="4946"/>
                    <a:pt x="4346" y="4684"/>
                  </a:cubicBezTo>
                  <a:lnTo>
                    <a:pt x="4346" y="3410"/>
                  </a:lnTo>
                  <a:lnTo>
                    <a:pt x="4620" y="2267"/>
                  </a:lnTo>
                  <a:close/>
                  <a:moveTo>
                    <a:pt x="2680" y="1767"/>
                  </a:moveTo>
                  <a:lnTo>
                    <a:pt x="2918" y="1898"/>
                  </a:lnTo>
                  <a:lnTo>
                    <a:pt x="941" y="5303"/>
                  </a:lnTo>
                  <a:lnTo>
                    <a:pt x="703" y="5172"/>
                  </a:lnTo>
                  <a:lnTo>
                    <a:pt x="2680" y="1767"/>
                  </a:lnTo>
                  <a:close/>
                  <a:moveTo>
                    <a:pt x="3180" y="4743"/>
                  </a:moveTo>
                  <a:cubicBezTo>
                    <a:pt x="3287" y="4743"/>
                    <a:pt x="3370" y="4779"/>
                    <a:pt x="3442" y="4874"/>
                  </a:cubicBezTo>
                  <a:cubicBezTo>
                    <a:pt x="3561" y="5017"/>
                    <a:pt x="3525" y="5231"/>
                    <a:pt x="3370" y="5339"/>
                  </a:cubicBezTo>
                  <a:lnTo>
                    <a:pt x="2322" y="6112"/>
                  </a:lnTo>
                  <a:cubicBezTo>
                    <a:pt x="2262" y="6150"/>
                    <a:pt x="2194" y="6169"/>
                    <a:pt x="2127" y="6169"/>
                  </a:cubicBezTo>
                  <a:cubicBezTo>
                    <a:pt x="2023" y="6169"/>
                    <a:pt x="1923" y="6123"/>
                    <a:pt x="1858" y="6029"/>
                  </a:cubicBezTo>
                  <a:cubicBezTo>
                    <a:pt x="1751" y="5886"/>
                    <a:pt x="1787" y="5672"/>
                    <a:pt x="1929" y="5565"/>
                  </a:cubicBezTo>
                  <a:lnTo>
                    <a:pt x="2989" y="4803"/>
                  </a:lnTo>
                  <a:cubicBezTo>
                    <a:pt x="3049" y="4755"/>
                    <a:pt x="3120" y="4743"/>
                    <a:pt x="3180" y="4743"/>
                  </a:cubicBezTo>
                  <a:close/>
                  <a:moveTo>
                    <a:pt x="3775" y="5493"/>
                  </a:moveTo>
                  <a:cubicBezTo>
                    <a:pt x="3870" y="5493"/>
                    <a:pt x="3954" y="5553"/>
                    <a:pt x="4013" y="5636"/>
                  </a:cubicBezTo>
                  <a:cubicBezTo>
                    <a:pt x="4132" y="5779"/>
                    <a:pt x="4085" y="5993"/>
                    <a:pt x="3942" y="6089"/>
                  </a:cubicBezTo>
                  <a:lnTo>
                    <a:pt x="3132" y="6708"/>
                  </a:lnTo>
                  <a:cubicBezTo>
                    <a:pt x="3076" y="6745"/>
                    <a:pt x="3013" y="6764"/>
                    <a:pt x="2949" y="6764"/>
                  </a:cubicBezTo>
                  <a:cubicBezTo>
                    <a:pt x="2851" y="6764"/>
                    <a:pt x="2752" y="6718"/>
                    <a:pt x="2680" y="6624"/>
                  </a:cubicBezTo>
                  <a:cubicBezTo>
                    <a:pt x="2572" y="6482"/>
                    <a:pt x="2596" y="6255"/>
                    <a:pt x="2751" y="6148"/>
                  </a:cubicBezTo>
                  <a:lnTo>
                    <a:pt x="3537" y="5589"/>
                  </a:lnTo>
                  <a:cubicBezTo>
                    <a:pt x="3573" y="5565"/>
                    <a:pt x="3596" y="5541"/>
                    <a:pt x="3620" y="5529"/>
                  </a:cubicBezTo>
                  <a:cubicBezTo>
                    <a:pt x="3668" y="5517"/>
                    <a:pt x="3715" y="5493"/>
                    <a:pt x="3775" y="5493"/>
                  </a:cubicBezTo>
                  <a:close/>
                  <a:moveTo>
                    <a:pt x="4359" y="6281"/>
                  </a:moveTo>
                  <a:cubicBezTo>
                    <a:pt x="4454" y="6281"/>
                    <a:pt x="4550" y="6321"/>
                    <a:pt x="4620" y="6398"/>
                  </a:cubicBezTo>
                  <a:cubicBezTo>
                    <a:pt x="4739" y="6553"/>
                    <a:pt x="4704" y="6755"/>
                    <a:pt x="4549" y="6863"/>
                  </a:cubicBezTo>
                  <a:lnTo>
                    <a:pt x="3954" y="7303"/>
                  </a:lnTo>
                  <a:cubicBezTo>
                    <a:pt x="3898" y="7331"/>
                    <a:pt x="3829" y="7358"/>
                    <a:pt x="3767" y="7358"/>
                  </a:cubicBezTo>
                  <a:cubicBezTo>
                    <a:pt x="3749" y="7358"/>
                    <a:pt x="3732" y="7356"/>
                    <a:pt x="3715" y="7351"/>
                  </a:cubicBezTo>
                  <a:cubicBezTo>
                    <a:pt x="3620" y="7339"/>
                    <a:pt x="3549" y="7303"/>
                    <a:pt x="3513" y="7220"/>
                  </a:cubicBezTo>
                  <a:cubicBezTo>
                    <a:pt x="3406" y="7077"/>
                    <a:pt x="3430" y="6863"/>
                    <a:pt x="3584" y="6755"/>
                  </a:cubicBezTo>
                  <a:lnTo>
                    <a:pt x="4144" y="6363"/>
                  </a:lnTo>
                  <a:lnTo>
                    <a:pt x="4168" y="6339"/>
                  </a:lnTo>
                  <a:cubicBezTo>
                    <a:pt x="4226" y="6300"/>
                    <a:pt x="4292" y="6281"/>
                    <a:pt x="4359" y="6281"/>
                  </a:cubicBezTo>
                  <a:close/>
                  <a:moveTo>
                    <a:pt x="2870" y="2553"/>
                  </a:moveTo>
                  <a:lnTo>
                    <a:pt x="3156" y="2707"/>
                  </a:lnTo>
                  <a:cubicBezTo>
                    <a:pt x="3173" y="2725"/>
                    <a:pt x="3197" y="2736"/>
                    <a:pt x="3218" y="2736"/>
                  </a:cubicBezTo>
                  <a:cubicBezTo>
                    <a:pt x="3226" y="2736"/>
                    <a:pt x="3233" y="2734"/>
                    <a:pt x="3239" y="2731"/>
                  </a:cubicBezTo>
                  <a:lnTo>
                    <a:pt x="3942" y="2636"/>
                  </a:lnTo>
                  <a:lnTo>
                    <a:pt x="4192" y="2743"/>
                  </a:lnTo>
                  <a:lnTo>
                    <a:pt x="4049" y="3338"/>
                  </a:lnTo>
                  <a:lnTo>
                    <a:pt x="4049" y="3362"/>
                  </a:lnTo>
                  <a:lnTo>
                    <a:pt x="4049" y="4648"/>
                  </a:lnTo>
                  <a:cubicBezTo>
                    <a:pt x="4049" y="5077"/>
                    <a:pt x="4406" y="5434"/>
                    <a:pt x="4835" y="5434"/>
                  </a:cubicBezTo>
                  <a:cubicBezTo>
                    <a:pt x="5263" y="5434"/>
                    <a:pt x="5620" y="5077"/>
                    <a:pt x="5620" y="4648"/>
                  </a:cubicBezTo>
                  <a:lnTo>
                    <a:pt x="5620" y="3410"/>
                  </a:lnTo>
                  <a:lnTo>
                    <a:pt x="5656" y="3362"/>
                  </a:lnTo>
                  <a:lnTo>
                    <a:pt x="8776" y="5065"/>
                  </a:lnTo>
                  <a:cubicBezTo>
                    <a:pt x="8942" y="5184"/>
                    <a:pt x="9002" y="5374"/>
                    <a:pt x="8907" y="5541"/>
                  </a:cubicBezTo>
                  <a:cubicBezTo>
                    <a:pt x="8850" y="5654"/>
                    <a:pt x="8745" y="5717"/>
                    <a:pt x="8631" y="5717"/>
                  </a:cubicBezTo>
                  <a:cubicBezTo>
                    <a:pt x="8576" y="5717"/>
                    <a:pt x="8520" y="5703"/>
                    <a:pt x="8466" y="5672"/>
                  </a:cubicBezTo>
                  <a:lnTo>
                    <a:pt x="6740" y="4743"/>
                  </a:lnTo>
                  <a:cubicBezTo>
                    <a:pt x="6711" y="4727"/>
                    <a:pt x="6682" y="4719"/>
                    <a:pt x="6655" y="4719"/>
                  </a:cubicBezTo>
                  <a:cubicBezTo>
                    <a:pt x="6603" y="4719"/>
                    <a:pt x="6557" y="4748"/>
                    <a:pt x="6525" y="4803"/>
                  </a:cubicBezTo>
                  <a:cubicBezTo>
                    <a:pt x="6490" y="4874"/>
                    <a:pt x="6513" y="4958"/>
                    <a:pt x="6585" y="5005"/>
                  </a:cubicBezTo>
                  <a:lnTo>
                    <a:pt x="8037" y="5791"/>
                  </a:lnTo>
                  <a:cubicBezTo>
                    <a:pt x="8192" y="5886"/>
                    <a:pt x="8252" y="6077"/>
                    <a:pt x="8168" y="6243"/>
                  </a:cubicBezTo>
                  <a:cubicBezTo>
                    <a:pt x="8104" y="6356"/>
                    <a:pt x="7996" y="6415"/>
                    <a:pt x="7881" y="6415"/>
                  </a:cubicBezTo>
                  <a:cubicBezTo>
                    <a:pt x="7826" y="6415"/>
                    <a:pt x="7770" y="6401"/>
                    <a:pt x="7716" y="6374"/>
                  </a:cubicBezTo>
                  <a:lnTo>
                    <a:pt x="6251" y="5565"/>
                  </a:lnTo>
                  <a:cubicBezTo>
                    <a:pt x="6226" y="5554"/>
                    <a:pt x="6200" y="5548"/>
                    <a:pt x="6175" y="5548"/>
                  </a:cubicBezTo>
                  <a:cubicBezTo>
                    <a:pt x="6120" y="5548"/>
                    <a:pt x="6070" y="5575"/>
                    <a:pt x="6037" y="5624"/>
                  </a:cubicBezTo>
                  <a:cubicBezTo>
                    <a:pt x="5990" y="5708"/>
                    <a:pt x="6025" y="5791"/>
                    <a:pt x="6097" y="5839"/>
                  </a:cubicBezTo>
                  <a:lnTo>
                    <a:pt x="7287" y="6493"/>
                  </a:lnTo>
                  <a:cubicBezTo>
                    <a:pt x="7454" y="6577"/>
                    <a:pt x="7514" y="6779"/>
                    <a:pt x="7418" y="6934"/>
                  </a:cubicBezTo>
                  <a:cubicBezTo>
                    <a:pt x="7360" y="7050"/>
                    <a:pt x="7250" y="7114"/>
                    <a:pt x="7132" y="7114"/>
                  </a:cubicBezTo>
                  <a:cubicBezTo>
                    <a:pt x="7081" y="7114"/>
                    <a:pt x="7028" y="7102"/>
                    <a:pt x="6978" y="7077"/>
                  </a:cubicBezTo>
                  <a:lnTo>
                    <a:pt x="5728" y="6386"/>
                  </a:lnTo>
                  <a:cubicBezTo>
                    <a:pt x="5705" y="6371"/>
                    <a:pt x="5680" y="6365"/>
                    <a:pt x="5655" y="6365"/>
                  </a:cubicBezTo>
                  <a:cubicBezTo>
                    <a:pt x="5601" y="6365"/>
                    <a:pt x="5546" y="6397"/>
                    <a:pt x="5513" y="6446"/>
                  </a:cubicBezTo>
                  <a:cubicBezTo>
                    <a:pt x="5478" y="6517"/>
                    <a:pt x="5501" y="6613"/>
                    <a:pt x="5573" y="6660"/>
                  </a:cubicBezTo>
                  <a:lnTo>
                    <a:pt x="6549" y="7172"/>
                  </a:lnTo>
                  <a:cubicBezTo>
                    <a:pt x="6704" y="7267"/>
                    <a:pt x="6763" y="7458"/>
                    <a:pt x="6680" y="7625"/>
                  </a:cubicBezTo>
                  <a:cubicBezTo>
                    <a:pt x="6616" y="7737"/>
                    <a:pt x="6508" y="7801"/>
                    <a:pt x="6393" y="7801"/>
                  </a:cubicBezTo>
                  <a:cubicBezTo>
                    <a:pt x="6338" y="7801"/>
                    <a:pt x="6282" y="7786"/>
                    <a:pt x="6228" y="7756"/>
                  </a:cubicBezTo>
                  <a:lnTo>
                    <a:pt x="5549" y="7386"/>
                  </a:lnTo>
                  <a:cubicBezTo>
                    <a:pt x="5549" y="7255"/>
                    <a:pt x="5501" y="7101"/>
                    <a:pt x="5406" y="6994"/>
                  </a:cubicBezTo>
                  <a:cubicBezTo>
                    <a:pt x="5299" y="6851"/>
                    <a:pt x="5132" y="6755"/>
                    <a:pt x="4954" y="6744"/>
                  </a:cubicBezTo>
                  <a:lnTo>
                    <a:pt x="4954" y="6696"/>
                  </a:lnTo>
                  <a:cubicBezTo>
                    <a:pt x="4977" y="6541"/>
                    <a:pt x="4930" y="6363"/>
                    <a:pt x="4835" y="6220"/>
                  </a:cubicBezTo>
                  <a:cubicBezTo>
                    <a:pt x="4716" y="6077"/>
                    <a:pt x="4549" y="5982"/>
                    <a:pt x="4370" y="5970"/>
                  </a:cubicBezTo>
                  <a:lnTo>
                    <a:pt x="4370" y="5922"/>
                  </a:lnTo>
                  <a:cubicBezTo>
                    <a:pt x="4406" y="5767"/>
                    <a:pt x="4358" y="5589"/>
                    <a:pt x="4251" y="5446"/>
                  </a:cubicBezTo>
                  <a:cubicBezTo>
                    <a:pt x="4132" y="5303"/>
                    <a:pt x="3965" y="5208"/>
                    <a:pt x="3787" y="5196"/>
                  </a:cubicBezTo>
                  <a:lnTo>
                    <a:pt x="3787" y="5148"/>
                  </a:lnTo>
                  <a:cubicBezTo>
                    <a:pt x="3823" y="4993"/>
                    <a:pt x="3775" y="4815"/>
                    <a:pt x="3668" y="4672"/>
                  </a:cubicBezTo>
                  <a:cubicBezTo>
                    <a:pt x="3547" y="4516"/>
                    <a:pt x="3359" y="4432"/>
                    <a:pt x="3172" y="4432"/>
                  </a:cubicBezTo>
                  <a:cubicBezTo>
                    <a:pt x="3044" y="4432"/>
                    <a:pt x="2917" y="4471"/>
                    <a:pt x="2811" y="4553"/>
                  </a:cubicBezTo>
                  <a:lnTo>
                    <a:pt x="1763" y="5315"/>
                  </a:lnTo>
                  <a:lnTo>
                    <a:pt x="1394" y="5112"/>
                  </a:lnTo>
                  <a:lnTo>
                    <a:pt x="2870" y="2553"/>
                  </a:lnTo>
                  <a:close/>
                  <a:moveTo>
                    <a:pt x="4936" y="7026"/>
                  </a:moveTo>
                  <a:cubicBezTo>
                    <a:pt x="5036" y="7026"/>
                    <a:pt x="5132" y="7070"/>
                    <a:pt x="5204" y="7148"/>
                  </a:cubicBezTo>
                  <a:cubicBezTo>
                    <a:pt x="5251" y="7244"/>
                    <a:pt x="5275" y="7315"/>
                    <a:pt x="5263" y="7398"/>
                  </a:cubicBezTo>
                  <a:cubicBezTo>
                    <a:pt x="5251" y="7494"/>
                    <a:pt x="5204" y="7565"/>
                    <a:pt x="5132" y="7625"/>
                  </a:cubicBezTo>
                  <a:lnTo>
                    <a:pt x="4787" y="7875"/>
                  </a:lnTo>
                  <a:cubicBezTo>
                    <a:pt x="4729" y="7918"/>
                    <a:pt x="4658" y="7940"/>
                    <a:pt x="4588" y="7940"/>
                  </a:cubicBezTo>
                  <a:cubicBezTo>
                    <a:pt x="4487" y="7940"/>
                    <a:pt x="4386" y="7895"/>
                    <a:pt x="4323" y="7803"/>
                  </a:cubicBezTo>
                  <a:cubicBezTo>
                    <a:pt x="4215" y="7660"/>
                    <a:pt x="4251" y="7446"/>
                    <a:pt x="4406" y="7339"/>
                  </a:cubicBezTo>
                  <a:lnTo>
                    <a:pt x="4727" y="7101"/>
                  </a:lnTo>
                  <a:lnTo>
                    <a:pt x="4739" y="7089"/>
                  </a:lnTo>
                  <a:cubicBezTo>
                    <a:pt x="4802" y="7046"/>
                    <a:pt x="4870" y="7026"/>
                    <a:pt x="4936" y="7026"/>
                  </a:cubicBezTo>
                  <a:close/>
                  <a:moveTo>
                    <a:pt x="180" y="0"/>
                  </a:moveTo>
                  <a:cubicBezTo>
                    <a:pt x="125" y="0"/>
                    <a:pt x="69" y="27"/>
                    <a:pt x="36" y="76"/>
                  </a:cubicBezTo>
                  <a:cubicBezTo>
                    <a:pt x="1" y="159"/>
                    <a:pt x="24" y="243"/>
                    <a:pt x="96" y="290"/>
                  </a:cubicBezTo>
                  <a:lnTo>
                    <a:pt x="2382" y="1600"/>
                  </a:lnTo>
                  <a:lnTo>
                    <a:pt x="405" y="5005"/>
                  </a:lnTo>
                  <a:lnTo>
                    <a:pt x="251" y="4922"/>
                  </a:lnTo>
                  <a:cubicBezTo>
                    <a:pt x="221" y="4905"/>
                    <a:pt x="192" y="4897"/>
                    <a:pt x="164" y="4897"/>
                  </a:cubicBezTo>
                  <a:cubicBezTo>
                    <a:pt x="113" y="4897"/>
                    <a:pt x="67" y="4923"/>
                    <a:pt x="36" y="4969"/>
                  </a:cubicBezTo>
                  <a:cubicBezTo>
                    <a:pt x="1" y="5053"/>
                    <a:pt x="24" y="5136"/>
                    <a:pt x="96" y="5184"/>
                  </a:cubicBezTo>
                  <a:lnTo>
                    <a:pt x="882" y="5648"/>
                  </a:lnTo>
                  <a:cubicBezTo>
                    <a:pt x="908" y="5663"/>
                    <a:pt x="934" y="5670"/>
                    <a:pt x="959" y="5670"/>
                  </a:cubicBezTo>
                  <a:cubicBezTo>
                    <a:pt x="1014" y="5670"/>
                    <a:pt x="1063" y="5638"/>
                    <a:pt x="1096" y="5589"/>
                  </a:cubicBezTo>
                  <a:lnTo>
                    <a:pt x="1215" y="5398"/>
                  </a:lnTo>
                  <a:lnTo>
                    <a:pt x="1537" y="5565"/>
                  </a:lnTo>
                  <a:cubicBezTo>
                    <a:pt x="1441" y="5779"/>
                    <a:pt x="1453" y="6029"/>
                    <a:pt x="1584" y="6220"/>
                  </a:cubicBezTo>
                  <a:cubicBezTo>
                    <a:pt x="1703" y="6386"/>
                    <a:pt x="1894" y="6482"/>
                    <a:pt x="2096" y="6482"/>
                  </a:cubicBezTo>
                  <a:cubicBezTo>
                    <a:pt x="2156" y="6482"/>
                    <a:pt x="2227" y="6458"/>
                    <a:pt x="2287" y="6446"/>
                  </a:cubicBezTo>
                  <a:cubicBezTo>
                    <a:pt x="2287" y="6577"/>
                    <a:pt x="2334" y="6720"/>
                    <a:pt x="2406" y="6815"/>
                  </a:cubicBezTo>
                  <a:cubicBezTo>
                    <a:pt x="2525" y="6982"/>
                    <a:pt x="2715" y="7077"/>
                    <a:pt x="2906" y="7077"/>
                  </a:cubicBezTo>
                  <a:cubicBezTo>
                    <a:pt x="2965" y="7077"/>
                    <a:pt x="3049" y="7053"/>
                    <a:pt x="3108" y="7041"/>
                  </a:cubicBezTo>
                  <a:cubicBezTo>
                    <a:pt x="3108" y="7160"/>
                    <a:pt x="3144" y="7291"/>
                    <a:pt x="3227" y="7398"/>
                  </a:cubicBezTo>
                  <a:cubicBezTo>
                    <a:pt x="3323" y="7529"/>
                    <a:pt x="3465" y="7625"/>
                    <a:pt x="3644" y="7648"/>
                  </a:cubicBezTo>
                  <a:cubicBezTo>
                    <a:pt x="3668" y="7648"/>
                    <a:pt x="3715" y="7672"/>
                    <a:pt x="3739" y="7672"/>
                  </a:cubicBezTo>
                  <a:cubicBezTo>
                    <a:pt x="3799" y="7672"/>
                    <a:pt x="3882" y="7648"/>
                    <a:pt x="3942" y="7636"/>
                  </a:cubicBezTo>
                  <a:cubicBezTo>
                    <a:pt x="3942" y="7767"/>
                    <a:pt x="3977" y="7886"/>
                    <a:pt x="4061" y="7994"/>
                  </a:cubicBezTo>
                  <a:cubicBezTo>
                    <a:pt x="4156" y="8125"/>
                    <a:pt x="4299" y="8220"/>
                    <a:pt x="4477" y="8244"/>
                  </a:cubicBezTo>
                  <a:cubicBezTo>
                    <a:pt x="4501" y="8244"/>
                    <a:pt x="4549" y="8267"/>
                    <a:pt x="4573" y="8267"/>
                  </a:cubicBezTo>
                  <a:cubicBezTo>
                    <a:pt x="4716" y="8267"/>
                    <a:pt x="4835" y="8220"/>
                    <a:pt x="4954" y="8148"/>
                  </a:cubicBezTo>
                  <a:lnTo>
                    <a:pt x="5287" y="7886"/>
                  </a:lnTo>
                  <a:cubicBezTo>
                    <a:pt x="5370" y="7827"/>
                    <a:pt x="5430" y="7767"/>
                    <a:pt x="5466" y="7684"/>
                  </a:cubicBezTo>
                  <a:lnTo>
                    <a:pt x="6085" y="8029"/>
                  </a:lnTo>
                  <a:cubicBezTo>
                    <a:pt x="6168" y="8077"/>
                    <a:pt x="6275" y="8101"/>
                    <a:pt x="6382" y="8101"/>
                  </a:cubicBezTo>
                  <a:cubicBezTo>
                    <a:pt x="6442" y="8101"/>
                    <a:pt x="6501" y="8089"/>
                    <a:pt x="6561" y="8077"/>
                  </a:cubicBezTo>
                  <a:cubicBezTo>
                    <a:pt x="6716" y="8029"/>
                    <a:pt x="6859" y="7922"/>
                    <a:pt x="6930" y="7779"/>
                  </a:cubicBezTo>
                  <a:cubicBezTo>
                    <a:pt x="6990" y="7648"/>
                    <a:pt x="7013" y="7529"/>
                    <a:pt x="7002" y="7398"/>
                  </a:cubicBezTo>
                  <a:cubicBezTo>
                    <a:pt x="7049" y="7398"/>
                    <a:pt x="7073" y="7422"/>
                    <a:pt x="7121" y="7422"/>
                  </a:cubicBezTo>
                  <a:cubicBezTo>
                    <a:pt x="7347" y="7422"/>
                    <a:pt x="7573" y="7303"/>
                    <a:pt x="7668" y="7089"/>
                  </a:cubicBezTo>
                  <a:cubicBezTo>
                    <a:pt x="7728" y="6970"/>
                    <a:pt x="7764" y="6839"/>
                    <a:pt x="7752" y="6720"/>
                  </a:cubicBezTo>
                  <a:cubicBezTo>
                    <a:pt x="7787" y="6720"/>
                    <a:pt x="7823" y="6732"/>
                    <a:pt x="7871" y="6732"/>
                  </a:cubicBezTo>
                  <a:cubicBezTo>
                    <a:pt x="8085" y="6732"/>
                    <a:pt x="8311" y="6613"/>
                    <a:pt x="8418" y="6410"/>
                  </a:cubicBezTo>
                  <a:cubicBezTo>
                    <a:pt x="8478" y="6291"/>
                    <a:pt x="8502" y="6172"/>
                    <a:pt x="8490" y="6029"/>
                  </a:cubicBezTo>
                  <a:cubicBezTo>
                    <a:pt x="8537" y="6029"/>
                    <a:pt x="8561" y="6053"/>
                    <a:pt x="8609" y="6053"/>
                  </a:cubicBezTo>
                  <a:cubicBezTo>
                    <a:pt x="8668" y="6053"/>
                    <a:pt x="8728" y="6029"/>
                    <a:pt x="8787" y="6017"/>
                  </a:cubicBezTo>
                  <a:cubicBezTo>
                    <a:pt x="8954" y="5970"/>
                    <a:pt x="9085" y="5874"/>
                    <a:pt x="9157" y="5720"/>
                  </a:cubicBezTo>
                  <a:cubicBezTo>
                    <a:pt x="9240" y="5577"/>
                    <a:pt x="9264" y="5410"/>
                    <a:pt x="9204" y="5243"/>
                  </a:cubicBezTo>
                  <a:cubicBezTo>
                    <a:pt x="9192" y="5196"/>
                    <a:pt x="9180" y="5172"/>
                    <a:pt x="9157" y="5136"/>
                  </a:cubicBezTo>
                  <a:lnTo>
                    <a:pt x="9430" y="4946"/>
                  </a:lnTo>
                  <a:lnTo>
                    <a:pt x="9561" y="5124"/>
                  </a:lnTo>
                  <a:cubicBezTo>
                    <a:pt x="9591" y="5161"/>
                    <a:pt x="9644" y="5180"/>
                    <a:pt x="9694" y="5180"/>
                  </a:cubicBezTo>
                  <a:cubicBezTo>
                    <a:pt x="9724" y="5180"/>
                    <a:pt x="9753" y="5173"/>
                    <a:pt x="9776" y="5160"/>
                  </a:cubicBezTo>
                  <a:lnTo>
                    <a:pt x="10192" y="4827"/>
                  </a:lnTo>
                  <a:cubicBezTo>
                    <a:pt x="10264" y="4743"/>
                    <a:pt x="10276" y="4648"/>
                    <a:pt x="10240" y="4577"/>
                  </a:cubicBezTo>
                  <a:cubicBezTo>
                    <a:pt x="10210" y="4539"/>
                    <a:pt x="10157" y="4521"/>
                    <a:pt x="10107" y="4521"/>
                  </a:cubicBezTo>
                  <a:cubicBezTo>
                    <a:pt x="10077" y="4521"/>
                    <a:pt x="10048" y="4527"/>
                    <a:pt x="10026" y="4541"/>
                  </a:cubicBezTo>
                  <a:lnTo>
                    <a:pt x="9728" y="4779"/>
                  </a:lnTo>
                  <a:lnTo>
                    <a:pt x="7347" y="1671"/>
                  </a:lnTo>
                  <a:lnTo>
                    <a:pt x="8704" y="790"/>
                  </a:lnTo>
                  <a:cubicBezTo>
                    <a:pt x="8776" y="755"/>
                    <a:pt x="8787" y="659"/>
                    <a:pt x="8752" y="588"/>
                  </a:cubicBezTo>
                  <a:cubicBezTo>
                    <a:pt x="8721" y="542"/>
                    <a:pt x="8670" y="516"/>
                    <a:pt x="8619" y="516"/>
                  </a:cubicBezTo>
                  <a:cubicBezTo>
                    <a:pt x="8591" y="516"/>
                    <a:pt x="8563" y="523"/>
                    <a:pt x="8537" y="540"/>
                  </a:cubicBezTo>
                  <a:lnTo>
                    <a:pt x="7049" y="1493"/>
                  </a:lnTo>
                  <a:cubicBezTo>
                    <a:pt x="6978" y="1540"/>
                    <a:pt x="6966" y="1648"/>
                    <a:pt x="7002" y="1719"/>
                  </a:cubicBezTo>
                  <a:lnTo>
                    <a:pt x="7275" y="2076"/>
                  </a:lnTo>
                  <a:lnTo>
                    <a:pt x="7085" y="2219"/>
                  </a:lnTo>
                  <a:lnTo>
                    <a:pt x="6311" y="1969"/>
                  </a:lnTo>
                  <a:cubicBezTo>
                    <a:pt x="6287" y="1969"/>
                    <a:pt x="6275" y="1957"/>
                    <a:pt x="6263" y="1957"/>
                  </a:cubicBezTo>
                  <a:lnTo>
                    <a:pt x="4501" y="1957"/>
                  </a:lnTo>
                  <a:cubicBezTo>
                    <a:pt x="4430" y="1957"/>
                    <a:pt x="4370" y="2005"/>
                    <a:pt x="4358" y="2076"/>
                  </a:cubicBezTo>
                  <a:lnTo>
                    <a:pt x="4251" y="2481"/>
                  </a:lnTo>
                  <a:lnTo>
                    <a:pt x="4001" y="2374"/>
                  </a:lnTo>
                  <a:cubicBezTo>
                    <a:pt x="3965" y="2362"/>
                    <a:pt x="3954" y="2362"/>
                    <a:pt x="3930" y="2362"/>
                  </a:cubicBezTo>
                  <a:lnTo>
                    <a:pt x="3227" y="2433"/>
                  </a:lnTo>
                  <a:lnTo>
                    <a:pt x="2989" y="2302"/>
                  </a:lnTo>
                  <a:lnTo>
                    <a:pt x="3215" y="1910"/>
                  </a:lnTo>
                  <a:cubicBezTo>
                    <a:pt x="3251" y="1838"/>
                    <a:pt x="3227" y="1743"/>
                    <a:pt x="3156" y="1707"/>
                  </a:cubicBezTo>
                  <a:lnTo>
                    <a:pt x="251" y="16"/>
                  </a:lnTo>
                  <a:cubicBezTo>
                    <a:pt x="229" y="5"/>
                    <a:pt x="204" y="0"/>
                    <a:pt x="180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tx1"/>
                </a:solidFill>
                <a:highlight>
                  <a:srgbClr val="000000"/>
                </a:highlight>
              </a:endParaRPr>
            </a:p>
          </p:txBody>
        </p:sp>
        <p:sp>
          <p:nvSpPr>
            <p:cNvPr id="4" name="Google Shape;16325;p77">
              <a:extLst>
                <a:ext uri="{FF2B5EF4-FFF2-40B4-BE49-F238E27FC236}">
                  <a16:creationId xmlns:a16="http://schemas.microsoft.com/office/drawing/2014/main" id="{BCAF7B67-330C-995D-C5F6-F227A252BFAC}"/>
                </a:ext>
              </a:extLst>
            </p:cNvPr>
            <p:cNvSpPr/>
            <p:nvPr/>
          </p:nvSpPr>
          <p:spPr>
            <a:xfrm>
              <a:off x="3059960" y="2009628"/>
              <a:ext cx="37177" cy="26960"/>
            </a:xfrm>
            <a:custGeom>
              <a:avLst/>
              <a:gdLst/>
              <a:ahLst/>
              <a:cxnLst/>
              <a:rect l="l" t="t" r="r" b="b"/>
              <a:pathLst>
                <a:path w="1168" h="847" extrusionOk="0">
                  <a:moveTo>
                    <a:pt x="999" y="0"/>
                  </a:moveTo>
                  <a:cubicBezTo>
                    <a:pt x="971" y="0"/>
                    <a:pt x="943" y="8"/>
                    <a:pt x="918" y="25"/>
                  </a:cubicBezTo>
                  <a:lnTo>
                    <a:pt x="84" y="561"/>
                  </a:lnTo>
                  <a:cubicBezTo>
                    <a:pt x="13" y="608"/>
                    <a:pt x="1" y="692"/>
                    <a:pt x="37" y="775"/>
                  </a:cubicBezTo>
                  <a:cubicBezTo>
                    <a:pt x="72" y="811"/>
                    <a:pt x="120" y="846"/>
                    <a:pt x="156" y="846"/>
                  </a:cubicBezTo>
                  <a:cubicBezTo>
                    <a:pt x="191" y="846"/>
                    <a:pt x="215" y="823"/>
                    <a:pt x="239" y="811"/>
                  </a:cubicBezTo>
                  <a:lnTo>
                    <a:pt x="1073" y="275"/>
                  </a:lnTo>
                  <a:cubicBezTo>
                    <a:pt x="1156" y="239"/>
                    <a:pt x="1168" y="144"/>
                    <a:pt x="1132" y="72"/>
                  </a:cubicBezTo>
                  <a:cubicBezTo>
                    <a:pt x="1101" y="26"/>
                    <a:pt x="1051" y="0"/>
                    <a:pt x="999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</a:endParaRPr>
            </a:p>
          </p:txBody>
        </p:sp>
      </p:grpSp>
      <p:pic>
        <p:nvPicPr>
          <p:cNvPr id="5" name="Google Shape;4835;p59">
            <a:extLst>
              <a:ext uri="{FF2B5EF4-FFF2-40B4-BE49-F238E27FC236}">
                <a16:creationId xmlns:a16="http://schemas.microsoft.com/office/drawing/2014/main" id="{FDB49184-244D-93C2-90FA-59FB821F3AB6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82907" y="2906438"/>
            <a:ext cx="1704127" cy="21385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6" name="Google Shape;2206;p28"/>
          <p:cNvSpPr/>
          <p:nvPr/>
        </p:nvSpPr>
        <p:spPr>
          <a:xfrm>
            <a:off x="1804525" y="685975"/>
            <a:ext cx="5575500" cy="22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7" name="Google Shape;2207;p28"/>
          <p:cNvSpPr txBox="1">
            <a:spLocks noGrp="1"/>
          </p:cNvSpPr>
          <p:nvPr>
            <p:ph type="title"/>
          </p:nvPr>
        </p:nvSpPr>
        <p:spPr>
          <a:xfrm>
            <a:off x="506267" y="49072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 b="1" dirty="0">
                <a:latin typeface="BankGothic Lt BT" panose="020B0607020203060204" pitchFamily="34" charset="0"/>
              </a:rPr>
              <a:t>Dashboard Summary</a:t>
            </a:r>
            <a:endParaRPr dirty="0"/>
          </a:p>
        </p:txBody>
      </p:sp>
      <p:grpSp>
        <p:nvGrpSpPr>
          <p:cNvPr id="2212" name="Google Shape;2212;p28"/>
          <p:cNvGrpSpPr/>
          <p:nvPr/>
        </p:nvGrpSpPr>
        <p:grpSpPr>
          <a:xfrm>
            <a:off x="6031501" y="3411080"/>
            <a:ext cx="579743" cy="1134819"/>
            <a:chOff x="4921825" y="870250"/>
            <a:chExt cx="407925" cy="798550"/>
          </a:xfrm>
        </p:grpSpPr>
        <p:sp>
          <p:nvSpPr>
            <p:cNvPr id="2213" name="Google Shape;2213;p28"/>
            <p:cNvSpPr/>
            <p:nvPr/>
          </p:nvSpPr>
          <p:spPr>
            <a:xfrm>
              <a:off x="4921825" y="109267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0"/>
                  </a:moveTo>
                  <a:cubicBezTo>
                    <a:pt x="569" y="0"/>
                    <a:pt x="509" y="18"/>
                    <a:pt x="452" y="54"/>
                  </a:cubicBezTo>
                  <a:cubicBezTo>
                    <a:pt x="201" y="179"/>
                    <a:pt x="0" y="530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2" y="1031"/>
                  </a:cubicBezTo>
                  <a:cubicBezTo>
                    <a:pt x="702" y="906"/>
                    <a:pt x="878" y="580"/>
                    <a:pt x="878" y="304"/>
                  </a:cubicBezTo>
                  <a:cubicBezTo>
                    <a:pt x="878" y="108"/>
                    <a:pt x="763" y="0"/>
                    <a:pt x="624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4" name="Google Shape;2214;p28"/>
            <p:cNvSpPr/>
            <p:nvPr/>
          </p:nvSpPr>
          <p:spPr>
            <a:xfrm>
              <a:off x="5018325" y="1037425"/>
              <a:ext cx="21950" cy="26725"/>
            </a:xfrm>
            <a:custGeom>
              <a:avLst/>
              <a:gdLst/>
              <a:ahLst/>
              <a:cxnLst/>
              <a:rect l="l" t="t" r="r" b="b"/>
              <a:pathLst>
                <a:path w="878" h="1069" extrusionOk="0">
                  <a:moveTo>
                    <a:pt x="627" y="0"/>
                  </a:moveTo>
                  <a:cubicBezTo>
                    <a:pt x="564" y="0"/>
                    <a:pt x="495" y="20"/>
                    <a:pt x="426" y="58"/>
                  </a:cubicBezTo>
                  <a:cubicBezTo>
                    <a:pt x="175" y="209"/>
                    <a:pt x="0" y="509"/>
                    <a:pt x="0" y="760"/>
                  </a:cubicBezTo>
                  <a:cubicBezTo>
                    <a:pt x="0" y="969"/>
                    <a:pt x="96" y="1069"/>
                    <a:pt x="231" y="1069"/>
                  </a:cubicBezTo>
                  <a:cubicBezTo>
                    <a:pt x="290" y="1069"/>
                    <a:pt x="357" y="1049"/>
                    <a:pt x="426" y="1011"/>
                  </a:cubicBezTo>
                  <a:cubicBezTo>
                    <a:pt x="677" y="885"/>
                    <a:pt x="877" y="585"/>
                    <a:pt x="877" y="309"/>
                  </a:cubicBezTo>
                  <a:cubicBezTo>
                    <a:pt x="877" y="100"/>
                    <a:pt x="769" y="0"/>
                    <a:pt x="627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5" name="Google Shape;2215;p28"/>
            <p:cNvSpPr/>
            <p:nvPr/>
          </p:nvSpPr>
          <p:spPr>
            <a:xfrm>
              <a:off x="5114800" y="981775"/>
              <a:ext cx="21325" cy="26900"/>
            </a:xfrm>
            <a:custGeom>
              <a:avLst/>
              <a:gdLst/>
              <a:ahLst/>
              <a:cxnLst/>
              <a:rect l="l" t="t" r="r" b="b"/>
              <a:pathLst>
                <a:path w="853" h="1076" extrusionOk="0">
                  <a:moveTo>
                    <a:pt x="611" y="0"/>
                  </a:moveTo>
                  <a:cubicBezTo>
                    <a:pt x="554" y="0"/>
                    <a:pt x="491" y="18"/>
                    <a:pt x="427" y="54"/>
                  </a:cubicBezTo>
                  <a:cubicBezTo>
                    <a:pt x="176" y="204"/>
                    <a:pt x="1" y="530"/>
                    <a:pt x="1" y="780"/>
                  </a:cubicBezTo>
                  <a:cubicBezTo>
                    <a:pt x="1" y="969"/>
                    <a:pt x="95" y="1076"/>
                    <a:pt x="227" y="1076"/>
                  </a:cubicBezTo>
                  <a:cubicBezTo>
                    <a:pt x="287" y="1076"/>
                    <a:pt x="356" y="1053"/>
                    <a:pt x="427" y="1006"/>
                  </a:cubicBezTo>
                  <a:cubicBezTo>
                    <a:pt x="677" y="906"/>
                    <a:pt x="853" y="580"/>
                    <a:pt x="853" y="304"/>
                  </a:cubicBezTo>
                  <a:cubicBezTo>
                    <a:pt x="853" y="108"/>
                    <a:pt x="751" y="0"/>
                    <a:pt x="611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6" name="Google Shape;2216;p28"/>
            <p:cNvSpPr/>
            <p:nvPr/>
          </p:nvSpPr>
          <p:spPr>
            <a:xfrm>
              <a:off x="5210050" y="92600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1"/>
                  </a:moveTo>
                  <a:cubicBezTo>
                    <a:pt x="568" y="1"/>
                    <a:pt x="509" y="18"/>
                    <a:pt x="451" y="54"/>
                  </a:cubicBezTo>
                  <a:cubicBezTo>
                    <a:pt x="226" y="204"/>
                    <a:pt x="0" y="505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1" y="1032"/>
                  </a:cubicBezTo>
                  <a:cubicBezTo>
                    <a:pt x="677" y="906"/>
                    <a:pt x="877" y="580"/>
                    <a:pt x="877" y="305"/>
                  </a:cubicBezTo>
                  <a:cubicBezTo>
                    <a:pt x="877" y="108"/>
                    <a:pt x="763" y="1"/>
                    <a:pt x="624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7" name="Google Shape;2217;p28"/>
            <p:cNvSpPr/>
            <p:nvPr/>
          </p:nvSpPr>
          <p:spPr>
            <a:xfrm>
              <a:off x="5306525" y="870250"/>
              <a:ext cx="21975" cy="27125"/>
            </a:xfrm>
            <a:custGeom>
              <a:avLst/>
              <a:gdLst/>
              <a:ahLst/>
              <a:cxnLst/>
              <a:rect l="l" t="t" r="r" b="b"/>
              <a:pathLst>
                <a:path w="879" h="1085" extrusionOk="0">
                  <a:moveTo>
                    <a:pt x="616" y="0"/>
                  </a:moveTo>
                  <a:cubicBezTo>
                    <a:pt x="556" y="0"/>
                    <a:pt x="492" y="18"/>
                    <a:pt x="427" y="53"/>
                  </a:cubicBezTo>
                  <a:cubicBezTo>
                    <a:pt x="226" y="229"/>
                    <a:pt x="1" y="505"/>
                    <a:pt x="1" y="780"/>
                  </a:cubicBezTo>
                  <a:cubicBezTo>
                    <a:pt x="1" y="977"/>
                    <a:pt x="103" y="1084"/>
                    <a:pt x="243" y="1084"/>
                  </a:cubicBezTo>
                  <a:cubicBezTo>
                    <a:pt x="300" y="1084"/>
                    <a:pt x="362" y="1067"/>
                    <a:pt x="427" y="1031"/>
                  </a:cubicBezTo>
                  <a:cubicBezTo>
                    <a:pt x="678" y="906"/>
                    <a:pt x="878" y="605"/>
                    <a:pt x="878" y="304"/>
                  </a:cubicBezTo>
                  <a:cubicBezTo>
                    <a:pt x="878" y="108"/>
                    <a:pt x="763" y="0"/>
                    <a:pt x="616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8" name="Google Shape;2218;p28"/>
            <p:cNvSpPr/>
            <p:nvPr/>
          </p:nvSpPr>
          <p:spPr>
            <a:xfrm>
              <a:off x="4921825" y="1203450"/>
              <a:ext cx="21950" cy="26750"/>
            </a:xfrm>
            <a:custGeom>
              <a:avLst/>
              <a:gdLst/>
              <a:ahLst/>
              <a:cxnLst/>
              <a:rect l="l" t="t" r="r" b="b"/>
              <a:pathLst>
                <a:path w="878" h="1070" extrusionOk="0">
                  <a:moveTo>
                    <a:pt x="636" y="1"/>
                  </a:moveTo>
                  <a:cubicBezTo>
                    <a:pt x="577" y="1"/>
                    <a:pt x="513" y="20"/>
                    <a:pt x="452" y="59"/>
                  </a:cubicBezTo>
                  <a:cubicBezTo>
                    <a:pt x="226" y="209"/>
                    <a:pt x="25" y="510"/>
                    <a:pt x="0" y="761"/>
                  </a:cubicBezTo>
                  <a:cubicBezTo>
                    <a:pt x="0" y="969"/>
                    <a:pt x="109" y="1069"/>
                    <a:pt x="251" y="1069"/>
                  </a:cubicBezTo>
                  <a:cubicBezTo>
                    <a:pt x="313" y="1069"/>
                    <a:pt x="382" y="1050"/>
                    <a:pt x="452" y="1011"/>
                  </a:cubicBezTo>
                  <a:cubicBezTo>
                    <a:pt x="702" y="886"/>
                    <a:pt x="878" y="585"/>
                    <a:pt x="878" y="310"/>
                  </a:cubicBezTo>
                  <a:cubicBezTo>
                    <a:pt x="878" y="101"/>
                    <a:pt x="769" y="1"/>
                    <a:pt x="636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9" name="Google Shape;2219;p28"/>
            <p:cNvSpPr/>
            <p:nvPr/>
          </p:nvSpPr>
          <p:spPr>
            <a:xfrm>
              <a:off x="4922450" y="131385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35" y="1"/>
                  </a:moveTo>
                  <a:cubicBezTo>
                    <a:pt x="579" y="1"/>
                    <a:pt x="516" y="18"/>
                    <a:pt x="452" y="54"/>
                  </a:cubicBezTo>
                  <a:cubicBezTo>
                    <a:pt x="201" y="204"/>
                    <a:pt x="0" y="530"/>
                    <a:pt x="0" y="781"/>
                  </a:cubicBezTo>
                  <a:cubicBezTo>
                    <a:pt x="0" y="977"/>
                    <a:pt x="102" y="1085"/>
                    <a:pt x="252" y="1085"/>
                  </a:cubicBezTo>
                  <a:cubicBezTo>
                    <a:pt x="312" y="1085"/>
                    <a:pt x="380" y="1067"/>
                    <a:pt x="452" y="1031"/>
                  </a:cubicBezTo>
                  <a:cubicBezTo>
                    <a:pt x="702" y="906"/>
                    <a:pt x="878" y="580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0" name="Google Shape;2220;p28"/>
            <p:cNvSpPr/>
            <p:nvPr/>
          </p:nvSpPr>
          <p:spPr>
            <a:xfrm>
              <a:off x="4922450" y="142475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35" y="1"/>
                  </a:moveTo>
                  <a:cubicBezTo>
                    <a:pt x="579" y="1"/>
                    <a:pt x="516" y="18"/>
                    <a:pt x="452" y="54"/>
                  </a:cubicBezTo>
                  <a:cubicBezTo>
                    <a:pt x="226" y="179"/>
                    <a:pt x="51" y="505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2" y="1032"/>
                  </a:cubicBezTo>
                  <a:cubicBezTo>
                    <a:pt x="702" y="906"/>
                    <a:pt x="878" y="605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1" name="Google Shape;2221;p28"/>
            <p:cNvSpPr/>
            <p:nvPr/>
          </p:nvSpPr>
          <p:spPr>
            <a:xfrm>
              <a:off x="4923700" y="1535550"/>
              <a:ext cx="21325" cy="26725"/>
            </a:xfrm>
            <a:custGeom>
              <a:avLst/>
              <a:gdLst/>
              <a:ahLst/>
              <a:cxnLst/>
              <a:rect l="l" t="t" r="r" b="b"/>
              <a:pathLst>
                <a:path w="853" h="1069" extrusionOk="0">
                  <a:moveTo>
                    <a:pt x="622" y="0"/>
                  </a:moveTo>
                  <a:cubicBezTo>
                    <a:pt x="563" y="0"/>
                    <a:pt x="496" y="20"/>
                    <a:pt x="427" y="58"/>
                  </a:cubicBezTo>
                  <a:cubicBezTo>
                    <a:pt x="176" y="183"/>
                    <a:pt x="1" y="484"/>
                    <a:pt x="1" y="760"/>
                  </a:cubicBezTo>
                  <a:cubicBezTo>
                    <a:pt x="1" y="968"/>
                    <a:pt x="97" y="1069"/>
                    <a:pt x="231" y="1069"/>
                  </a:cubicBezTo>
                  <a:cubicBezTo>
                    <a:pt x="291" y="1069"/>
                    <a:pt x="357" y="1049"/>
                    <a:pt x="427" y="1011"/>
                  </a:cubicBezTo>
                  <a:cubicBezTo>
                    <a:pt x="677" y="885"/>
                    <a:pt x="853" y="584"/>
                    <a:pt x="853" y="309"/>
                  </a:cubicBezTo>
                  <a:cubicBezTo>
                    <a:pt x="853" y="100"/>
                    <a:pt x="756" y="0"/>
                    <a:pt x="622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2" name="Google Shape;2222;p28"/>
            <p:cNvSpPr/>
            <p:nvPr/>
          </p:nvSpPr>
          <p:spPr>
            <a:xfrm>
              <a:off x="5018325" y="1147800"/>
              <a:ext cx="21950" cy="27150"/>
            </a:xfrm>
            <a:custGeom>
              <a:avLst/>
              <a:gdLst/>
              <a:ahLst/>
              <a:cxnLst/>
              <a:rect l="l" t="t" r="r" b="b"/>
              <a:pathLst>
                <a:path w="878" h="1086" extrusionOk="0">
                  <a:moveTo>
                    <a:pt x="615" y="1"/>
                  </a:moveTo>
                  <a:cubicBezTo>
                    <a:pt x="556" y="1"/>
                    <a:pt x="491" y="18"/>
                    <a:pt x="426" y="54"/>
                  </a:cubicBezTo>
                  <a:cubicBezTo>
                    <a:pt x="201" y="205"/>
                    <a:pt x="0" y="480"/>
                    <a:pt x="0" y="781"/>
                  </a:cubicBezTo>
                  <a:cubicBezTo>
                    <a:pt x="0" y="978"/>
                    <a:pt x="102" y="1085"/>
                    <a:pt x="242" y="1085"/>
                  </a:cubicBezTo>
                  <a:cubicBezTo>
                    <a:pt x="299" y="1085"/>
                    <a:pt x="361" y="1068"/>
                    <a:pt x="426" y="1032"/>
                  </a:cubicBezTo>
                  <a:cubicBezTo>
                    <a:pt x="677" y="906"/>
                    <a:pt x="877" y="581"/>
                    <a:pt x="877" y="305"/>
                  </a:cubicBezTo>
                  <a:cubicBezTo>
                    <a:pt x="877" y="108"/>
                    <a:pt x="763" y="1"/>
                    <a:pt x="61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3" name="Google Shape;2223;p28"/>
            <p:cNvSpPr/>
            <p:nvPr/>
          </p:nvSpPr>
          <p:spPr>
            <a:xfrm>
              <a:off x="5114800" y="1092050"/>
              <a:ext cx="21325" cy="27125"/>
            </a:xfrm>
            <a:custGeom>
              <a:avLst/>
              <a:gdLst/>
              <a:ahLst/>
              <a:cxnLst/>
              <a:rect l="l" t="t" r="r" b="b"/>
              <a:pathLst>
                <a:path w="853" h="1085" extrusionOk="0">
                  <a:moveTo>
                    <a:pt x="611" y="0"/>
                  </a:moveTo>
                  <a:cubicBezTo>
                    <a:pt x="554" y="0"/>
                    <a:pt x="491" y="18"/>
                    <a:pt x="427" y="54"/>
                  </a:cubicBezTo>
                  <a:cubicBezTo>
                    <a:pt x="201" y="204"/>
                    <a:pt x="1" y="530"/>
                    <a:pt x="1" y="781"/>
                  </a:cubicBezTo>
                  <a:cubicBezTo>
                    <a:pt x="1" y="977"/>
                    <a:pt x="103" y="1085"/>
                    <a:pt x="243" y="1085"/>
                  </a:cubicBezTo>
                  <a:cubicBezTo>
                    <a:pt x="299" y="1085"/>
                    <a:pt x="362" y="1067"/>
                    <a:pt x="427" y="1031"/>
                  </a:cubicBezTo>
                  <a:cubicBezTo>
                    <a:pt x="677" y="906"/>
                    <a:pt x="853" y="580"/>
                    <a:pt x="853" y="304"/>
                  </a:cubicBezTo>
                  <a:cubicBezTo>
                    <a:pt x="853" y="108"/>
                    <a:pt x="751" y="0"/>
                    <a:pt x="611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4" name="Google Shape;2224;p28"/>
            <p:cNvSpPr/>
            <p:nvPr/>
          </p:nvSpPr>
          <p:spPr>
            <a:xfrm>
              <a:off x="5210675" y="103627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35" y="1"/>
                  </a:moveTo>
                  <a:cubicBezTo>
                    <a:pt x="579" y="1"/>
                    <a:pt x="516" y="18"/>
                    <a:pt x="451" y="54"/>
                  </a:cubicBezTo>
                  <a:cubicBezTo>
                    <a:pt x="201" y="230"/>
                    <a:pt x="0" y="530"/>
                    <a:pt x="0" y="781"/>
                  </a:cubicBezTo>
                  <a:cubicBezTo>
                    <a:pt x="0" y="978"/>
                    <a:pt x="115" y="1085"/>
                    <a:pt x="263" y="1085"/>
                  </a:cubicBezTo>
                  <a:cubicBezTo>
                    <a:pt x="322" y="1085"/>
                    <a:pt x="387" y="1068"/>
                    <a:pt x="451" y="1032"/>
                  </a:cubicBezTo>
                  <a:cubicBezTo>
                    <a:pt x="702" y="906"/>
                    <a:pt x="878" y="580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5" name="Google Shape;2225;p28"/>
            <p:cNvSpPr/>
            <p:nvPr/>
          </p:nvSpPr>
          <p:spPr>
            <a:xfrm>
              <a:off x="5307150" y="981775"/>
              <a:ext cx="21975" cy="26900"/>
            </a:xfrm>
            <a:custGeom>
              <a:avLst/>
              <a:gdLst/>
              <a:ahLst/>
              <a:cxnLst/>
              <a:rect l="l" t="t" r="r" b="b"/>
              <a:pathLst>
                <a:path w="879" h="1076" extrusionOk="0">
                  <a:moveTo>
                    <a:pt x="625" y="0"/>
                  </a:moveTo>
                  <a:cubicBezTo>
                    <a:pt x="569" y="0"/>
                    <a:pt x="510" y="18"/>
                    <a:pt x="452" y="54"/>
                  </a:cubicBezTo>
                  <a:cubicBezTo>
                    <a:pt x="201" y="179"/>
                    <a:pt x="1" y="480"/>
                    <a:pt x="1" y="780"/>
                  </a:cubicBezTo>
                  <a:cubicBezTo>
                    <a:pt x="1" y="969"/>
                    <a:pt x="107" y="1076"/>
                    <a:pt x="246" y="1076"/>
                  </a:cubicBezTo>
                  <a:cubicBezTo>
                    <a:pt x="310" y="1076"/>
                    <a:pt x="381" y="1053"/>
                    <a:pt x="452" y="1006"/>
                  </a:cubicBezTo>
                  <a:cubicBezTo>
                    <a:pt x="678" y="906"/>
                    <a:pt x="878" y="580"/>
                    <a:pt x="878" y="304"/>
                  </a:cubicBezTo>
                  <a:cubicBezTo>
                    <a:pt x="878" y="108"/>
                    <a:pt x="763" y="0"/>
                    <a:pt x="625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6" name="Google Shape;2226;p28"/>
            <p:cNvSpPr/>
            <p:nvPr/>
          </p:nvSpPr>
          <p:spPr>
            <a:xfrm>
              <a:off x="5018950" y="125810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0"/>
                  </a:moveTo>
                  <a:cubicBezTo>
                    <a:pt x="568" y="0"/>
                    <a:pt x="509" y="17"/>
                    <a:pt x="451" y="53"/>
                  </a:cubicBezTo>
                  <a:cubicBezTo>
                    <a:pt x="176" y="204"/>
                    <a:pt x="0" y="504"/>
                    <a:pt x="0" y="780"/>
                  </a:cubicBezTo>
                  <a:cubicBezTo>
                    <a:pt x="0" y="977"/>
                    <a:pt x="115" y="1084"/>
                    <a:pt x="262" y="1084"/>
                  </a:cubicBezTo>
                  <a:cubicBezTo>
                    <a:pt x="322" y="1084"/>
                    <a:pt x="387" y="1067"/>
                    <a:pt x="451" y="1031"/>
                  </a:cubicBezTo>
                  <a:cubicBezTo>
                    <a:pt x="702" y="905"/>
                    <a:pt x="877" y="580"/>
                    <a:pt x="877" y="304"/>
                  </a:cubicBezTo>
                  <a:cubicBezTo>
                    <a:pt x="877" y="107"/>
                    <a:pt x="763" y="0"/>
                    <a:pt x="624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7" name="Google Shape;2227;p28"/>
            <p:cNvSpPr/>
            <p:nvPr/>
          </p:nvSpPr>
          <p:spPr>
            <a:xfrm>
              <a:off x="5018950" y="1369225"/>
              <a:ext cx="21950" cy="27000"/>
            </a:xfrm>
            <a:custGeom>
              <a:avLst/>
              <a:gdLst/>
              <a:ahLst/>
              <a:cxnLst/>
              <a:rect l="l" t="t" r="r" b="b"/>
              <a:pathLst>
                <a:path w="878" h="1080" extrusionOk="0">
                  <a:moveTo>
                    <a:pt x="637" y="0"/>
                  </a:moveTo>
                  <a:cubicBezTo>
                    <a:pt x="578" y="0"/>
                    <a:pt x="513" y="23"/>
                    <a:pt x="451" y="70"/>
                  </a:cubicBezTo>
                  <a:cubicBezTo>
                    <a:pt x="176" y="195"/>
                    <a:pt x="0" y="496"/>
                    <a:pt x="0" y="771"/>
                  </a:cubicBezTo>
                  <a:cubicBezTo>
                    <a:pt x="0" y="980"/>
                    <a:pt x="109" y="1080"/>
                    <a:pt x="250" y="1080"/>
                  </a:cubicBezTo>
                  <a:cubicBezTo>
                    <a:pt x="313" y="1080"/>
                    <a:pt x="382" y="1060"/>
                    <a:pt x="451" y="1022"/>
                  </a:cubicBezTo>
                  <a:cubicBezTo>
                    <a:pt x="702" y="897"/>
                    <a:pt x="877" y="596"/>
                    <a:pt x="877" y="320"/>
                  </a:cubicBezTo>
                  <a:cubicBezTo>
                    <a:pt x="877" y="113"/>
                    <a:pt x="770" y="0"/>
                    <a:pt x="637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8" name="Google Shape;2228;p28"/>
            <p:cNvSpPr/>
            <p:nvPr/>
          </p:nvSpPr>
          <p:spPr>
            <a:xfrm>
              <a:off x="5018950" y="147990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0"/>
                  </a:moveTo>
                  <a:cubicBezTo>
                    <a:pt x="568" y="0"/>
                    <a:pt x="509" y="18"/>
                    <a:pt x="451" y="54"/>
                  </a:cubicBezTo>
                  <a:cubicBezTo>
                    <a:pt x="226" y="179"/>
                    <a:pt x="25" y="505"/>
                    <a:pt x="0" y="780"/>
                  </a:cubicBezTo>
                  <a:cubicBezTo>
                    <a:pt x="0" y="977"/>
                    <a:pt x="102" y="1084"/>
                    <a:pt x="251" y="1084"/>
                  </a:cubicBezTo>
                  <a:cubicBezTo>
                    <a:pt x="312" y="1084"/>
                    <a:pt x="379" y="1067"/>
                    <a:pt x="451" y="1031"/>
                  </a:cubicBezTo>
                  <a:cubicBezTo>
                    <a:pt x="702" y="906"/>
                    <a:pt x="877" y="580"/>
                    <a:pt x="877" y="304"/>
                  </a:cubicBezTo>
                  <a:cubicBezTo>
                    <a:pt x="877" y="108"/>
                    <a:pt x="763" y="0"/>
                    <a:pt x="624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9" name="Google Shape;2229;p28"/>
            <p:cNvSpPr/>
            <p:nvPr/>
          </p:nvSpPr>
          <p:spPr>
            <a:xfrm>
              <a:off x="5114800" y="1203450"/>
              <a:ext cx="21325" cy="26750"/>
            </a:xfrm>
            <a:custGeom>
              <a:avLst/>
              <a:gdLst/>
              <a:ahLst/>
              <a:cxnLst/>
              <a:rect l="l" t="t" r="r" b="b"/>
              <a:pathLst>
                <a:path w="853" h="1070" extrusionOk="0">
                  <a:moveTo>
                    <a:pt x="622" y="1"/>
                  </a:moveTo>
                  <a:cubicBezTo>
                    <a:pt x="563" y="1"/>
                    <a:pt x="496" y="20"/>
                    <a:pt x="427" y="59"/>
                  </a:cubicBezTo>
                  <a:cubicBezTo>
                    <a:pt x="201" y="184"/>
                    <a:pt x="26" y="485"/>
                    <a:pt x="1" y="761"/>
                  </a:cubicBezTo>
                  <a:cubicBezTo>
                    <a:pt x="1" y="969"/>
                    <a:pt x="85" y="1069"/>
                    <a:pt x="220" y="1069"/>
                  </a:cubicBezTo>
                  <a:cubicBezTo>
                    <a:pt x="280" y="1069"/>
                    <a:pt x="350" y="1050"/>
                    <a:pt x="427" y="1011"/>
                  </a:cubicBezTo>
                  <a:cubicBezTo>
                    <a:pt x="677" y="886"/>
                    <a:pt x="853" y="585"/>
                    <a:pt x="853" y="310"/>
                  </a:cubicBezTo>
                  <a:cubicBezTo>
                    <a:pt x="853" y="101"/>
                    <a:pt x="756" y="1"/>
                    <a:pt x="622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0" name="Google Shape;2230;p28"/>
            <p:cNvSpPr/>
            <p:nvPr/>
          </p:nvSpPr>
          <p:spPr>
            <a:xfrm>
              <a:off x="5210675" y="1147800"/>
              <a:ext cx="21950" cy="27150"/>
            </a:xfrm>
            <a:custGeom>
              <a:avLst/>
              <a:gdLst/>
              <a:ahLst/>
              <a:cxnLst/>
              <a:rect l="l" t="t" r="r" b="b"/>
              <a:pathLst>
                <a:path w="878" h="1086" extrusionOk="0">
                  <a:moveTo>
                    <a:pt x="635" y="1"/>
                  </a:moveTo>
                  <a:cubicBezTo>
                    <a:pt x="579" y="1"/>
                    <a:pt x="516" y="18"/>
                    <a:pt x="451" y="54"/>
                  </a:cubicBezTo>
                  <a:cubicBezTo>
                    <a:pt x="226" y="180"/>
                    <a:pt x="0" y="480"/>
                    <a:pt x="0" y="781"/>
                  </a:cubicBezTo>
                  <a:cubicBezTo>
                    <a:pt x="0" y="978"/>
                    <a:pt x="115" y="1085"/>
                    <a:pt x="263" y="1085"/>
                  </a:cubicBezTo>
                  <a:cubicBezTo>
                    <a:pt x="322" y="1085"/>
                    <a:pt x="387" y="1068"/>
                    <a:pt x="451" y="1032"/>
                  </a:cubicBezTo>
                  <a:cubicBezTo>
                    <a:pt x="702" y="906"/>
                    <a:pt x="878" y="581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1" name="Google Shape;2231;p28"/>
            <p:cNvSpPr/>
            <p:nvPr/>
          </p:nvSpPr>
          <p:spPr>
            <a:xfrm>
              <a:off x="5307150" y="1092050"/>
              <a:ext cx="21975" cy="27125"/>
            </a:xfrm>
            <a:custGeom>
              <a:avLst/>
              <a:gdLst/>
              <a:ahLst/>
              <a:cxnLst/>
              <a:rect l="l" t="t" r="r" b="b"/>
              <a:pathLst>
                <a:path w="879" h="1085" extrusionOk="0">
                  <a:moveTo>
                    <a:pt x="625" y="0"/>
                  </a:moveTo>
                  <a:cubicBezTo>
                    <a:pt x="569" y="0"/>
                    <a:pt x="510" y="18"/>
                    <a:pt x="452" y="54"/>
                  </a:cubicBezTo>
                  <a:cubicBezTo>
                    <a:pt x="227" y="179"/>
                    <a:pt x="26" y="530"/>
                    <a:pt x="1" y="781"/>
                  </a:cubicBezTo>
                  <a:cubicBezTo>
                    <a:pt x="1" y="977"/>
                    <a:pt x="116" y="1085"/>
                    <a:pt x="263" y="1085"/>
                  </a:cubicBezTo>
                  <a:cubicBezTo>
                    <a:pt x="323" y="1085"/>
                    <a:pt x="387" y="1067"/>
                    <a:pt x="452" y="1031"/>
                  </a:cubicBezTo>
                  <a:cubicBezTo>
                    <a:pt x="678" y="906"/>
                    <a:pt x="878" y="580"/>
                    <a:pt x="878" y="304"/>
                  </a:cubicBezTo>
                  <a:cubicBezTo>
                    <a:pt x="878" y="108"/>
                    <a:pt x="763" y="0"/>
                    <a:pt x="625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2" name="Google Shape;2232;p28"/>
            <p:cNvSpPr/>
            <p:nvPr/>
          </p:nvSpPr>
          <p:spPr>
            <a:xfrm>
              <a:off x="5115425" y="131385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16" y="1"/>
                  </a:moveTo>
                  <a:cubicBezTo>
                    <a:pt x="556" y="1"/>
                    <a:pt x="492" y="18"/>
                    <a:pt x="427" y="54"/>
                  </a:cubicBezTo>
                  <a:cubicBezTo>
                    <a:pt x="176" y="179"/>
                    <a:pt x="1" y="480"/>
                    <a:pt x="1" y="781"/>
                  </a:cubicBezTo>
                  <a:cubicBezTo>
                    <a:pt x="1" y="977"/>
                    <a:pt x="90" y="1085"/>
                    <a:pt x="232" y="1085"/>
                  </a:cubicBezTo>
                  <a:cubicBezTo>
                    <a:pt x="289" y="1085"/>
                    <a:pt x="355" y="1067"/>
                    <a:pt x="427" y="1031"/>
                  </a:cubicBezTo>
                  <a:cubicBezTo>
                    <a:pt x="677" y="906"/>
                    <a:pt x="878" y="580"/>
                    <a:pt x="878" y="305"/>
                  </a:cubicBezTo>
                  <a:cubicBezTo>
                    <a:pt x="878" y="108"/>
                    <a:pt x="763" y="1"/>
                    <a:pt x="616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3" name="Google Shape;2233;p28"/>
            <p:cNvSpPr/>
            <p:nvPr/>
          </p:nvSpPr>
          <p:spPr>
            <a:xfrm>
              <a:off x="5115425" y="142412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16" y="1"/>
                  </a:moveTo>
                  <a:cubicBezTo>
                    <a:pt x="556" y="1"/>
                    <a:pt x="492" y="18"/>
                    <a:pt x="427" y="54"/>
                  </a:cubicBezTo>
                  <a:cubicBezTo>
                    <a:pt x="226" y="179"/>
                    <a:pt x="26" y="530"/>
                    <a:pt x="1" y="781"/>
                  </a:cubicBezTo>
                  <a:cubicBezTo>
                    <a:pt x="1" y="977"/>
                    <a:pt x="90" y="1085"/>
                    <a:pt x="232" y="1085"/>
                  </a:cubicBezTo>
                  <a:cubicBezTo>
                    <a:pt x="289" y="1085"/>
                    <a:pt x="355" y="1067"/>
                    <a:pt x="427" y="1031"/>
                  </a:cubicBezTo>
                  <a:cubicBezTo>
                    <a:pt x="677" y="906"/>
                    <a:pt x="878" y="580"/>
                    <a:pt x="878" y="305"/>
                  </a:cubicBezTo>
                  <a:cubicBezTo>
                    <a:pt x="878" y="108"/>
                    <a:pt x="763" y="1"/>
                    <a:pt x="616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4" name="Google Shape;2234;p28"/>
            <p:cNvSpPr/>
            <p:nvPr/>
          </p:nvSpPr>
          <p:spPr>
            <a:xfrm>
              <a:off x="5211300" y="1258100"/>
              <a:ext cx="22575" cy="27125"/>
            </a:xfrm>
            <a:custGeom>
              <a:avLst/>
              <a:gdLst/>
              <a:ahLst/>
              <a:cxnLst/>
              <a:rect l="l" t="t" r="r" b="b"/>
              <a:pathLst>
                <a:path w="903" h="1085" extrusionOk="0">
                  <a:moveTo>
                    <a:pt x="640" y="0"/>
                  </a:moveTo>
                  <a:cubicBezTo>
                    <a:pt x="581" y="0"/>
                    <a:pt x="516" y="17"/>
                    <a:pt x="452" y="53"/>
                  </a:cubicBezTo>
                  <a:cubicBezTo>
                    <a:pt x="201" y="179"/>
                    <a:pt x="0" y="530"/>
                    <a:pt x="25" y="780"/>
                  </a:cubicBezTo>
                  <a:cubicBezTo>
                    <a:pt x="25" y="977"/>
                    <a:pt x="115" y="1084"/>
                    <a:pt x="257" y="1084"/>
                  </a:cubicBezTo>
                  <a:cubicBezTo>
                    <a:pt x="314" y="1084"/>
                    <a:pt x="380" y="1067"/>
                    <a:pt x="452" y="1031"/>
                  </a:cubicBezTo>
                  <a:cubicBezTo>
                    <a:pt x="702" y="905"/>
                    <a:pt x="903" y="580"/>
                    <a:pt x="903" y="304"/>
                  </a:cubicBezTo>
                  <a:cubicBezTo>
                    <a:pt x="903" y="107"/>
                    <a:pt x="788" y="0"/>
                    <a:pt x="640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5" name="Google Shape;2235;p28"/>
            <p:cNvSpPr/>
            <p:nvPr/>
          </p:nvSpPr>
          <p:spPr>
            <a:xfrm>
              <a:off x="5307150" y="1202325"/>
              <a:ext cx="21975" cy="27125"/>
            </a:xfrm>
            <a:custGeom>
              <a:avLst/>
              <a:gdLst/>
              <a:ahLst/>
              <a:cxnLst/>
              <a:rect l="l" t="t" r="r" b="b"/>
              <a:pathLst>
                <a:path w="879" h="1085" extrusionOk="0">
                  <a:moveTo>
                    <a:pt x="625" y="0"/>
                  </a:moveTo>
                  <a:cubicBezTo>
                    <a:pt x="569" y="0"/>
                    <a:pt x="510" y="18"/>
                    <a:pt x="452" y="54"/>
                  </a:cubicBezTo>
                  <a:cubicBezTo>
                    <a:pt x="227" y="179"/>
                    <a:pt x="26" y="530"/>
                    <a:pt x="1" y="781"/>
                  </a:cubicBezTo>
                  <a:cubicBezTo>
                    <a:pt x="1" y="977"/>
                    <a:pt x="116" y="1085"/>
                    <a:pt x="263" y="1085"/>
                  </a:cubicBezTo>
                  <a:cubicBezTo>
                    <a:pt x="323" y="1085"/>
                    <a:pt x="387" y="1067"/>
                    <a:pt x="452" y="1031"/>
                  </a:cubicBezTo>
                  <a:cubicBezTo>
                    <a:pt x="678" y="906"/>
                    <a:pt x="878" y="605"/>
                    <a:pt x="878" y="304"/>
                  </a:cubicBezTo>
                  <a:cubicBezTo>
                    <a:pt x="878" y="108"/>
                    <a:pt x="763" y="0"/>
                    <a:pt x="625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6" name="Google Shape;2236;p28"/>
            <p:cNvSpPr/>
            <p:nvPr/>
          </p:nvSpPr>
          <p:spPr>
            <a:xfrm>
              <a:off x="5307800" y="1313100"/>
              <a:ext cx="21950" cy="26750"/>
            </a:xfrm>
            <a:custGeom>
              <a:avLst/>
              <a:gdLst/>
              <a:ahLst/>
              <a:cxnLst/>
              <a:rect l="l" t="t" r="r" b="b"/>
              <a:pathLst>
                <a:path w="878" h="1070" extrusionOk="0">
                  <a:moveTo>
                    <a:pt x="647" y="1"/>
                  </a:moveTo>
                  <a:cubicBezTo>
                    <a:pt x="587" y="1"/>
                    <a:pt x="520" y="20"/>
                    <a:pt x="451" y="59"/>
                  </a:cubicBezTo>
                  <a:cubicBezTo>
                    <a:pt x="201" y="184"/>
                    <a:pt x="0" y="510"/>
                    <a:pt x="0" y="761"/>
                  </a:cubicBezTo>
                  <a:cubicBezTo>
                    <a:pt x="0" y="969"/>
                    <a:pt x="108" y="1069"/>
                    <a:pt x="250" y="1069"/>
                  </a:cubicBezTo>
                  <a:cubicBezTo>
                    <a:pt x="313" y="1069"/>
                    <a:pt x="382" y="1050"/>
                    <a:pt x="451" y="1011"/>
                  </a:cubicBezTo>
                  <a:cubicBezTo>
                    <a:pt x="702" y="886"/>
                    <a:pt x="877" y="585"/>
                    <a:pt x="877" y="310"/>
                  </a:cubicBezTo>
                  <a:cubicBezTo>
                    <a:pt x="877" y="101"/>
                    <a:pt x="781" y="1"/>
                    <a:pt x="647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7" name="Google Shape;2237;p28"/>
            <p:cNvSpPr/>
            <p:nvPr/>
          </p:nvSpPr>
          <p:spPr>
            <a:xfrm>
              <a:off x="5211300" y="1368375"/>
              <a:ext cx="22575" cy="27125"/>
            </a:xfrm>
            <a:custGeom>
              <a:avLst/>
              <a:gdLst/>
              <a:ahLst/>
              <a:cxnLst/>
              <a:rect l="l" t="t" r="r" b="b"/>
              <a:pathLst>
                <a:path w="903" h="1085" extrusionOk="0">
                  <a:moveTo>
                    <a:pt x="640" y="0"/>
                  </a:moveTo>
                  <a:cubicBezTo>
                    <a:pt x="581" y="0"/>
                    <a:pt x="516" y="17"/>
                    <a:pt x="452" y="53"/>
                  </a:cubicBezTo>
                  <a:cubicBezTo>
                    <a:pt x="226" y="179"/>
                    <a:pt x="0" y="530"/>
                    <a:pt x="25" y="780"/>
                  </a:cubicBezTo>
                  <a:cubicBezTo>
                    <a:pt x="25" y="977"/>
                    <a:pt x="127" y="1084"/>
                    <a:pt x="268" y="1084"/>
                  </a:cubicBezTo>
                  <a:cubicBezTo>
                    <a:pt x="324" y="1084"/>
                    <a:pt x="387" y="1067"/>
                    <a:pt x="452" y="1031"/>
                  </a:cubicBezTo>
                  <a:cubicBezTo>
                    <a:pt x="702" y="906"/>
                    <a:pt x="903" y="605"/>
                    <a:pt x="903" y="304"/>
                  </a:cubicBezTo>
                  <a:cubicBezTo>
                    <a:pt x="903" y="107"/>
                    <a:pt x="788" y="0"/>
                    <a:pt x="640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8" name="Google Shape;2238;p28"/>
            <p:cNvSpPr/>
            <p:nvPr/>
          </p:nvSpPr>
          <p:spPr>
            <a:xfrm>
              <a:off x="4921825" y="1642050"/>
              <a:ext cx="21950" cy="26750"/>
            </a:xfrm>
            <a:custGeom>
              <a:avLst/>
              <a:gdLst/>
              <a:ahLst/>
              <a:cxnLst/>
              <a:rect l="l" t="t" r="r" b="b"/>
              <a:pathLst>
                <a:path w="878" h="1070" extrusionOk="0">
                  <a:moveTo>
                    <a:pt x="636" y="1"/>
                  </a:moveTo>
                  <a:cubicBezTo>
                    <a:pt x="577" y="1"/>
                    <a:pt x="513" y="20"/>
                    <a:pt x="452" y="59"/>
                  </a:cubicBezTo>
                  <a:cubicBezTo>
                    <a:pt x="201" y="184"/>
                    <a:pt x="0" y="510"/>
                    <a:pt x="0" y="761"/>
                  </a:cubicBezTo>
                  <a:cubicBezTo>
                    <a:pt x="0" y="969"/>
                    <a:pt x="109" y="1069"/>
                    <a:pt x="251" y="1069"/>
                  </a:cubicBezTo>
                  <a:cubicBezTo>
                    <a:pt x="313" y="1069"/>
                    <a:pt x="382" y="1050"/>
                    <a:pt x="452" y="1011"/>
                  </a:cubicBezTo>
                  <a:cubicBezTo>
                    <a:pt x="702" y="886"/>
                    <a:pt x="878" y="585"/>
                    <a:pt x="878" y="309"/>
                  </a:cubicBezTo>
                  <a:cubicBezTo>
                    <a:pt x="878" y="101"/>
                    <a:pt x="769" y="1"/>
                    <a:pt x="636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9" name="Google Shape;2239;p28"/>
            <p:cNvSpPr/>
            <p:nvPr/>
          </p:nvSpPr>
          <p:spPr>
            <a:xfrm>
              <a:off x="5018325" y="1586400"/>
              <a:ext cx="21950" cy="27150"/>
            </a:xfrm>
            <a:custGeom>
              <a:avLst/>
              <a:gdLst/>
              <a:ahLst/>
              <a:cxnLst/>
              <a:rect l="l" t="t" r="r" b="b"/>
              <a:pathLst>
                <a:path w="878" h="1086" extrusionOk="0">
                  <a:moveTo>
                    <a:pt x="615" y="1"/>
                  </a:moveTo>
                  <a:cubicBezTo>
                    <a:pt x="556" y="1"/>
                    <a:pt x="491" y="18"/>
                    <a:pt x="426" y="54"/>
                  </a:cubicBezTo>
                  <a:cubicBezTo>
                    <a:pt x="175" y="180"/>
                    <a:pt x="0" y="480"/>
                    <a:pt x="0" y="781"/>
                  </a:cubicBezTo>
                  <a:cubicBezTo>
                    <a:pt x="0" y="978"/>
                    <a:pt x="89" y="1085"/>
                    <a:pt x="231" y="1085"/>
                  </a:cubicBezTo>
                  <a:cubicBezTo>
                    <a:pt x="288" y="1085"/>
                    <a:pt x="354" y="1068"/>
                    <a:pt x="426" y="1032"/>
                  </a:cubicBezTo>
                  <a:cubicBezTo>
                    <a:pt x="677" y="906"/>
                    <a:pt x="877" y="581"/>
                    <a:pt x="877" y="305"/>
                  </a:cubicBezTo>
                  <a:cubicBezTo>
                    <a:pt x="877" y="108"/>
                    <a:pt x="763" y="1"/>
                    <a:pt x="61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0" name="Google Shape;2240;p28"/>
            <p:cNvSpPr/>
            <p:nvPr/>
          </p:nvSpPr>
          <p:spPr>
            <a:xfrm>
              <a:off x="5114800" y="1530650"/>
              <a:ext cx="21325" cy="27125"/>
            </a:xfrm>
            <a:custGeom>
              <a:avLst/>
              <a:gdLst/>
              <a:ahLst/>
              <a:cxnLst/>
              <a:rect l="l" t="t" r="r" b="b"/>
              <a:pathLst>
                <a:path w="853" h="1085" extrusionOk="0">
                  <a:moveTo>
                    <a:pt x="611" y="0"/>
                  </a:moveTo>
                  <a:cubicBezTo>
                    <a:pt x="554" y="0"/>
                    <a:pt x="491" y="18"/>
                    <a:pt x="427" y="54"/>
                  </a:cubicBezTo>
                  <a:cubicBezTo>
                    <a:pt x="176" y="179"/>
                    <a:pt x="1" y="530"/>
                    <a:pt x="1" y="780"/>
                  </a:cubicBezTo>
                  <a:cubicBezTo>
                    <a:pt x="1" y="977"/>
                    <a:pt x="90" y="1084"/>
                    <a:pt x="232" y="1084"/>
                  </a:cubicBezTo>
                  <a:cubicBezTo>
                    <a:pt x="289" y="1084"/>
                    <a:pt x="355" y="1067"/>
                    <a:pt x="427" y="1031"/>
                  </a:cubicBezTo>
                  <a:cubicBezTo>
                    <a:pt x="677" y="906"/>
                    <a:pt x="853" y="580"/>
                    <a:pt x="853" y="304"/>
                  </a:cubicBezTo>
                  <a:cubicBezTo>
                    <a:pt x="853" y="108"/>
                    <a:pt x="751" y="0"/>
                    <a:pt x="611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1" name="Google Shape;2241;p28"/>
            <p:cNvSpPr/>
            <p:nvPr/>
          </p:nvSpPr>
          <p:spPr>
            <a:xfrm>
              <a:off x="5210050" y="147487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1"/>
                  </a:moveTo>
                  <a:cubicBezTo>
                    <a:pt x="568" y="1"/>
                    <a:pt x="509" y="18"/>
                    <a:pt x="451" y="54"/>
                  </a:cubicBezTo>
                  <a:cubicBezTo>
                    <a:pt x="226" y="179"/>
                    <a:pt x="0" y="505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1" y="1032"/>
                  </a:cubicBezTo>
                  <a:cubicBezTo>
                    <a:pt x="677" y="906"/>
                    <a:pt x="877" y="605"/>
                    <a:pt x="877" y="305"/>
                  </a:cubicBezTo>
                  <a:cubicBezTo>
                    <a:pt x="877" y="108"/>
                    <a:pt x="763" y="1"/>
                    <a:pt x="624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2" name="Google Shape;2242;p28"/>
            <p:cNvSpPr/>
            <p:nvPr/>
          </p:nvSpPr>
          <p:spPr>
            <a:xfrm>
              <a:off x="5306525" y="1419625"/>
              <a:ext cx="21975" cy="26725"/>
            </a:xfrm>
            <a:custGeom>
              <a:avLst/>
              <a:gdLst/>
              <a:ahLst/>
              <a:cxnLst/>
              <a:rect l="l" t="t" r="r" b="b"/>
              <a:pathLst>
                <a:path w="879" h="1069" extrusionOk="0">
                  <a:moveTo>
                    <a:pt x="628" y="1"/>
                  </a:moveTo>
                  <a:cubicBezTo>
                    <a:pt x="565" y="1"/>
                    <a:pt x="496" y="20"/>
                    <a:pt x="427" y="59"/>
                  </a:cubicBezTo>
                  <a:cubicBezTo>
                    <a:pt x="226" y="184"/>
                    <a:pt x="1" y="485"/>
                    <a:pt x="1" y="760"/>
                  </a:cubicBezTo>
                  <a:cubicBezTo>
                    <a:pt x="1" y="969"/>
                    <a:pt x="97" y="1069"/>
                    <a:pt x="232" y="1069"/>
                  </a:cubicBezTo>
                  <a:cubicBezTo>
                    <a:pt x="291" y="1069"/>
                    <a:pt x="358" y="1049"/>
                    <a:pt x="427" y="1011"/>
                  </a:cubicBezTo>
                  <a:cubicBezTo>
                    <a:pt x="678" y="886"/>
                    <a:pt x="878" y="585"/>
                    <a:pt x="878" y="309"/>
                  </a:cubicBezTo>
                  <a:cubicBezTo>
                    <a:pt x="878" y="101"/>
                    <a:pt x="770" y="1"/>
                    <a:pt x="628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62FAA7-212A-7F2B-BEC7-A30149DFAC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6300" y="934758"/>
            <a:ext cx="7704000" cy="679800"/>
          </a:xfrm>
        </p:spPr>
        <p:txBody>
          <a:bodyPr/>
          <a:lstStyle/>
          <a:p>
            <a:pPr marL="139700" indent="0">
              <a:buNone/>
            </a:pPr>
            <a:r>
              <a:rPr lang="en-US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nkGothic Lt BT" panose="020B0607020203060204" pitchFamily="34" charset="0"/>
              </a:rPr>
              <a:t>Content:</a:t>
            </a:r>
            <a:endParaRPr lang="en-US" sz="20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nkGothic Lt BT" panose="020B060702020306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851430-DC4D-78AE-0973-666ED556D301}"/>
              </a:ext>
            </a:extLst>
          </p:cNvPr>
          <p:cNvSpPr txBox="1"/>
          <p:nvPr/>
        </p:nvSpPr>
        <p:spPr>
          <a:xfrm>
            <a:off x="823700" y="1442181"/>
            <a:ext cx="8003762" cy="245637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>
              <a:lnSpc>
                <a:spcPct val="250000"/>
              </a:lnSpc>
              <a:buFontTx/>
              <a:buNone/>
            </a:pPr>
            <a:r>
              <a:rPr lang="en-US" sz="1600" b="1" u="sng" dirty="0">
                <a:solidFill>
                  <a:schemeClr val="tx1"/>
                </a:solidFill>
                <a:effectLst/>
                <a:latin typeface="BankGothic Lt BT" panose="020B0607020203060204" pitchFamily="34" charset="0"/>
              </a:rPr>
              <a:t>Purpose of the dashboard</a:t>
            </a:r>
            <a:r>
              <a:rPr lang="en-US" sz="1600" dirty="0">
                <a:solidFill>
                  <a:schemeClr val="tx1"/>
                </a:solidFill>
                <a:effectLst/>
                <a:latin typeface="BankGothic Lt BT" panose="020B0607020203060204" pitchFamily="34" charset="0"/>
              </a:rPr>
              <a:t>: To analyze and optimize online shopping behavior and experience.</a:t>
            </a:r>
          </a:p>
          <a:p>
            <a:pPr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1600" b="1" u="sng" dirty="0">
                <a:solidFill>
                  <a:schemeClr val="tx1"/>
                </a:solidFill>
                <a:effectLst/>
                <a:latin typeface="BankGothic Lt BT" panose="020B0607020203060204" pitchFamily="34" charset="0"/>
              </a:rPr>
              <a:t>Key metrics covered</a:t>
            </a:r>
            <a:r>
              <a:rPr lang="en-US" sz="1600" b="1" dirty="0">
                <a:solidFill>
                  <a:schemeClr val="tx1"/>
                </a:solidFill>
                <a:effectLst/>
                <a:latin typeface="BankGothic Lt BT" panose="020B0607020203060204" pitchFamily="34" charset="0"/>
              </a:rPr>
              <a:t>: </a:t>
            </a:r>
            <a:r>
              <a:rPr lang="en-US" sz="1600" dirty="0">
                <a:solidFill>
                  <a:schemeClr val="tx1"/>
                </a:solidFill>
                <a:effectLst/>
                <a:latin typeface="BankGothic Lt BT" panose="020B0607020203060204" pitchFamily="34" charset="0"/>
              </a:rPr>
              <a:t>Customer Lifetime Value, Coupon Usage Rate, Churn Rate, and more.</a:t>
            </a:r>
          </a:p>
        </p:txBody>
      </p:sp>
      <p:grpSp>
        <p:nvGrpSpPr>
          <p:cNvPr id="2" name="Google Shape;3043;p44">
            <a:extLst>
              <a:ext uri="{FF2B5EF4-FFF2-40B4-BE49-F238E27FC236}">
                <a16:creationId xmlns:a16="http://schemas.microsoft.com/office/drawing/2014/main" id="{DA7DB679-27AA-803D-254C-A0418AFA967A}"/>
              </a:ext>
            </a:extLst>
          </p:cNvPr>
          <p:cNvGrpSpPr/>
          <p:nvPr/>
        </p:nvGrpSpPr>
        <p:grpSpPr>
          <a:xfrm>
            <a:off x="9144000" y="548795"/>
            <a:ext cx="1148576" cy="1157342"/>
            <a:chOff x="6707406" y="2945444"/>
            <a:chExt cx="398498" cy="397361"/>
          </a:xfrm>
        </p:grpSpPr>
        <p:sp>
          <p:nvSpPr>
            <p:cNvPr id="4" name="Google Shape;3044;p44">
              <a:extLst>
                <a:ext uri="{FF2B5EF4-FFF2-40B4-BE49-F238E27FC236}">
                  <a16:creationId xmlns:a16="http://schemas.microsoft.com/office/drawing/2014/main" id="{78A90185-43E2-3AD3-D597-593C11A668F9}"/>
                </a:ext>
              </a:extLst>
            </p:cNvPr>
            <p:cNvSpPr/>
            <p:nvPr/>
          </p:nvSpPr>
          <p:spPr>
            <a:xfrm>
              <a:off x="6707406" y="2945444"/>
              <a:ext cx="322803" cy="296935"/>
            </a:xfrm>
            <a:custGeom>
              <a:avLst/>
              <a:gdLst/>
              <a:ahLst/>
              <a:cxnLst/>
              <a:rect l="l" t="t" r="r" b="b"/>
              <a:pathLst>
                <a:path w="9646" h="8873" extrusionOk="0">
                  <a:moveTo>
                    <a:pt x="4418" y="374"/>
                  </a:moveTo>
                  <a:cubicBezTo>
                    <a:pt x="4451" y="374"/>
                    <a:pt x="4478" y="395"/>
                    <a:pt x="4525" y="395"/>
                  </a:cubicBezTo>
                  <a:cubicBezTo>
                    <a:pt x="4597" y="442"/>
                    <a:pt x="4668" y="562"/>
                    <a:pt x="4597" y="657"/>
                  </a:cubicBezTo>
                  <a:lnTo>
                    <a:pt x="3025" y="3800"/>
                  </a:lnTo>
                  <a:cubicBezTo>
                    <a:pt x="2974" y="3869"/>
                    <a:pt x="2898" y="3925"/>
                    <a:pt x="2833" y="3925"/>
                  </a:cubicBezTo>
                  <a:cubicBezTo>
                    <a:pt x="2807" y="3925"/>
                    <a:pt x="2783" y="3916"/>
                    <a:pt x="2763" y="3896"/>
                  </a:cubicBezTo>
                  <a:cubicBezTo>
                    <a:pt x="2668" y="3848"/>
                    <a:pt x="2644" y="3729"/>
                    <a:pt x="2668" y="3634"/>
                  </a:cubicBezTo>
                  <a:lnTo>
                    <a:pt x="4240" y="466"/>
                  </a:lnTo>
                  <a:cubicBezTo>
                    <a:pt x="4287" y="419"/>
                    <a:pt x="4311" y="395"/>
                    <a:pt x="4359" y="395"/>
                  </a:cubicBezTo>
                  <a:cubicBezTo>
                    <a:pt x="4382" y="379"/>
                    <a:pt x="4401" y="374"/>
                    <a:pt x="4418" y="374"/>
                  </a:cubicBezTo>
                  <a:close/>
                  <a:moveTo>
                    <a:pt x="5192" y="371"/>
                  </a:moveTo>
                  <a:cubicBezTo>
                    <a:pt x="5264" y="371"/>
                    <a:pt x="5359" y="395"/>
                    <a:pt x="5383" y="466"/>
                  </a:cubicBezTo>
                  <a:lnTo>
                    <a:pt x="6954" y="3634"/>
                  </a:lnTo>
                  <a:cubicBezTo>
                    <a:pt x="6978" y="3729"/>
                    <a:pt x="6954" y="3848"/>
                    <a:pt x="6859" y="3896"/>
                  </a:cubicBezTo>
                  <a:cubicBezTo>
                    <a:pt x="6838" y="3916"/>
                    <a:pt x="6813" y="3925"/>
                    <a:pt x="6786" y="3925"/>
                  </a:cubicBezTo>
                  <a:cubicBezTo>
                    <a:pt x="6722" y="3925"/>
                    <a:pt x="6648" y="3875"/>
                    <a:pt x="6597" y="3824"/>
                  </a:cubicBezTo>
                  <a:lnTo>
                    <a:pt x="5025" y="657"/>
                  </a:lnTo>
                  <a:cubicBezTo>
                    <a:pt x="4954" y="562"/>
                    <a:pt x="5025" y="442"/>
                    <a:pt x="5121" y="395"/>
                  </a:cubicBezTo>
                  <a:cubicBezTo>
                    <a:pt x="5144" y="395"/>
                    <a:pt x="5168" y="371"/>
                    <a:pt x="5192" y="371"/>
                  </a:cubicBezTo>
                  <a:close/>
                  <a:moveTo>
                    <a:pt x="4811" y="1014"/>
                  </a:moveTo>
                  <a:lnTo>
                    <a:pt x="6264" y="3943"/>
                  </a:lnTo>
                  <a:cubicBezTo>
                    <a:pt x="6311" y="3991"/>
                    <a:pt x="6335" y="4015"/>
                    <a:pt x="6359" y="4086"/>
                  </a:cubicBezTo>
                  <a:lnTo>
                    <a:pt x="3263" y="4086"/>
                  </a:lnTo>
                  <a:cubicBezTo>
                    <a:pt x="3287" y="4038"/>
                    <a:pt x="3335" y="3991"/>
                    <a:pt x="3358" y="3943"/>
                  </a:cubicBezTo>
                  <a:lnTo>
                    <a:pt x="3477" y="3657"/>
                  </a:lnTo>
                  <a:lnTo>
                    <a:pt x="5406" y="3657"/>
                  </a:lnTo>
                  <a:cubicBezTo>
                    <a:pt x="5502" y="3657"/>
                    <a:pt x="5597" y="3586"/>
                    <a:pt x="5597" y="3491"/>
                  </a:cubicBezTo>
                  <a:cubicBezTo>
                    <a:pt x="5597" y="3395"/>
                    <a:pt x="5502" y="3300"/>
                    <a:pt x="5406" y="3300"/>
                  </a:cubicBezTo>
                  <a:lnTo>
                    <a:pt x="3620" y="3300"/>
                  </a:lnTo>
                  <a:lnTo>
                    <a:pt x="4811" y="1014"/>
                  </a:lnTo>
                  <a:close/>
                  <a:moveTo>
                    <a:pt x="9098" y="3681"/>
                  </a:moveTo>
                  <a:cubicBezTo>
                    <a:pt x="9217" y="3681"/>
                    <a:pt x="9312" y="3776"/>
                    <a:pt x="9312" y="3896"/>
                  </a:cubicBezTo>
                  <a:cubicBezTo>
                    <a:pt x="9288" y="3991"/>
                    <a:pt x="9193" y="4086"/>
                    <a:pt x="9098" y="4086"/>
                  </a:cubicBezTo>
                  <a:lnTo>
                    <a:pt x="7169" y="4086"/>
                  </a:lnTo>
                  <a:cubicBezTo>
                    <a:pt x="7264" y="3967"/>
                    <a:pt x="7312" y="3848"/>
                    <a:pt x="7312" y="3681"/>
                  </a:cubicBezTo>
                  <a:close/>
                  <a:moveTo>
                    <a:pt x="2406" y="4443"/>
                  </a:moveTo>
                  <a:lnTo>
                    <a:pt x="2501" y="5563"/>
                  </a:lnTo>
                  <a:lnTo>
                    <a:pt x="905" y="5563"/>
                  </a:lnTo>
                  <a:lnTo>
                    <a:pt x="739" y="4443"/>
                  </a:lnTo>
                  <a:close/>
                  <a:moveTo>
                    <a:pt x="4668" y="4443"/>
                  </a:moveTo>
                  <a:lnTo>
                    <a:pt x="4668" y="5563"/>
                  </a:lnTo>
                  <a:lnTo>
                    <a:pt x="2882" y="5563"/>
                  </a:lnTo>
                  <a:lnTo>
                    <a:pt x="2787" y="4443"/>
                  </a:lnTo>
                  <a:close/>
                  <a:moveTo>
                    <a:pt x="6859" y="4443"/>
                  </a:moveTo>
                  <a:lnTo>
                    <a:pt x="6740" y="5563"/>
                  </a:lnTo>
                  <a:lnTo>
                    <a:pt x="5002" y="5563"/>
                  </a:lnTo>
                  <a:lnTo>
                    <a:pt x="5002" y="4443"/>
                  </a:lnTo>
                  <a:close/>
                  <a:moveTo>
                    <a:pt x="8860" y="4443"/>
                  </a:moveTo>
                  <a:lnTo>
                    <a:pt x="8693" y="5563"/>
                  </a:lnTo>
                  <a:lnTo>
                    <a:pt x="7097" y="5563"/>
                  </a:lnTo>
                  <a:lnTo>
                    <a:pt x="7192" y="4443"/>
                  </a:lnTo>
                  <a:close/>
                  <a:moveTo>
                    <a:pt x="2549" y="5920"/>
                  </a:moveTo>
                  <a:lnTo>
                    <a:pt x="2644" y="7063"/>
                  </a:lnTo>
                  <a:lnTo>
                    <a:pt x="1191" y="7063"/>
                  </a:lnTo>
                  <a:lnTo>
                    <a:pt x="1001" y="5920"/>
                  </a:lnTo>
                  <a:close/>
                  <a:moveTo>
                    <a:pt x="4644" y="5920"/>
                  </a:moveTo>
                  <a:lnTo>
                    <a:pt x="4644" y="7063"/>
                  </a:lnTo>
                  <a:lnTo>
                    <a:pt x="3001" y="7063"/>
                  </a:lnTo>
                  <a:lnTo>
                    <a:pt x="2906" y="5920"/>
                  </a:lnTo>
                  <a:close/>
                  <a:moveTo>
                    <a:pt x="2644" y="7372"/>
                  </a:moveTo>
                  <a:lnTo>
                    <a:pt x="2739" y="8516"/>
                  </a:lnTo>
                  <a:lnTo>
                    <a:pt x="1739" y="8516"/>
                  </a:lnTo>
                  <a:lnTo>
                    <a:pt x="1739" y="8539"/>
                  </a:lnTo>
                  <a:cubicBezTo>
                    <a:pt x="1572" y="8539"/>
                    <a:pt x="1382" y="8396"/>
                    <a:pt x="1358" y="8230"/>
                  </a:cubicBezTo>
                  <a:lnTo>
                    <a:pt x="1215" y="7372"/>
                  </a:lnTo>
                  <a:close/>
                  <a:moveTo>
                    <a:pt x="4644" y="7420"/>
                  </a:moveTo>
                  <a:lnTo>
                    <a:pt x="4644" y="8539"/>
                  </a:lnTo>
                  <a:lnTo>
                    <a:pt x="3120" y="8539"/>
                  </a:lnTo>
                  <a:lnTo>
                    <a:pt x="3025" y="7420"/>
                  </a:lnTo>
                  <a:close/>
                  <a:moveTo>
                    <a:pt x="5171" y="0"/>
                  </a:moveTo>
                  <a:cubicBezTo>
                    <a:pt x="5089" y="0"/>
                    <a:pt x="5007" y="20"/>
                    <a:pt x="4930" y="61"/>
                  </a:cubicBezTo>
                  <a:cubicBezTo>
                    <a:pt x="4882" y="85"/>
                    <a:pt x="4835" y="109"/>
                    <a:pt x="4811" y="157"/>
                  </a:cubicBezTo>
                  <a:cubicBezTo>
                    <a:pt x="4787" y="109"/>
                    <a:pt x="4716" y="85"/>
                    <a:pt x="4692" y="61"/>
                  </a:cubicBezTo>
                  <a:cubicBezTo>
                    <a:pt x="4617" y="31"/>
                    <a:pt x="4532" y="1"/>
                    <a:pt x="4444" y="1"/>
                  </a:cubicBezTo>
                  <a:cubicBezTo>
                    <a:pt x="4392" y="1"/>
                    <a:pt x="4340" y="11"/>
                    <a:pt x="4287" y="38"/>
                  </a:cubicBezTo>
                  <a:cubicBezTo>
                    <a:pt x="4120" y="85"/>
                    <a:pt x="4049" y="180"/>
                    <a:pt x="3954" y="300"/>
                  </a:cubicBezTo>
                  <a:lnTo>
                    <a:pt x="2382" y="3443"/>
                  </a:lnTo>
                  <a:cubicBezTo>
                    <a:pt x="2263" y="3657"/>
                    <a:pt x="2311" y="3943"/>
                    <a:pt x="2453" y="4086"/>
                  </a:cubicBezTo>
                  <a:lnTo>
                    <a:pt x="524" y="4086"/>
                  </a:lnTo>
                  <a:cubicBezTo>
                    <a:pt x="405" y="4086"/>
                    <a:pt x="310" y="3991"/>
                    <a:pt x="310" y="3872"/>
                  </a:cubicBezTo>
                  <a:cubicBezTo>
                    <a:pt x="310" y="3753"/>
                    <a:pt x="405" y="3657"/>
                    <a:pt x="524" y="3657"/>
                  </a:cubicBezTo>
                  <a:lnTo>
                    <a:pt x="1787" y="3657"/>
                  </a:lnTo>
                  <a:cubicBezTo>
                    <a:pt x="1858" y="3657"/>
                    <a:pt x="1953" y="3586"/>
                    <a:pt x="1953" y="3491"/>
                  </a:cubicBezTo>
                  <a:cubicBezTo>
                    <a:pt x="1953" y="3395"/>
                    <a:pt x="1858" y="3300"/>
                    <a:pt x="1787" y="3300"/>
                  </a:cubicBezTo>
                  <a:lnTo>
                    <a:pt x="524" y="3300"/>
                  </a:lnTo>
                  <a:cubicBezTo>
                    <a:pt x="239" y="3300"/>
                    <a:pt x="1" y="3538"/>
                    <a:pt x="1" y="3848"/>
                  </a:cubicBezTo>
                  <a:cubicBezTo>
                    <a:pt x="1" y="4086"/>
                    <a:pt x="167" y="4277"/>
                    <a:pt x="382" y="4372"/>
                  </a:cubicBezTo>
                  <a:lnTo>
                    <a:pt x="1025" y="8254"/>
                  </a:lnTo>
                  <a:cubicBezTo>
                    <a:pt x="1096" y="8611"/>
                    <a:pt x="1382" y="8873"/>
                    <a:pt x="1739" y="8873"/>
                  </a:cubicBezTo>
                  <a:lnTo>
                    <a:pt x="5907" y="8873"/>
                  </a:lnTo>
                  <a:cubicBezTo>
                    <a:pt x="6002" y="8873"/>
                    <a:pt x="6097" y="8777"/>
                    <a:pt x="6097" y="8706"/>
                  </a:cubicBezTo>
                  <a:cubicBezTo>
                    <a:pt x="6097" y="8611"/>
                    <a:pt x="6002" y="8516"/>
                    <a:pt x="5907" y="8516"/>
                  </a:cubicBezTo>
                  <a:lnTo>
                    <a:pt x="4954" y="8516"/>
                  </a:lnTo>
                  <a:lnTo>
                    <a:pt x="4954" y="7372"/>
                  </a:lnTo>
                  <a:lnTo>
                    <a:pt x="5716" y="7372"/>
                  </a:lnTo>
                  <a:cubicBezTo>
                    <a:pt x="5787" y="7372"/>
                    <a:pt x="5883" y="7301"/>
                    <a:pt x="5883" y="7206"/>
                  </a:cubicBezTo>
                  <a:cubicBezTo>
                    <a:pt x="5883" y="7110"/>
                    <a:pt x="5787" y="7015"/>
                    <a:pt x="5716" y="7015"/>
                  </a:cubicBezTo>
                  <a:lnTo>
                    <a:pt x="4954" y="7015"/>
                  </a:lnTo>
                  <a:lnTo>
                    <a:pt x="4954" y="5896"/>
                  </a:lnTo>
                  <a:lnTo>
                    <a:pt x="6692" y="5896"/>
                  </a:lnTo>
                  <a:lnTo>
                    <a:pt x="6669" y="6301"/>
                  </a:lnTo>
                  <a:cubicBezTo>
                    <a:pt x="6669" y="6396"/>
                    <a:pt x="6716" y="6491"/>
                    <a:pt x="6811" y="6491"/>
                  </a:cubicBezTo>
                  <a:lnTo>
                    <a:pt x="6835" y="6491"/>
                  </a:lnTo>
                  <a:cubicBezTo>
                    <a:pt x="6931" y="6491"/>
                    <a:pt x="7026" y="6420"/>
                    <a:pt x="7026" y="6348"/>
                  </a:cubicBezTo>
                  <a:lnTo>
                    <a:pt x="7050" y="5896"/>
                  </a:lnTo>
                  <a:lnTo>
                    <a:pt x="8812" y="5896"/>
                  </a:lnTo>
                  <a:cubicBezTo>
                    <a:pt x="8883" y="5896"/>
                    <a:pt x="8955" y="5825"/>
                    <a:pt x="8979" y="5753"/>
                  </a:cubicBezTo>
                  <a:lnTo>
                    <a:pt x="9217" y="4372"/>
                  </a:lnTo>
                  <a:cubicBezTo>
                    <a:pt x="9455" y="4324"/>
                    <a:pt x="9598" y="4110"/>
                    <a:pt x="9598" y="3848"/>
                  </a:cubicBezTo>
                  <a:cubicBezTo>
                    <a:pt x="9645" y="3610"/>
                    <a:pt x="9407" y="3348"/>
                    <a:pt x="9098" y="3348"/>
                  </a:cubicBezTo>
                  <a:lnTo>
                    <a:pt x="7192" y="3348"/>
                  </a:lnTo>
                  <a:lnTo>
                    <a:pt x="5668" y="300"/>
                  </a:lnTo>
                  <a:cubicBezTo>
                    <a:pt x="5567" y="114"/>
                    <a:pt x="5371" y="0"/>
                    <a:pt x="517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3045;p44">
              <a:extLst>
                <a:ext uri="{FF2B5EF4-FFF2-40B4-BE49-F238E27FC236}">
                  <a16:creationId xmlns:a16="http://schemas.microsoft.com/office/drawing/2014/main" id="{8B95E213-F8A6-3D46-A3D8-332A95635E54}"/>
                </a:ext>
              </a:extLst>
            </p:cNvPr>
            <p:cNvSpPr/>
            <p:nvPr/>
          </p:nvSpPr>
          <p:spPr>
            <a:xfrm>
              <a:off x="6919404" y="3157877"/>
              <a:ext cx="186500" cy="184928"/>
            </a:xfrm>
            <a:custGeom>
              <a:avLst/>
              <a:gdLst/>
              <a:ahLst/>
              <a:cxnLst/>
              <a:rect l="l" t="t" r="r" b="b"/>
              <a:pathLst>
                <a:path w="5573" h="5526" extrusionOk="0">
                  <a:moveTo>
                    <a:pt x="2763" y="358"/>
                  </a:moveTo>
                  <a:lnTo>
                    <a:pt x="5216" y="1048"/>
                  </a:lnTo>
                  <a:cubicBezTo>
                    <a:pt x="5168" y="1286"/>
                    <a:pt x="5144" y="1882"/>
                    <a:pt x="4930" y="2525"/>
                  </a:cubicBezTo>
                  <a:cubicBezTo>
                    <a:pt x="4763" y="3072"/>
                    <a:pt x="4525" y="3549"/>
                    <a:pt x="4192" y="3954"/>
                  </a:cubicBezTo>
                  <a:cubicBezTo>
                    <a:pt x="3810" y="4454"/>
                    <a:pt x="3334" y="4859"/>
                    <a:pt x="2763" y="5168"/>
                  </a:cubicBezTo>
                  <a:cubicBezTo>
                    <a:pt x="1691" y="4573"/>
                    <a:pt x="977" y="3692"/>
                    <a:pt x="596" y="2525"/>
                  </a:cubicBezTo>
                  <a:cubicBezTo>
                    <a:pt x="381" y="1834"/>
                    <a:pt x="334" y="1286"/>
                    <a:pt x="334" y="1048"/>
                  </a:cubicBezTo>
                  <a:lnTo>
                    <a:pt x="2763" y="358"/>
                  </a:lnTo>
                  <a:close/>
                  <a:moveTo>
                    <a:pt x="2739" y="0"/>
                  </a:moveTo>
                  <a:lnTo>
                    <a:pt x="143" y="739"/>
                  </a:lnTo>
                  <a:cubicBezTo>
                    <a:pt x="72" y="762"/>
                    <a:pt x="24" y="834"/>
                    <a:pt x="24" y="882"/>
                  </a:cubicBezTo>
                  <a:cubicBezTo>
                    <a:pt x="24" y="929"/>
                    <a:pt x="0" y="1667"/>
                    <a:pt x="286" y="2620"/>
                  </a:cubicBezTo>
                  <a:cubicBezTo>
                    <a:pt x="596" y="3477"/>
                    <a:pt x="1239" y="4692"/>
                    <a:pt x="2715" y="5502"/>
                  </a:cubicBezTo>
                  <a:cubicBezTo>
                    <a:pt x="2739" y="5502"/>
                    <a:pt x="2763" y="5525"/>
                    <a:pt x="2786" y="5525"/>
                  </a:cubicBezTo>
                  <a:cubicBezTo>
                    <a:pt x="2834" y="5525"/>
                    <a:pt x="2858" y="5525"/>
                    <a:pt x="2882" y="5502"/>
                  </a:cubicBezTo>
                  <a:cubicBezTo>
                    <a:pt x="4358" y="4739"/>
                    <a:pt x="5025" y="3549"/>
                    <a:pt x="5335" y="2644"/>
                  </a:cubicBezTo>
                  <a:cubicBezTo>
                    <a:pt x="5573" y="1691"/>
                    <a:pt x="5525" y="905"/>
                    <a:pt x="5525" y="882"/>
                  </a:cubicBezTo>
                  <a:cubicBezTo>
                    <a:pt x="5525" y="834"/>
                    <a:pt x="5478" y="739"/>
                    <a:pt x="5406" y="739"/>
                  </a:cubicBezTo>
                  <a:lnTo>
                    <a:pt x="283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" name="Google Shape;3046;p44">
              <a:extLst>
                <a:ext uri="{FF2B5EF4-FFF2-40B4-BE49-F238E27FC236}">
                  <a16:creationId xmlns:a16="http://schemas.microsoft.com/office/drawing/2014/main" id="{01D6B2F3-83F8-3773-E954-DE7ADCEC545E}"/>
                </a:ext>
              </a:extLst>
            </p:cNvPr>
            <p:cNvSpPr/>
            <p:nvPr/>
          </p:nvSpPr>
          <p:spPr>
            <a:xfrm>
              <a:off x="6943298" y="3182574"/>
              <a:ext cx="135533" cy="131551"/>
            </a:xfrm>
            <a:custGeom>
              <a:avLst/>
              <a:gdLst/>
              <a:ahLst/>
              <a:cxnLst/>
              <a:rect l="l" t="t" r="r" b="b"/>
              <a:pathLst>
                <a:path w="4050" h="3931" extrusionOk="0">
                  <a:moveTo>
                    <a:pt x="2049" y="358"/>
                  </a:moveTo>
                  <a:lnTo>
                    <a:pt x="3692" y="834"/>
                  </a:lnTo>
                  <a:cubicBezTo>
                    <a:pt x="3573" y="1572"/>
                    <a:pt x="3216" y="2739"/>
                    <a:pt x="2049" y="3549"/>
                  </a:cubicBezTo>
                  <a:cubicBezTo>
                    <a:pt x="858" y="2716"/>
                    <a:pt x="501" y="1549"/>
                    <a:pt x="405" y="834"/>
                  </a:cubicBezTo>
                  <a:lnTo>
                    <a:pt x="2049" y="358"/>
                  </a:lnTo>
                  <a:close/>
                  <a:moveTo>
                    <a:pt x="2001" y="1"/>
                  </a:moveTo>
                  <a:lnTo>
                    <a:pt x="143" y="548"/>
                  </a:lnTo>
                  <a:cubicBezTo>
                    <a:pt x="48" y="572"/>
                    <a:pt x="1" y="620"/>
                    <a:pt x="24" y="715"/>
                  </a:cubicBezTo>
                  <a:cubicBezTo>
                    <a:pt x="120" y="1501"/>
                    <a:pt x="477" y="2930"/>
                    <a:pt x="1930" y="3906"/>
                  </a:cubicBezTo>
                  <a:cubicBezTo>
                    <a:pt x="1953" y="3930"/>
                    <a:pt x="2001" y="3930"/>
                    <a:pt x="2025" y="3930"/>
                  </a:cubicBezTo>
                  <a:cubicBezTo>
                    <a:pt x="2049" y="3930"/>
                    <a:pt x="2072" y="3930"/>
                    <a:pt x="2096" y="3906"/>
                  </a:cubicBezTo>
                  <a:cubicBezTo>
                    <a:pt x="3573" y="2977"/>
                    <a:pt x="3930" y="1525"/>
                    <a:pt x="4001" y="715"/>
                  </a:cubicBezTo>
                  <a:cubicBezTo>
                    <a:pt x="4049" y="667"/>
                    <a:pt x="4025" y="572"/>
                    <a:pt x="3930" y="548"/>
                  </a:cubicBezTo>
                  <a:lnTo>
                    <a:pt x="2072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7" name="Google Shape;2247;p29"/>
          <p:cNvSpPr/>
          <p:nvPr/>
        </p:nvSpPr>
        <p:spPr>
          <a:xfrm rot="5400000">
            <a:off x="-968075" y="2409225"/>
            <a:ext cx="3810000" cy="229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6" name="Google Shape;2266;p29"/>
          <p:cNvSpPr txBox="1">
            <a:spLocks noGrp="1"/>
          </p:cNvSpPr>
          <p:nvPr>
            <p:ph type="ctrTitle" idx="15"/>
          </p:nvPr>
        </p:nvSpPr>
        <p:spPr>
          <a:xfrm>
            <a:off x="822025" y="202523"/>
            <a:ext cx="7168499" cy="44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nkGothic Lt BT" panose="020B0607020203060204" pitchFamily="34" charset="0"/>
              </a:rPr>
              <a:t>Customer Lifetime Value (CLV)</a:t>
            </a:r>
            <a:endParaRPr sz="2000" dirty="0"/>
          </a:p>
        </p:txBody>
      </p:sp>
      <p:grpSp>
        <p:nvGrpSpPr>
          <p:cNvPr id="38" name="Google Shape;3043;p44">
            <a:extLst>
              <a:ext uri="{FF2B5EF4-FFF2-40B4-BE49-F238E27FC236}">
                <a16:creationId xmlns:a16="http://schemas.microsoft.com/office/drawing/2014/main" id="{9A72DE05-BD3B-2A82-D308-E4C2A3D60277}"/>
              </a:ext>
            </a:extLst>
          </p:cNvPr>
          <p:cNvGrpSpPr/>
          <p:nvPr/>
        </p:nvGrpSpPr>
        <p:grpSpPr>
          <a:xfrm>
            <a:off x="7524318" y="401817"/>
            <a:ext cx="735948" cy="771926"/>
            <a:chOff x="6707406" y="2945444"/>
            <a:chExt cx="398498" cy="397361"/>
          </a:xfrm>
        </p:grpSpPr>
        <p:sp>
          <p:nvSpPr>
            <p:cNvPr id="39" name="Google Shape;3044;p44">
              <a:extLst>
                <a:ext uri="{FF2B5EF4-FFF2-40B4-BE49-F238E27FC236}">
                  <a16:creationId xmlns:a16="http://schemas.microsoft.com/office/drawing/2014/main" id="{6464DB0E-0537-7392-7B90-D4B361DBEBDA}"/>
                </a:ext>
              </a:extLst>
            </p:cNvPr>
            <p:cNvSpPr/>
            <p:nvPr/>
          </p:nvSpPr>
          <p:spPr>
            <a:xfrm>
              <a:off x="6707406" y="2945444"/>
              <a:ext cx="322803" cy="296935"/>
            </a:xfrm>
            <a:custGeom>
              <a:avLst/>
              <a:gdLst/>
              <a:ahLst/>
              <a:cxnLst/>
              <a:rect l="l" t="t" r="r" b="b"/>
              <a:pathLst>
                <a:path w="9646" h="8873" extrusionOk="0">
                  <a:moveTo>
                    <a:pt x="4418" y="374"/>
                  </a:moveTo>
                  <a:cubicBezTo>
                    <a:pt x="4451" y="374"/>
                    <a:pt x="4478" y="395"/>
                    <a:pt x="4525" y="395"/>
                  </a:cubicBezTo>
                  <a:cubicBezTo>
                    <a:pt x="4597" y="442"/>
                    <a:pt x="4668" y="562"/>
                    <a:pt x="4597" y="657"/>
                  </a:cubicBezTo>
                  <a:lnTo>
                    <a:pt x="3025" y="3800"/>
                  </a:lnTo>
                  <a:cubicBezTo>
                    <a:pt x="2974" y="3869"/>
                    <a:pt x="2898" y="3925"/>
                    <a:pt x="2833" y="3925"/>
                  </a:cubicBezTo>
                  <a:cubicBezTo>
                    <a:pt x="2807" y="3925"/>
                    <a:pt x="2783" y="3916"/>
                    <a:pt x="2763" y="3896"/>
                  </a:cubicBezTo>
                  <a:cubicBezTo>
                    <a:pt x="2668" y="3848"/>
                    <a:pt x="2644" y="3729"/>
                    <a:pt x="2668" y="3634"/>
                  </a:cubicBezTo>
                  <a:lnTo>
                    <a:pt x="4240" y="466"/>
                  </a:lnTo>
                  <a:cubicBezTo>
                    <a:pt x="4287" y="419"/>
                    <a:pt x="4311" y="395"/>
                    <a:pt x="4359" y="395"/>
                  </a:cubicBezTo>
                  <a:cubicBezTo>
                    <a:pt x="4382" y="379"/>
                    <a:pt x="4401" y="374"/>
                    <a:pt x="4418" y="374"/>
                  </a:cubicBezTo>
                  <a:close/>
                  <a:moveTo>
                    <a:pt x="5192" y="371"/>
                  </a:moveTo>
                  <a:cubicBezTo>
                    <a:pt x="5264" y="371"/>
                    <a:pt x="5359" y="395"/>
                    <a:pt x="5383" y="466"/>
                  </a:cubicBezTo>
                  <a:lnTo>
                    <a:pt x="6954" y="3634"/>
                  </a:lnTo>
                  <a:cubicBezTo>
                    <a:pt x="6978" y="3729"/>
                    <a:pt x="6954" y="3848"/>
                    <a:pt x="6859" y="3896"/>
                  </a:cubicBezTo>
                  <a:cubicBezTo>
                    <a:pt x="6838" y="3916"/>
                    <a:pt x="6813" y="3925"/>
                    <a:pt x="6786" y="3925"/>
                  </a:cubicBezTo>
                  <a:cubicBezTo>
                    <a:pt x="6722" y="3925"/>
                    <a:pt x="6648" y="3875"/>
                    <a:pt x="6597" y="3824"/>
                  </a:cubicBezTo>
                  <a:lnTo>
                    <a:pt x="5025" y="657"/>
                  </a:lnTo>
                  <a:cubicBezTo>
                    <a:pt x="4954" y="562"/>
                    <a:pt x="5025" y="442"/>
                    <a:pt x="5121" y="395"/>
                  </a:cubicBezTo>
                  <a:cubicBezTo>
                    <a:pt x="5144" y="395"/>
                    <a:pt x="5168" y="371"/>
                    <a:pt x="5192" y="371"/>
                  </a:cubicBezTo>
                  <a:close/>
                  <a:moveTo>
                    <a:pt x="4811" y="1014"/>
                  </a:moveTo>
                  <a:lnTo>
                    <a:pt x="6264" y="3943"/>
                  </a:lnTo>
                  <a:cubicBezTo>
                    <a:pt x="6311" y="3991"/>
                    <a:pt x="6335" y="4015"/>
                    <a:pt x="6359" y="4086"/>
                  </a:cubicBezTo>
                  <a:lnTo>
                    <a:pt x="3263" y="4086"/>
                  </a:lnTo>
                  <a:cubicBezTo>
                    <a:pt x="3287" y="4038"/>
                    <a:pt x="3335" y="3991"/>
                    <a:pt x="3358" y="3943"/>
                  </a:cubicBezTo>
                  <a:lnTo>
                    <a:pt x="3477" y="3657"/>
                  </a:lnTo>
                  <a:lnTo>
                    <a:pt x="5406" y="3657"/>
                  </a:lnTo>
                  <a:cubicBezTo>
                    <a:pt x="5502" y="3657"/>
                    <a:pt x="5597" y="3586"/>
                    <a:pt x="5597" y="3491"/>
                  </a:cubicBezTo>
                  <a:cubicBezTo>
                    <a:pt x="5597" y="3395"/>
                    <a:pt x="5502" y="3300"/>
                    <a:pt x="5406" y="3300"/>
                  </a:cubicBezTo>
                  <a:lnTo>
                    <a:pt x="3620" y="3300"/>
                  </a:lnTo>
                  <a:lnTo>
                    <a:pt x="4811" y="1014"/>
                  </a:lnTo>
                  <a:close/>
                  <a:moveTo>
                    <a:pt x="9098" y="3681"/>
                  </a:moveTo>
                  <a:cubicBezTo>
                    <a:pt x="9217" y="3681"/>
                    <a:pt x="9312" y="3776"/>
                    <a:pt x="9312" y="3896"/>
                  </a:cubicBezTo>
                  <a:cubicBezTo>
                    <a:pt x="9288" y="3991"/>
                    <a:pt x="9193" y="4086"/>
                    <a:pt x="9098" y="4086"/>
                  </a:cubicBezTo>
                  <a:lnTo>
                    <a:pt x="7169" y="4086"/>
                  </a:lnTo>
                  <a:cubicBezTo>
                    <a:pt x="7264" y="3967"/>
                    <a:pt x="7312" y="3848"/>
                    <a:pt x="7312" y="3681"/>
                  </a:cubicBezTo>
                  <a:close/>
                  <a:moveTo>
                    <a:pt x="2406" y="4443"/>
                  </a:moveTo>
                  <a:lnTo>
                    <a:pt x="2501" y="5563"/>
                  </a:lnTo>
                  <a:lnTo>
                    <a:pt x="905" y="5563"/>
                  </a:lnTo>
                  <a:lnTo>
                    <a:pt x="739" y="4443"/>
                  </a:lnTo>
                  <a:close/>
                  <a:moveTo>
                    <a:pt x="4668" y="4443"/>
                  </a:moveTo>
                  <a:lnTo>
                    <a:pt x="4668" y="5563"/>
                  </a:lnTo>
                  <a:lnTo>
                    <a:pt x="2882" y="5563"/>
                  </a:lnTo>
                  <a:lnTo>
                    <a:pt x="2787" y="4443"/>
                  </a:lnTo>
                  <a:close/>
                  <a:moveTo>
                    <a:pt x="6859" y="4443"/>
                  </a:moveTo>
                  <a:lnTo>
                    <a:pt x="6740" y="5563"/>
                  </a:lnTo>
                  <a:lnTo>
                    <a:pt x="5002" y="5563"/>
                  </a:lnTo>
                  <a:lnTo>
                    <a:pt x="5002" y="4443"/>
                  </a:lnTo>
                  <a:close/>
                  <a:moveTo>
                    <a:pt x="8860" y="4443"/>
                  </a:moveTo>
                  <a:lnTo>
                    <a:pt x="8693" y="5563"/>
                  </a:lnTo>
                  <a:lnTo>
                    <a:pt x="7097" y="5563"/>
                  </a:lnTo>
                  <a:lnTo>
                    <a:pt x="7192" y="4443"/>
                  </a:lnTo>
                  <a:close/>
                  <a:moveTo>
                    <a:pt x="2549" y="5920"/>
                  </a:moveTo>
                  <a:lnTo>
                    <a:pt x="2644" y="7063"/>
                  </a:lnTo>
                  <a:lnTo>
                    <a:pt x="1191" y="7063"/>
                  </a:lnTo>
                  <a:lnTo>
                    <a:pt x="1001" y="5920"/>
                  </a:lnTo>
                  <a:close/>
                  <a:moveTo>
                    <a:pt x="4644" y="5920"/>
                  </a:moveTo>
                  <a:lnTo>
                    <a:pt x="4644" y="7063"/>
                  </a:lnTo>
                  <a:lnTo>
                    <a:pt x="3001" y="7063"/>
                  </a:lnTo>
                  <a:lnTo>
                    <a:pt x="2906" y="5920"/>
                  </a:lnTo>
                  <a:close/>
                  <a:moveTo>
                    <a:pt x="2644" y="7372"/>
                  </a:moveTo>
                  <a:lnTo>
                    <a:pt x="2739" y="8516"/>
                  </a:lnTo>
                  <a:lnTo>
                    <a:pt x="1739" y="8516"/>
                  </a:lnTo>
                  <a:lnTo>
                    <a:pt x="1739" y="8539"/>
                  </a:lnTo>
                  <a:cubicBezTo>
                    <a:pt x="1572" y="8539"/>
                    <a:pt x="1382" y="8396"/>
                    <a:pt x="1358" y="8230"/>
                  </a:cubicBezTo>
                  <a:lnTo>
                    <a:pt x="1215" y="7372"/>
                  </a:lnTo>
                  <a:close/>
                  <a:moveTo>
                    <a:pt x="4644" y="7420"/>
                  </a:moveTo>
                  <a:lnTo>
                    <a:pt x="4644" y="8539"/>
                  </a:lnTo>
                  <a:lnTo>
                    <a:pt x="3120" y="8539"/>
                  </a:lnTo>
                  <a:lnTo>
                    <a:pt x="3025" y="7420"/>
                  </a:lnTo>
                  <a:close/>
                  <a:moveTo>
                    <a:pt x="5171" y="0"/>
                  </a:moveTo>
                  <a:cubicBezTo>
                    <a:pt x="5089" y="0"/>
                    <a:pt x="5007" y="20"/>
                    <a:pt x="4930" y="61"/>
                  </a:cubicBezTo>
                  <a:cubicBezTo>
                    <a:pt x="4882" y="85"/>
                    <a:pt x="4835" y="109"/>
                    <a:pt x="4811" y="157"/>
                  </a:cubicBezTo>
                  <a:cubicBezTo>
                    <a:pt x="4787" y="109"/>
                    <a:pt x="4716" y="85"/>
                    <a:pt x="4692" y="61"/>
                  </a:cubicBezTo>
                  <a:cubicBezTo>
                    <a:pt x="4617" y="31"/>
                    <a:pt x="4532" y="1"/>
                    <a:pt x="4444" y="1"/>
                  </a:cubicBezTo>
                  <a:cubicBezTo>
                    <a:pt x="4392" y="1"/>
                    <a:pt x="4340" y="11"/>
                    <a:pt x="4287" y="38"/>
                  </a:cubicBezTo>
                  <a:cubicBezTo>
                    <a:pt x="4120" y="85"/>
                    <a:pt x="4049" y="180"/>
                    <a:pt x="3954" y="300"/>
                  </a:cubicBezTo>
                  <a:lnTo>
                    <a:pt x="2382" y="3443"/>
                  </a:lnTo>
                  <a:cubicBezTo>
                    <a:pt x="2263" y="3657"/>
                    <a:pt x="2311" y="3943"/>
                    <a:pt x="2453" y="4086"/>
                  </a:cubicBezTo>
                  <a:lnTo>
                    <a:pt x="524" y="4086"/>
                  </a:lnTo>
                  <a:cubicBezTo>
                    <a:pt x="405" y="4086"/>
                    <a:pt x="310" y="3991"/>
                    <a:pt x="310" y="3872"/>
                  </a:cubicBezTo>
                  <a:cubicBezTo>
                    <a:pt x="310" y="3753"/>
                    <a:pt x="405" y="3657"/>
                    <a:pt x="524" y="3657"/>
                  </a:cubicBezTo>
                  <a:lnTo>
                    <a:pt x="1787" y="3657"/>
                  </a:lnTo>
                  <a:cubicBezTo>
                    <a:pt x="1858" y="3657"/>
                    <a:pt x="1953" y="3586"/>
                    <a:pt x="1953" y="3491"/>
                  </a:cubicBezTo>
                  <a:cubicBezTo>
                    <a:pt x="1953" y="3395"/>
                    <a:pt x="1858" y="3300"/>
                    <a:pt x="1787" y="3300"/>
                  </a:cubicBezTo>
                  <a:lnTo>
                    <a:pt x="524" y="3300"/>
                  </a:lnTo>
                  <a:cubicBezTo>
                    <a:pt x="239" y="3300"/>
                    <a:pt x="1" y="3538"/>
                    <a:pt x="1" y="3848"/>
                  </a:cubicBezTo>
                  <a:cubicBezTo>
                    <a:pt x="1" y="4086"/>
                    <a:pt x="167" y="4277"/>
                    <a:pt x="382" y="4372"/>
                  </a:cubicBezTo>
                  <a:lnTo>
                    <a:pt x="1025" y="8254"/>
                  </a:lnTo>
                  <a:cubicBezTo>
                    <a:pt x="1096" y="8611"/>
                    <a:pt x="1382" y="8873"/>
                    <a:pt x="1739" y="8873"/>
                  </a:cubicBezTo>
                  <a:lnTo>
                    <a:pt x="5907" y="8873"/>
                  </a:lnTo>
                  <a:cubicBezTo>
                    <a:pt x="6002" y="8873"/>
                    <a:pt x="6097" y="8777"/>
                    <a:pt x="6097" y="8706"/>
                  </a:cubicBezTo>
                  <a:cubicBezTo>
                    <a:pt x="6097" y="8611"/>
                    <a:pt x="6002" y="8516"/>
                    <a:pt x="5907" y="8516"/>
                  </a:cubicBezTo>
                  <a:lnTo>
                    <a:pt x="4954" y="8516"/>
                  </a:lnTo>
                  <a:lnTo>
                    <a:pt x="4954" y="7372"/>
                  </a:lnTo>
                  <a:lnTo>
                    <a:pt x="5716" y="7372"/>
                  </a:lnTo>
                  <a:cubicBezTo>
                    <a:pt x="5787" y="7372"/>
                    <a:pt x="5883" y="7301"/>
                    <a:pt x="5883" y="7206"/>
                  </a:cubicBezTo>
                  <a:cubicBezTo>
                    <a:pt x="5883" y="7110"/>
                    <a:pt x="5787" y="7015"/>
                    <a:pt x="5716" y="7015"/>
                  </a:cubicBezTo>
                  <a:lnTo>
                    <a:pt x="4954" y="7015"/>
                  </a:lnTo>
                  <a:lnTo>
                    <a:pt x="4954" y="5896"/>
                  </a:lnTo>
                  <a:lnTo>
                    <a:pt x="6692" y="5896"/>
                  </a:lnTo>
                  <a:lnTo>
                    <a:pt x="6669" y="6301"/>
                  </a:lnTo>
                  <a:cubicBezTo>
                    <a:pt x="6669" y="6396"/>
                    <a:pt x="6716" y="6491"/>
                    <a:pt x="6811" y="6491"/>
                  </a:cubicBezTo>
                  <a:lnTo>
                    <a:pt x="6835" y="6491"/>
                  </a:lnTo>
                  <a:cubicBezTo>
                    <a:pt x="6931" y="6491"/>
                    <a:pt x="7026" y="6420"/>
                    <a:pt x="7026" y="6348"/>
                  </a:cubicBezTo>
                  <a:lnTo>
                    <a:pt x="7050" y="5896"/>
                  </a:lnTo>
                  <a:lnTo>
                    <a:pt x="8812" y="5896"/>
                  </a:lnTo>
                  <a:cubicBezTo>
                    <a:pt x="8883" y="5896"/>
                    <a:pt x="8955" y="5825"/>
                    <a:pt x="8979" y="5753"/>
                  </a:cubicBezTo>
                  <a:lnTo>
                    <a:pt x="9217" y="4372"/>
                  </a:lnTo>
                  <a:cubicBezTo>
                    <a:pt x="9455" y="4324"/>
                    <a:pt x="9598" y="4110"/>
                    <a:pt x="9598" y="3848"/>
                  </a:cubicBezTo>
                  <a:cubicBezTo>
                    <a:pt x="9645" y="3610"/>
                    <a:pt x="9407" y="3348"/>
                    <a:pt x="9098" y="3348"/>
                  </a:cubicBezTo>
                  <a:lnTo>
                    <a:pt x="7192" y="3348"/>
                  </a:lnTo>
                  <a:lnTo>
                    <a:pt x="5668" y="300"/>
                  </a:lnTo>
                  <a:cubicBezTo>
                    <a:pt x="5567" y="114"/>
                    <a:pt x="5371" y="0"/>
                    <a:pt x="517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3045;p44">
              <a:extLst>
                <a:ext uri="{FF2B5EF4-FFF2-40B4-BE49-F238E27FC236}">
                  <a16:creationId xmlns:a16="http://schemas.microsoft.com/office/drawing/2014/main" id="{7141E631-E8EE-D545-0C4E-9D62F5AEC608}"/>
                </a:ext>
              </a:extLst>
            </p:cNvPr>
            <p:cNvSpPr/>
            <p:nvPr/>
          </p:nvSpPr>
          <p:spPr>
            <a:xfrm>
              <a:off x="6919404" y="3157877"/>
              <a:ext cx="186500" cy="184928"/>
            </a:xfrm>
            <a:custGeom>
              <a:avLst/>
              <a:gdLst/>
              <a:ahLst/>
              <a:cxnLst/>
              <a:rect l="l" t="t" r="r" b="b"/>
              <a:pathLst>
                <a:path w="5573" h="5526" extrusionOk="0">
                  <a:moveTo>
                    <a:pt x="2763" y="358"/>
                  </a:moveTo>
                  <a:lnTo>
                    <a:pt x="5216" y="1048"/>
                  </a:lnTo>
                  <a:cubicBezTo>
                    <a:pt x="5168" y="1286"/>
                    <a:pt x="5144" y="1882"/>
                    <a:pt x="4930" y="2525"/>
                  </a:cubicBezTo>
                  <a:cubicBezTo>
                    <a:pt x="4763" y="3072"/>
                    <a:pt x="4525" y="3549"/>
                    <a:pt x="4192" y="3954"/>
                  </a:cubicBezTo>
                  <a:cubicBezTo>
                    <a:pt x="3810" y="4454"/>
                    <a:pt x="3334" y="4859"/>
                    <a:pt x="2763" y="5168"/>
                  </a:cubicBezTo>
                  <a:cubicBezTo>
                    <a:pt x="1691" y="4573"/>
                    <a:pt x="977" y="3692"/>
                    <a:pt x="596" y="2525"/>
                  </a:cubicBezTo>
                  <a:cubicBezTo>
                    <a:pt x="381" y="1834"/>
                    <a:pt x="334" y="1286"/>
                    <a:pt x="334" y="1048"/>
                  </a:cubicBezTo>
                  <a:lnTo>
                    <a:pt x="2763" y="358"/>
                  </a:lnTo>
                  <a:close/>
                  <a:moveTo>
                    <a:pt x="2739" y="0"/>
                  </a:moveTo>
                  <a:lnTo>
                    <a:pt x="143" y="739"/>
                  </a:lnTo>
                  <a:cubicBezTo>
                    <a:pt x="72" y="762"/>
                    <a:pt x="24" y="834"/>
                    <a:pt x="24" y="882"/>
                  </a:cubicBezTo>
                  <a:cubicBezTo>
                    <a:pt x="24" y="929"/>
                    <a:pt x="0" y="1667"/>
                    <a:pt x="286" y="2620"/>
                  </a:cubicBezTo>
                  <a:cubicBezTo>
                    <a:pt x="596" y="3477"/>
                    <a:pt x="1239" y="4692"/>
                    <a:pt x="2715" y="5502"/>
                  </a:cubicBezTo>
                  <a:cubicBezTo>
                    <a:pt x="2739" y="5502"/>
                    <a:pt x="2763" y="5525"/>
                    <a:pt x="2786" y="5525"/>
                  </a:cubicBezTo>
                  <a:cubicBezTo>
                    <a:pt x="2834" y="5525"/>
                    <a:pt x="2858" y="5525"/>
                    <a:pt x="2882" y="5502"/>
                  </a:cubicBezTo>
                  <a:cubicBezTo>
                    <a:pt x="4358" y="4739"/>
                    <a:pt x="5025" y="3549"/>
                    <a:pt x="5335" y="2644"/>
                  </a:cubicBezTo>
                  <a:cubicBezTo>
                    <a:pt x="5573" y="1691"/>
                    <a:pt x="5525" y="905"/>
                    <a:pt x="5525" y="882"/>
                  </a:cubicBezTo>
                  <a:cubicBezTo>
                    <a:pt x="5525" y="834"/>
                    <a:pt x="5478" y="739"/>
                    <a:pt x="5406" y="739"/>
                  </a:cubicBezTo>
                  <a:lnTo>
                    <a:pt x="283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3046;p44">
              <a:extLst>
                <a:ext uri="{FF2B5EF4-FFF2-40B4-BE49-F238E27FC236}">
                  <a16:creationId xmlns:a16="http://schemas.microsoft.com/office/drawing/2014/main" id="{2649F87E-9A20-03C8-ADFB-AD6D63E15A14}"/>
                </a:ext>
              </a:extLst>
            </p:cNvPr>
            <p:cNvSpPr/>
            <p:nvPr/>
          </p:nvSpPr>
          <p:spPr>
            <a:xfrm>
              <a:off x="6943298" y="3182574"/>
              <a:ext cx="135533" cy="131551"/>
            </a:xfrm>
            <a:custGeom>
              <a:avLst/>
              <a:gdLst/>
              <a:ahLst/>
              <a:cxnLst/>
              <a:rect l="l" t="t" r="r" b="b"/>
              <a:pathLst>
                <a:path w="4050" h="3931" extrusionOk="0">
                  <a:moveTo>
                    <a:pt x="2049" y="358"/>
                  </a:moveTo>
                  <a:lnTo>
                    <a:pt x="3692" y="834"/>
                  </a:lnTo>
                  <a:cubicBezTo>
                    <a:pt x="3573" y="1572"/>
                    <a:pt x="3216" y="2739"/>
                    <a:pt x="2049" y="3549"/>
                  </a:cubicBezTo>
                  <a:cubicBezTo>
                    <a:pt x="858" y="2716"/>
                    <a:pt x="501" y="1549"/>
                    <a:pt x="405" y="834"/>
                  </a:cubicBezTo>
                  <a:lnTo>
                    <a:pt x="2049" y="358"/>
                  </a:lnTo>
                  <a:close/>
                  <a:moveTo>
                    <a:pt x="2001" y="1"/>
                  </a:moveTo>
                  <a:lnTo>
                    <a:pt x="143" y="548"/>
                  </a:lnTo>
                  <a:cubicBezTo>
                    <a:pt x="48" y="572"/>
                    <a:pt x="1" y="620"/>
                    <a:pt x="24" y="715"/>
                  </a:cubicBezTo>
                  <a:cubicBezTo>
                    <a:pt x="120" y="1501"/>
                    <a:pt x="477" y="2930"/>
                    <a:pt x="1930" y="3906"/>
                  </a:cubicBezTo>
                  <a:cubicBezTo>
                    <a:pt x="1953" y="3930"/>
                    <a:pt x="2001" y="3930"/>
                    <a:pt x="2025" y="3930"/>
                  </a:cubicBezTo>
                  <a:cubicBezTo>
                    <a:pt x="2049" y="3930"/>
                    <a:pt x="2072" y="3930"/>
                    <a:pt x="2096" y="3906"/>
                  </a:cubicBezTo>
                  <a:cubicBezTo>
                    <a:pt x="3573" y="2977"/>
                    <a:pt x="3930" y="1525"/>
                    <a:pt x="4001" y="715"/>
                  </a:cubicBezTo>
                  <a:cubicBezTo>
                    <a:pt x="4049" y="667"/>
                    <a:pt x="4025" y="572"/>
                    <a:pt x="3930" y="548"/>
                  </a:cubicBezTo>
                  <a:lnTo>
                    <a:pt x="2072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" name="Google Shape;3047;p44">
            <a:extLst>
              <a:ext uri="{FF2B5EF4-FFF2-40B4-BE49-F238E27FC236}">
                <a16:creationId xmlns:a16="http://schemas.microsoft.com/office/drawing/2014/main" id="{61BBF142-0333-C8F9-872C-4A40E91DE947}"/>
              </a:ext>
            </a:extLst>
          </p:cNvPr>
          <p:cNvGrpSpPr/>
          <p:nvPr/>
        </p:nvGrpSpPr>
        <p:grpSpPr>
          <a:xfrm>
            <a:off x="-1333704" y="-36938"/>
            <a:ext cx="709235" cy="656063"/>
            <a:chOff x="928124" y="1452875"/>
            <a:chExt cx="367662" cy="298423"/>
          </a:xfrm>
        </p:grpSpPr>
        <p:sp>
          <p:nvSpPr>
            <p:cNvPr id="43" name="Google Shape;3048;p44">
              <a:extLst>
                <a:ext uri="{FF2B5EF4-FFF2-40B4-BE49-F238E27FC236}">
                  <a16:creationId xmlns:a16="http://schemas.microsoft.com/office/drawing/2014/main" id="{DD0C5FC7-581E-1A9B-41C3-84B8E3CA17BC}"/>
                </a:ext>
              </a:extLst>
            </p:cNvPr>
            <p:cNvSpPr/>
            <p:nvPr/>
          </p:nvSpPr>
          <p:spPr>
            <a:xfrm>
              <a:off x="928124" y="1452875"/>
              <a:ext cx="367662" cy="298423"/>
            </a:xfrm>
            <a:custGeom>
              <a:avLst/>
              <a:gdLst/>
              <a:ahLst/>
              <a:cxnLst/>
              <a:rect l="l" t="t" r="r" b="b"/>
              <a:pathLst>
                <a:path w="11885" h="9646" extrusionOk="0">
                  <a:moveTo>
                    <a:pt x="5740" y="2954"/>
                  </a:moveTo>
                  <a:cubicBezTo>
                    <a:pt x="5669" y="3573"/>
                    <a:pt x="5121" y="4049"/>
                    <a:pt x="4502" y="4049"/>
                  </a:cubicBezTo>
                  <a:cubicBezTo>
                    <a:pt x="3882" y="4049"/>
                    <a:pt x="3335" y="3573"/>
                    <a:pt x="3239" y="2954"/>
                  </a:cubicBezTo>
                  <a:close/>
                  <a:moveTo>
                    <a:pt x="8645" y="2954"/>
                  </a:moveTo>
                  <a:cubicBezTo>
                    <a:pt x="8550" y="3573"/>
                    <a:pt x="8002" y="4049"/>
                    <a:pt x="7383" y="4049"/>
                  </a:cubicBezTo>
                  <a:cubicBezTo>
                    <a:pt x="6764" y="4049"/>
                    <a:pt x="6216" y="3573"/>
                    <a:pt x="6145" y="2954"/>
                  </a:cubicBezTo>
                  <a:close/>
                  <a:moveTo>
                    <a:pt x="10003" y="358"/>
                  </a:moveTo>
                  <a:cubicBezTo>
                    <a:pt x="10074" y="358"/>
                    <a:pt x="10146" y="382"/>
                    <a:pt x="10193" y="453"/>
                  </a:cubicBezTo>
                  <a:lnTo>
                    <a:pt x="11408" y="2597"/>
                  </a:lnTo>
                  <a:lnTo>
                    <a:pt x="10955" y="2597"/>
                  </a:lnTo>
                  <a:cubicBezTo>
                    <a:pt x="10860" y="2597"/>
                    <a:pt x="10789" y="2668"/>
                    <a:pt x="10789" y="2763"/>
                  </a:cubicBezTo>
                  <a:cubicBezTo>
                    <a:pt x="10789" y="2859"/>
                    <a:pt x="10860" y="2954"/>
                    <a:pt x="10955" y="2954"/>
                  </a:cubicBezTo>
                  <a:lnTo>
                    <a:pt x="11527" y="2954"/>
                  </a:lnTo>
                  <a:cubicBezTo>
                    <a:pt x="11432" y="3573"/>
                    <a:pt x="10908" y="4049"/>
                    <a:pt x="10265" y="4049"/>
                  </a:cubicBezTo>
                  <a:cubicBezTo>
                    <a:pt x="9646" y="4049"/>
                    <a:pt x="9122" y="3573"/>
                    <a:pt x="9026" y="2954"/>
                  </a:cubicBezTo>
                  <a:lnTo>
                    <a:pt x="10241" y="2954"/>
                  </a:lnTo>
                  <a:cubicBezTo>
                    <a:pt x="10336" y="2954"/>
                    <a:pt x="10431" y="2859"/>
                    <a:pt x="10431" y="2763"/>
                  </a:cubicBezTo>
                  <a:cubicBezTo>
                    <a:pt x="10431" y="2668"/>
                    <a:pt x="10336" y="2597"/>
                    <a:pt x="10241" y="2597"/>
                  </a:cubicBezTo>
                  <a:lnTo>
                    <a:pt x="1692" y="2597"/>
                  </a:lnTo>
                  <a:cubicBezTo>
                    <a:pt x="1620" y="2597"/>
                    <a:pt x="1525" y="2668"/>
                    <a:pt x="1525" y="2763"/>
                  </a:cubicBezTo>
                  <a:cubicBezTo>
                    <a:pt x="1525" y="2859"/>
                    <a:pt x="1620" y="2954"/>
                    <a:pt x="1692" y="2954"/>
                  </a:cubicBezTo>
                  <a:lnTo>
                    <a:pt x="2930" y="2954"/>
                  </a:lnTo>
                  <a:cubicBezTo>
                    <a:pt x="2835" y="3573"/>
                    <a:pt x="2287" y="4049"/>
                    <a:pt x="1668" y="4049"/>
                  </a:cubicBezTo>
                  <a:cubicBezTo>
                    <a:pt x="977" y="4049"/>
                    <a:pt x="453" y="3573"/>
                    <a:pt x="358" y="2954"/>
                  </a:cubicBezTo>
                  <a:lnTo>
                    <a:pt x="929" y="2954"/>
                  </a:lnTo>
                  <a:cubicBezTo>
                    <a:pt x="1025" y="2954"/>
                    <a:pt x="1096" y="2859"/>
                    <a:pt x="1096" y="2763"/>
                  </a:cubicBezTo>
                  <a:cubicBezTo>
                    <a:pt x="1096" y="2668"/>
                    <a:pt x="1025" y="2597"/>
                    <a:pt x="929" y="2597"/>
                  </a:cubicBezTo>
                  <a:lnTo>
                    <a:pt x="477" y="2597"/>
                  </a:lnTo>
                  <a:lnTo>
                    <a:pt x="1692" y="453"/>
                  </a:lnTo>
                  <a:cubicBezTo>
                    <a:pt x="1739" y="382"/>
                    <a:pt x="1787" y="358"/>
                    <a:pt x="1882" y="358"/>
                  </a:cubicBezTo>
                  <a:close/>
                  <a:moveTo>
                    <a:pt x="9860" y="5192"/>
                  </a:moveTo>
                  <a:lnTo>
                    <a:pt x="9860" y="8360"/>
                  </a:lnTo>
                  <a:lnTo>
                    <a:pt x="7979" y="8360"/>
                  </a:lnTo>
                  <a:lnTo>
                    <a:pt x="7979" y="5192"/>
                  </a:lnTo>
                  <a:close/>
                  <a:moveTo>
                    <a:pt x="9860" y="8693"/>
                  </a:moveTo>
                  <a:lnTo>
                    <a:pt x="9860" y="9289"/>
                  </a:lnTo>
                  <a:lnTo>
                    <a:pt x="7979" y="9289"/>
                  </a:lnTo>
                  <a:lnTo>
                    <a:pt x="7979" y="8693"/>
                  </a:lnTo>
                  <a:close/>
                  <a:moveTo>
                    <a:pt x="8764" y="3478"/>
                  </a:moveTo>
                  <a:cubicBezTo>
                    <a:pt x="9026" y="4026"/>
                    <a:pt x="9550" y="4383"/>
                    <a:pt x="10170" y="4383"/>
                  </a:cubicBezTo>
                  <a:cubicBezTo>
                    <a:pt x="10360" y="4383"/>
                    <a:pt x="10551" y="4359"/>
                    <a:pt x="10717" y="4287"/>
                  </a:cubicBezTo>
                  <a:lnTo>
                    <a:pt x="10717" y="9289"/>
                  </a:lnTo>
                  <a:lnTo>
                    <a:pt x="10193" y="9289"/>
                  </a:lnTo>
                  <a:lnTo>
                    <a:pt x="10193" y="5002"/>
                  </a:lnTo>
                  <a:cubicBezTo>
                    <a:pt x="10193" y="4907"/>
                    <a:pt x="10098" y="4835"/>
                    <a:pt x="10003" y="4835"/>
                  </a:cubicBezTo>
                  <a:lnTo>
                    <a:pt x="7764" y="4835"/>
                  </a:lnTo>
                  <a:cubicBezTo>
                    <a:pt x="7693" y="4835"/>
                    <a:pt x="7598" y="4907"/>
                    <a:pt x="7598" y="5002"/>
                  </a:cubicBezTo>
                  <a:lnTo>
                    <a:pt x="7598" y="9289"/>
                  </a:lnTo>
                  <a:lnTo>
                    <a:pt x="1072" y="9289"/>
                  </a:lnTo>
                  <a:lnTo>
                    <a:pt x="1072" y="4287"/>
                  </a:lnTo>
                  <a:cubicBezTo>
                    <a:pt x="1263" y="4359"/>
                    <a:pt x="1406" y="4383"/>
                    <a:pt x="1620" y="4383"/>
                  </a:cubicBezTo>
                  <a:cubicBezTo>
                    <a:pt x="2239" y="4383"/>
                    <a:pt x="2763" y="4026"/>
                    <a:pt x="3049" y="3478"/>
                  </a:cubicBezTo>
                  <a:cubicBezTo>
                    <a:pt x="3311" y="4026"/>
                    <a:pt x="3835" y="4383"/>
                    <a:pt x="4478" y="4383"/>
                  </a:cubicBezTo>
                  <a:cubicBezTo>
                    <a:pt x="5097" y="4383"/>
                    <a:pt x="5621" y="4026"/>
                    <a:pt x="5907" y="3478"/>
                  </a:cubicBezTo>
                  <a:cubicBezTo>
                    <a:pt x="6169" y="4026"/>
                    <a:pt x="6693" y="4383"/>
                    <a:pt x="7336" y="4383"/>
                  </a:cubicBezTo>
                  <a:cubicBezTo>
                    <a:pt x="7955" y="4383"/>
                    <a:pt x="8479" y="4026"/>
                    <a:pt x="8764" y="3478"/>
                  </a:cubicBezTo>
                  <a:close/>
                  <a:moveTo>
                    <a:pt x="1882" y="1"/>
                  </a:moveTo>
                  <a:cubicBezTo>
                    <a:pt x="1668" y="1"/>
                    <a:pt x="1477" y="120"/>
                    <a:pt x="1406" y="263"/>
                  </a:cubicBezTo>
                  <a:lnTo>
                    <a:pt x="25" y="2668"/>
                  </a:lnTo>
                  <a:cubicBezTo>
                    <a:pt x="1" y="2716"/>
                    <a:pt x="1" y="2740"/>
                    <a:pt x="1" y="2763"/>
                  </a:cubicBezTo>
                  <a:cubicBezTo>
                    <a:pt x="1" y="3335"/>
                    <a:pt x="286" y="3835"/>
                    <a:pt x="739" y="4145"/>
                  </a:cubicBezTo>
                  <a:lnTo>
                    <a:pt x="739" y="9289"/>
                  </a:lnTo>
                  <a:lnTo>
                    <a:pt x="525" y="9289"/>
                  </a:lnTo>
                  <a:cubicBezTo>
                    <a:pt x="453" y="9289"/>
                    <a:pt x="358" y="9384"/>
                    <a:pt x="358" y="9479"/>
                  </a:cubicBezTo>
                  <a:cubicBezTo>
                    <a:pt x="358" y="9550"/>
                    <a:pt x="453" y="9646"/>
                    <a:pt x="525" y="9646"/>
                  </a:cubicBezTo>
                  <a:lnTo>
                    <a:pt x="11313" y="9646"/>
                  </a:lnTo>
                  <a:cubicBezTo>
                    <a:pt x="11408" y="9646"/>
                    <a:pt x="11479" y="9550"/>
                    <a:pt x="11479" y="9479"/>
                  </a:cubicBezTo>
                  <a:cubicBezTo>
                    <a:pt x="11503" y="9384"/>
                    <a:pt x="11432" y="9289"/>
                    <a:pt x="11336" y="9289"/>
                  </a:cubicBezTo>
                  <a:lnTo>
                    <a:pt x="11146" y="9289"/>
                  </a:lnTo>
                  <a:lnTo>
                    <a:pt x="11146" y="4145"/>
                  </a:lnTo>
                  <a:cubicBezTo>
                    <a:pt x="11575" y="3835"/>
                    <a:pt x="11884" y="3335"/>
                    <a:pt x="11884" y="2763"/>
                  </a:cubicBezTo>
                  <a:cubicBezTo>
                    <a:pt x="11884" y="2740"/>
                    <a:pt x="11884" y="2716"/>
                    <a:pt x="11837" y="2668"/>
                  </a:cubicBezTo>
                  <a:lnTo>
                    <a:pt x="10479" y="263"/>
                  </a:lnTo>
                  <a:cubicBezTo>
                    <a:pt x="10384" y="96"/>
                    <a:pt x="10217" y="1"/>
                    <a:pt x="100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3049;p44">
              <a:extLst>
                <a:ext uri="{FF2B5EF4-FFF2-40B4-BE49-F238E27FC236}">
                  <a16:creationId xmlns:a16="http://schemas.microsoft.com/office/drawing/2014/main" id="{67FFDF84-BA8A-F513-FA4E-59F67A7DC7A0}"/>
                </a:ext>
              </a:extLst>
            </p:cNvPr>
            <p:cNvSpPr/>
            <p:nvPr/>
          </p:nvSpPr>
          <p:spPr>
            <a:xfrm>
              <a:off x="979694" y="1602457"/>
              <a:ext cx="166523" cy="120099"/>
            </a:xfrm>
            <a:custGeom>
              <a:avLst/>
              <a:gdLst/>
              <a:ahLst/>
              <a:cxnLst/>
              <a:rect l="l" t="t" r="r" b="b"/>
              <a:pathLst>
                <a:path w="5383" h="3882" extrusionOk="0">
                  <a:moveTo>
                    <a:pt x="5026" y="357"/>
                  </a:moveTo>
                  <a:lnTo>
                    <a:pt x="5026" y="3525"/>
                  </a:lnTo>
                  <a:lnTo>
                    <a:pt x="358" y="3525"/>
                  </a:lnTo>
                  <a:lnTo>
                    <a:pt x="358" y="357"/>
                  </a:lnTo>
                  <a:close/>
                  <a:moveTo>
                    <a:pt x="191" y="0"/>
                  </a:moveTo>
                  <a:cubicBezTo>
                    <a:pt x="96" y="0"/>
                    <a:pt x="1" y="72"/>
                    <a:pt x="1" y="167"/>
                  </a:cubicBezTo>
                  <a:lnTo>
                    <a:pt x="1" y="3715"/>
                  </a:lnTo>
                  <a:cubicBezTo>
                    <a:pt x="1" y="3811"/>
                    <a:pt x="96" y="3882"/>
                    <a:pt x="191" y="3882"/>
                  </a:cubicBezTo>
                  <a:lnTo>
                    <a:pt x="5216" y="3882"/>
                  </a:lnTo>
                  <a:cubicBezTo>
                    <a:pt x="5311" y="3882"/>
                    <a:pt x="5383" y="3811"/>
                    <a:pt x="5383" y="3715"/>
                  </a:cubicBezTo>
                  <a:lnTo>
                    <a:pt x="5383" y="167"/>
                  </a:lnTo>
                  <a:cubicBezTo>
                    <a:pt x="5383" y="72"/>
                    <a:pt x="5311" y="0"/>
                    <a:pt x="5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" name="Google Shape;3050;p44">
            <a:extLst>
              <a:ext uri="{FF2B5EF4-FFF2-40B4-BE49-F238E27FC236}">
                <a16:creationId xmlns:a16="http://schemas.microsoft.com/office/drawing/2014/main" id="{33EB5908-C0E4-4724-713A-B556E36539BB}"/>
              </a:ext>
            </a:extLst>
          </p:cNvPr>
          <p:cNvGrpSpPr/>
          <p:nvPr/>
        </p:nvGrpSpPr>
        <p:grpSpPr>
          <a:xfrm>
            <a:off x="9389327" y="3557238"/>
            <a:ext cx="479502" cy="617587"/>
            <a:chOff x="8121986" y="1720205"/>
            <a:chExt cx="223981" cy="398501"/>
          </a:xfrm>
        </p:grpSpPr>
        <p:sp>
          <p:nvSpPr>
            <p:cNvPr id="46" name="Google Shape;3051;p44">
              <a:extLst>
                <a:ext uri="{FF2B5EF4-FFF2-40B4-BE49-F238E27FC236}">
                  <a16:creationId xmlns:a16="http://schemas.microsoft.com/office/drawing/2014/main" id="{20656860-1332-A709-1EC7-3726FFD31FC4}"/>
                </a:ext>
              </a:extLst>
            </p:cNvPr>
            <p:cNvSpPr/>
            <p:nvPr/>
          </p:nvSpPr>
          <p:spPr>
            <a:xfrm>
              <a:off x="8121986" y="1720205"/>
              <a:ext cx="223981" cy="398501"/>
            </a:xfrm>
            <a:custGeom>
              <a:avLst/>
              <a:gdLst/>
              <a:ahLst/>
              <a:cxnLst/>
              <a:rect l="l" t="t" r="r" b="b"/>
              <a:pathLst>
                <a:path w="6693" h="11908" extrusionOk="0">
                  <a:moveTo>
                    <a:pt x="5954" y="334"/>
                  </a:moveTo>
                  <a:cubicBezTo>
                    <a:pt x="6144" y="334"/>
                    <a:pt x="6335" y="500"/>
                    <a:pt x="6335" y="715"/>
                  </a:cubicBezTo>
                  <a:lnTo>
                    <a:pt x="6335" y="11145"/>
                  </a:lnTo>
                  <a:cubicBezTo>
                    <a:pt x="6335" y="11336"/>
                    <a:pt x="6144" y="11526"/>
                    <a:pt x="5954" y="11526"/>
                  </a:cubicBezTo>
                  <a:lnTo>
                    <a:pt x="738" y="11526"/>
                  </a:lnTo>
                  <a:cubicBezTo>
                    <a:pt x="524" y="11526"/>
                    <a:pt x="357" y="11336"/>
                    <a:pt x="357" y="11145"/>
                  </a:cubicBezTo>
                  <a:lnTo>
                    <a:pt x="357" y="715"/>
                  </a:lnTo>
                  <a:cubicBezTo>
                    <a:pt x="357" y="500"/>
                    <a:pt x="524" y="334"/>
                    <a:pt x="738" y="334"/>
                  </a:cubicBezTo>
                  <a:close/>
                  <a:moveTo>
                    <a:pt x="738" y="0"/>
                  </a:moveTo>
                  <a:cubicBezTo>
                    <a:pt x="310" y="0"/>
                    <a:pt x="0" y="334"/>
                    <a:pt x="0" y="739"/>
                  </a:cubicBezTo>
                  <a:lnTo>
                    <a:pt x="0" y="11169"/>
                  </a:lnTo>
                  <a:cubicBezTo>
                    <a:pt x="0" y="11574"/>
                    <a:pt x="310" y="11907"/>
                    <a:pt x="738" y="11907"/>
                  </a:cubicBezTo>
                  <a:lnTo>
                    <a:pt x="5954" y="11907"/>
                  </a:lnTo>
                  <a:cubicBezTo>
                    <a:pt x="6359" y="11907"/>
                    <a:pt x="6692" y="11574"/>
                    <a:pt x="6692" y="11169"/>
                  </a:cubicBezTo>
                  <a:lnTo>
                    <a:pt x="6692" y="739"/>
                  </a:lnTo>
                  <a:cubicBezTo>
                    <a:pt x="6668" y="334"/>
                    <a:pt x="6335" y="0"/>
                    <a:pt x="595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3052;p44">
              <a:extLst>
                <a:ext uri="{FF2B5EF4-FFF2-40B4-BE49-F238E27FC236}">
                  <a16:creationId xmlns:a16="http://schemas.microsoft.com/office/drawing/2014/main" id="{E743BE5A-5373-97B5-E1EB-4234A36BBCEE}"/>
                </a:ext>
              </a:extLst>
            </p:cNvPr>
            <p:cNvSpPr/>
            <p:nvPr/>
          </p:nvSpPr>
          <p:spPr>
            <a:xfrm>
              <a:off x="8146682" y="2055721"/>
              <a:ext cx="172981" cy="11980"/>
            </a:xfrm>
            <a:custGeom>
              <a:avLst/>
              <a:gdLst/>
              <a:ahLst/>
              <a:cxnLst/>
              <a:rect l="l" t="t" r="r" b="b"/>
              <a:pathLst>
                <a:path w="5169" h="358" extrusionOk="0">
                  <a:moveTo>
                    <a:pt x="167" y="0"/>
                  </a:moveTo>
                  <a:cubicBezTo>
                    <a:pt x="96" y="0"/>
                    <a:pt x="0" y="95"/>
                    <a:pt x="0" y="191"/>
                  </a:cubicBezTo>
                  <a:cubicBezTo>
                    <a:pt x="0" y="286"/>
                    <a:pt x="72" y="357"/>
                    <a:pt x="167" y="357"/>
                  </a:cubicBezTo>
                  <a:lnTo>
                    <a:pt x="5002" y="357"/>
                  </a:lnTo>
                  <a:cubicBezTo>
                    <a:pt x="5073" y="357"/>
                    <a:pt x="5168" y="262"/>
                    <a:pt x="5168" y="191"/>
                  </a:cubicBezTo>
                  <a:cubicBezTo>
                    <a:pt x="5168" y="95"/>
                    <a:pt x="5121" y="0"/>
                    <a:pt x="500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3053;p44">
              <a:extLst>
                <a:ext uri="{FF2B5EF4-FFF2-40B4-BE49-F238E27FC236}">
                  <a16:creationId xmlns:a16="http://schemas.microsoft.com/office/drawing/2014/main" id="{2496339D-6A00-E2E2-A26B-8D7EBC41A786}"/>
                </a:ext>
              </a:extLst>
            </p:cNvPr>
            <p:cNvSpPr/>
            <p:nvPr/>
          </p:nvSpPr>
          <p:spPr>
            <a:xfrm>
              <a:off x="8220806" y="2081221"/>
              <a:ext cx="24731" cy="11177"/>
            </a:xfrm>
            <a:custGeom>
              <a:avLst/>
              <a:gdLst/>
              <a:ahLst/>
              <a:cxnLst/>
              <a:rect l="l" t="t" r="r" b="b"/>
              <a:pathLst>
                <a:path w="739" h="334" extrusionOk="0">
                  <a:moveTo>
                    <a:pt x="191" y="0"/>
                  </a:moveTo>
                  <a:cubicBezTo>
                    <a:pt x="95" y="0"/>
                    <a:pt x="0" y="72"/>
                    <a:pt x="0" y="167"/>
                  </a:cubicBezTo>
                  <a:cubicBezTo>
                    <a:pt x="0" y="262"/>
                    <a:pt x="95" y="334"/>
                    <a:pt x="191" y="334"/>
                  </a:cubicBezTo>
                  <a:lnTo>
                    <a:pt x="548" y="334"/>
                  </a:lnTo>
                  <a:cubicBezTo>
                    <a:pt x="643" y="334"/>
                    <a:pt x="738" y="262"/>
                    <a:pt x="738" y="167"/>
                  </a:cubicBezTo>
                  <a:cubicBezTo>
                    <a:pt x="738" y="72"/>
                    <a:pt x="667" y="0"/>
                    <a:pt x="54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3054;p44">
              <a:extLst>
                <a:ext uri="{FF2B5EF4-FFF2-40B4-BE49-F238E27FC236}">
                  <a16:creationId xmlns:a16="http://schemas.microsoft.com/office/drawing/2014/main" id="{D420339A-76FA-57C8-FC30-BB742F2BD885}"/>
                </a:ext>
              </a:extLst>
            </p:cNvPr>
            <p:cNvSpPr/>
            <p:nvPr/>
          </p:nvSpPr>
          <p:spPr>
            <a:xfrm>
              <a:off x="8165021" y="1812634"/>
              <a:ext cx="136303" cy="180945"/>
            </a:xfrm>
            <a:custGeom>
              <a:avLst/>
              <a:gdLst/>
              <a:ahLst/>
              <a:cxnLst/>
              <a:rect l="l" t="t" r="r" b="b"/>
              <a:pathLst>
                <a:path w="4073" h="5407" extrusionOk="0">
                  <a:moveTo>
                    <a:pt x="2048" y="358"/>
                  </a:moveTo>
                  <a:cubicBezTo>
                    <a:pt x="2239" y="358"/>
                    <a:pt x="2429" y="549"/>
                    <a:pt x="2429" y="763"/>
                  </a:cubicBezTo>
                  <a:lnTo>
                    <a:pt x="2429" y="953"/>
                  </a:lnTo>
                  <a:lnTo>
                    <a:pt x="1643" y="953"/>
                  </a:lnTo>
                  <a:lnTo>
                    <a:pt x="1643" y="763"/>
                  </a:lnTo>
                  <a:cubicBezTo>
                    <a:pt x="1643" y="549"/>
                    <a:pt x="1834" y="358"/>
                    <a:pt x="2048" y="358"/>
                  </a:cubicBezTo>
                  <a:close/>
                  <a:moveTo>
                    <a:pt x="3382" y="1311"/>
                  </a:moveTo>
                  <a:lnTo>
                    <a:pt x="3715" y="5049"/>
                  </a:lnTo>
                  <a:lnTo>
                    <a:pt x="357" y="5049"/>
                  </a:lnTo>
                  <a:lnTo>
                    <a:pt x="691" y="1311"/>
                  </a:lnTo>
                  <a:lnTo>
                    <a:pt x="1286" y="1311"/>
                  </a:lnTo>
                  <a:lnTo>
                    <a:pt x="1286" y="1715"/>
                  </a:lnTo>
                  <a:cubicBezTo>
                    <a:pt x="1286" y="1787"/>
                    <a:pt x="1381" y="1882"/>
                    <a:pt x="1477" y="1882"/>
                  </a:cubicBezTo>
                  <a:cubicBezTo>
                    <a:pt x="1548" y="1882"/>
                    <a:pt x="1643" y="1787"/>
                    <a:pt x="1643" y="1715"/>
                  </a:cubicBezTo>
                  <a:lnTo>
                    <a:pt x="1643" y="1311"/>
                  </a:lnTo>
                  <a:lnTo>
                    <a:pt x="2429" y="1311"/>
                  </a:lnTo>
                  <a:lnTo>
                    <a:pt x="2429" y="1715"/>
                  </a:lnTo>
                  <a:cubicBezTo>
                    <a:pt x="2429" y="1787"/>
                    <a:pt x="2525" y="1882"/>
                    <a:pt x="2596" y="1882"/>
                  </a:cubicBezTo>
                  <a:cubicBezTo>
                    <a:pt x="2691" y="1882"/>
                    <a:pt x="2787" y="1787"/>
                    <a:pt x="2787" y="1715"/>
                  </a:cubicBezTo>
                  <a:lnTo>
                    <a:pt x="2787" y="1311"/>
                  </a:lnTo>
                  <a:close/>
                  <a:moveTo>
                    <a:pt x="2048" y="1"/>
                  </a:moveTo>
                  <a:cubicBezTo>
                    <a:pt x="1620" y="1"/>
                    <a:pt x="1286" y="334"/>
                    <a:pt x="1286" y="763"/>
                  </a:cubicBezTo>
                  <a:lnTo>
                    <a:pt x="1286" y="953"/>
                  </a:lnTo>
                  <a:lnTo>
                    <a:pt x="691" y="953"/>
                  </a:lnTo>
                  <a:cubicBezTo>
                    <a:pt x="524" y="953"/>
                    <a:pt x="357" y="1120"/>
                    <a:pt x="334" y="1287"/>
                  </a:cubicBezTo>
                  <a:lnTo>
                    <a:pt x="0" y="5002"/>
                  </a:lnTo>
                  <a:cubicBezTo>
                    <a:pt x="0" y="5097"/>
                    <a:pt x="48" y="5216"/>
                    <a:pt x="95" y="5288"/>
                  </a:cubicBezTo>
                  <a:cubicBezTo>
                    <a:pt x="167" y="5359"/>
                    <a:pt x="286" y="5407"/>
                    <a:pt x="357" y="5407"/>
                  </a:cubicBezTo>
                  <a:lnTo>
                    <a:pt x="3668" y="5407"/>
                  </a:lnTo>
                  <a:cubicBezTo>
                    <a:pt x="3763" y="5407"/>
                    <a:pt x="3882" y="5359"/>
                    <a:pt x="3930" y="5288"/>
                  </a:cubicBezTo>
                  <a:cubicBezTo>
                    <a:pt x="4025" y="5216"/>
                    <a:pt x="4073" y="5097"/>
                    <a:pt x="4073" y="5002"/>
                  </a:cubicBezTo>
                  <a:lnTo>
                    <a:pt x="3739" y="1287"/>
                  </a:lnTo>
                  <a:cubicBezTo>
                    <a:pt x="3715" y="1120"/>
                    <a:pt x="3549" y="953"/>
                    <a:pt x="3382" y="953"/>
                  </a:cubicBezTo>
                  <a:lnTo>
                    <a:pt x="2787" y="953"/>
                  </a:lnTo>
                  <a:lnTo>
                    <a:pt x="2787" y="763"/>
                  </a:lnTo>
                  <a:cubicBezTo>
                    <a:pt x="2787" y="334"/>
                    <a:pt x="2453" y="1"/>
                    <a:pt x="204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" name="Google Shape;3066;p44">
            <a:extLst>
              <a:ext uri="{FF2B5EF4-FFF2-40B4-BE49-F238E27FC236}">
                <a16:creationId xmlns:a16="http://schemas.microsoft.com/office/drawing/2014/main" id="{CA51800E-1034-391E-273F-D6132749F748}"/>
              </a:ext>
            </a:extLst>
          </p:cNvPr>
          <p:cNvGrpSpPr/>
          <p:nvPr/>
        </p:nvGrpSpPr>
        <p:grpSpPr>
          <a:xfrm>
            <a:off x="9868829" y="2738929"/>
            <a:ext cx="597177" cy="617588"/>
            <a:chOff x="4704688" y="4250462"/>
            <a:chExt cx="397732" cy="322803"/>
          </a:xfrm>
        </p:grpSpPr>
        <p:sp>
          <p:nvSpPr>
            <p:cNvPr id="51" name="Google Shape;3067;p44">
              <a:extLst>
                <a:ext uri="{FF2B5EF4-FFF2-40B4-BE49-F238E27FC236}">
                  <a16:creationId xmlns:a16="http://schemas.microsoft.com/office/drawing/2014/main" id="{AF4A9172-C5AA-270C-6E97-5A70492BA3A8}"/>
                </a:ext>
              </a:extLst>
            </p:cNvPr>
            <p:cNvSpPr/>
            <p:nvPr/>
          </p:nvSpPr>
          <p:spPr>
            <a:xfrm>
              <a:off x="4704688" y="4250462"/>
              <a:ext cx="397732" cy="322803"/>
            </a:xfrm>
            <a:custGeom>
              <a:avLst/>
              <a:gdLst/>
              <a:ahLst/>
              <a:cxnLst/>
              <a:rect l="l" t="t" r="r" b="b"/>
              <a:pathLst>
                <a:path w="11885" h="9646" extrusionOk="0">
                  <a:moveTo>
                    <a:pt x="5740" y="2954"/>
                  </a:moveTo>
                  <a:cubicBezTo>
                    <a:pt x="5669" y="3573"/>
                    <a:pt x="5121" y="4049"/>
                    <a:pt x="4502" y="4049"/>
                  </a:cubicBezTo>
                  <a:cubicBezTo>
                    <a:pt x="3882" y="4049"/>
                    <a:pt x="3335" y="3573"/>
                    <a:pt x="3239" y="2954"/>
                  </a:cubicBezTo>
                  <a:close/>
                  <a:moveTo>
                    <a:pt x="8645" y="2954"/>
                  </a:moveTo>
                  <a:cubicBezTo>
                    <a:pt x="8550" y="3573"/>
                    <a:pt x="8002" y="4049"/>
                    <a:pt x="7383" y="4049"/>
                  </a:cubicBezTo>
                  <a:cubicBezTo>
                    <a:pt x="6764" y="4049"/>
                    <a:pt x="6216" y="3573"/>
                    <a:pt x="6145" y="2954"/>
                  </a:cubicBezTo>
                  <a:close/>
                  <a:moveTo>
                    <a:pt x="10003" y="358"/>
                  </a:moveTo>
                  <a:cubicBezTo>
                    <a:pt x="10074" y="358"/>
                    <a:pt x="10146" y="382"/>
                    <a:pt x="10193" y="453"/>
                  </a:cubicBezTo>
                  <a:lnTo>
                    <a:pt x="11408" y="2597"/>
                  </a:lnTo>
                  <a:lnTo>
                    <a:pt x="10955" y="2597"/>
                  </a:lnTo>
                  <a:cubicBezTo>
                    <a:pt x="10860" y="2597"/>
                    <a:pt x="10789" y="2668"/>
                    <a:pt x="10789" y="2763"/>
                  </a:cubicBezTo>
                  <a:cubicBezTo>
                    <a:pt x="10789" y="2859"/>
                    <a:pt x="10860" y="2954"/>
                    <a:pt x="10955" y="2954"/>
                  </a:cubicBezTo>
                  <a:lnTo>
                    <a:pt x="11527" y="2954"/>
                  </a:lnTo>
                  <a:cubicBezTo>
                    <a:pt x="11432" y="3573"/>
                    <a:pt x="10908" y="4049"/>
                    <a:pt x="10265" y="4049"/>
                  </a:cubicBezTo>
                  <a:cubicBezTo>
                    <a:pt x="9646" y="4049"/>
                    <a:pt x="9122" y="3573"/>
                    <a:pt x="9026" y="2954"/>
                  </a:cubicBezTo>
                  <a:lnTo>
                    <a:pt x="10241" y="2954"/>
                  </a:lnTo>
                  <a:cubicBezTo>
                    <a:pt x="10336" y="2954"/>
                    <a:pt x="10431" y="2859"/>
                    <a:pt x="10431" y="2763"/>
                  </a:cubicBezTo>
                  <a:cubicBezTo>
                    <a:pt x="10431" y="2668"/>
                    <a:pt x="10336" y="2597"/>
                    <a:pt x="10241" y="2597"/>
                  </a:cubicBezTo>
                  <a:lnTo>
                    <a:pt x="1692" y="2597"/>
                  </a:lnTo>
                  <a:cubicBezTo>
                    <a:pt x="1620" y="2597"/>
                    <a:pt x="1525" y="2668"/>
                    <a:pt x="1525" y="2763"/>
                  </a:cubicBezTo>
                  <a:cubicBezTo>
                    <a:pt x="1525" y="2859"/>
                    <a:pt x="1620" y="2954"/>
                    <a:pt x="1692" y="2954"/>
                  </a:cubicBezTo>
                  <a:lnTo>
                    <a:pt x="2930" y="2954"/>
                  </a:lnTo>
                  <a:cubicBezTo>
                    <a:pt x="2835" y="3573"/>
                    <a:pt x="2287" y="4049"/>
                    <a:pt x="1668" y="4049"/>
                  </a:cubicBezTo>
                  <a:cubicBezTo>
                    <a:pt x="977" y="4049"/>
                    <a:pt x="453" y="3573"/>
                    <a:pt x="358" y="2954"/>
                  </a:cubicBezTo>
                  <a:lnTo>
                    <a:pt x="929" y="2954"/>
                  </a:lnTo>
                  <a:cubicBezTo>
                    <a:pt x="1025" y="2954"/>
                    <a:pt x="1096" y="2859"/>
                    <a:pt x="1096" y="2763"/>
                  </a:cubicBezTo>
                  <a:cubicBezTo>
                    <a:pt x="1096" y="2668"/>
                    <a:pt x="1025" y="2597"/>
                    <a:pt x="929" y="2597"/>
                  </a:cubicBezTo>
                  <a:lnTo>
                    <a:pt x="477" y="2597"/>
                  </a:lnTo>
                  <a:lnTo>
                    <a:pt x="1692" y="453"/>
                  </a:lnTo>
                  <a:cubicBezTo>
                    <a:pt x="1739" y="382"/>
                    <a:pt x="1787" y="358"/>
                    <a:pt x="1882" y="358"/>
                  </a:cubicBezTo>
                  <a:close/>
                  <a:moveTo>
                    <a:pt x="9860" y="5192"/>
                  </a:moveTo>
                  <a:lnTo>
                    <a:pt x="9860" y="8360"/>
                  </a:lnTo>
                  <a:lnTo>
                    <a:pt x="7979" y="8360"/>
                  </a:lnTo>
                  <a:lnTo>
                    <a:pt x="7979" y="5192"/>
                  </a:lnTo>
                  <a:close/>
                  <a:moveTo>
                    <a:pt x="9860" y="8693"/>
                  </a:moveTo>
                  <a:lnTo>
                    <a:pt x="9860" y="9289"/>
                  </a:lnTo>
                  <a:lnTo>
                    <a:pt x="7979" y="9289"/>
                  </a:lnTo>
                  <a:lnTo>
                    <a:pt x="7979" y="8693"/>
                  </a:lnTo>
                  <a:close/>
                  <a:moveTo>
                    <a:pt x="8764" y="3478"/>
                  </a:moveTo>
                  <a:cubicBezTo>
                    <a:pt x="9026" y="4026"/>
                    <a:pt x="9550" y="4383"/>
                    <a:pt x="10170" y="4383"/>
                  </a:cubicBezTo>
                  <a:cubicBezTo>
                    <a:pt x="10360" y="4383"/>
                    <a:pt x="10551" y="4359"/>
                    <a:pt x="10717" y="4287"/>
                  </a:cubicBezTo>
                  <a:lnTo>
                    <a:pt x="10717" y="9289"/>
                  </a:lnTo>
                  <a:lnTo>
                    <a:pt x="10193" y="9289"/>
                  </a:lnTo>
                  <a:lnTo>
                    <a:pt x="10193" y="5002"/>
                  </a:lnTo>
                  <a:cubicBezTo>
                    <a:pt x="10193" y="4907"/>
                    <a:pt x="10098" y="4835"/>
                    <a:pt x="10003" y="4835"/>
                  </a:cubicBezTo>
                  <a:lnTo>
                    <a:pt x="7764" y="4835"/>
                  </a:lnTo>
                  <a:cubicBezTo>
                    <a:pt x="7693" y="4835"/>
                    <a:pt x="7598" y="4907"/>
                    <a:pt x="7598" y="5002"/>
                  </a:cubicBezTo>
                  <a:lnTo>
                    <a:pt x="7598" y="9289"/>
                  </a:lnTo>
                  <a:lnTo>
                    <a:pt x="1072" y="9289"/>
                  </a:lnTo>
                  <a:lnTo>
                    <a:pt x="1072" y="4287"/>
                  </a:lnTo>
                  <a:cubicBezTo>
                    <a:pt x="1263" y="4359"/>
                    <a:pt x="1406" y="4383"/>
                    <a:pt x="1620" y="4383"/>
                  </a:cubicBezTo>
                  <a:cubicBezTo>
                    <a:pt x="2239" y="4383"/>
                    <a:pt x="2763" y="4026"/>
                    <a:pt x="3049" y="3478"/>
                  </a:cubicBezTo>
                  <a:cubicBezTo>
                    <a:pt x="3311" y="4026"/>
                    <a:pt x="3835" y="4383"/>
                    <a:pt x="4478" y="4383"/>
                  </a:cubicBezTo>
                  <a:cubicBezTo>
                    <a:pt x="5097" y="4383"/>
                    <a:pt x="5621" y="4026"/>
                    <a:pt x="5907" y="3478"/>
                  </a:cubicBezTo>
                  <a:cubicBezTo>
                    <a:pt x="6169" y="4026"/>
                    <a:pt x="6693" y="4383"/>
                    <a:pt x="7336" y="4383"/>
                  </a:cubicBezTo>
                  <a:cubicBezTo>
                    <a:pt x="7955" y="4383"/>
                    <a:pt x="8479" y="4026"/>
                    <a:pt x="8764" y="3478"/>
                  </a:cubicBezTo>
                  <a:close/>
                  <a:moveTo>
                    <a:pt x="1882" y="1"/>
                  </a:moveTo>
                  <a:cubicBezTo>
                    <a:pt x="1668" y="1"/>
                    <a:pt x="1477" y="120"/>
                    <a:pt x="1406" y="263"/>
                  </a:cubicBezTo>
                  <a:lnTo>
                    <a:pt x="25" y="2668"/>
                  </a:lnTo>
                  <a:cubicBezTo>
                    <a:pt x="1" y="2716"/>
                    <a:pt x="1" y="2740"/>
                    <a:pt x="1" y="2763"/>
                  </a:cubicBezTo>
                  <a:cubicBezTo>
                    <a:pt x="1" y="3335"/>
                    <a:pt x="286" y="3835"/>
                    <a:pt x="739" y="4145"/>
                  </a:cubicBezTo>
                  <a:lnTo>
                    <a:pt x="739" y="9289"/>
                  </a:lnTo>
                  <a:lnTo>
                    <a:pt x="525" y="9289"/>
                  </a:lnTo>
                  <a:cubicBezTo>
                    <a:pt x="453" y="9289"/>
                    <a:pt x="358" y="9384"/>
                    <a:pt x="358" y="9479"/>
                  </a:cubicBezTo>
                  <a:cubicBezTo>
                    <a:pt x="358" y="9550"/>
                    <a:pt x="453" y="9646"/>
                    <a:pt x="525" y="9646"/>
                  </a:cubicBezTo>
                  <a:lnTo>
                    <a:pt x="11313" y="9646"/>
                  </a:lnTo>
                  <a:cubicBezTo>
                    <a:pt x="11408" y="9646"/>
                    <a:pt x="11479" y="9550"/>
                    <a:pt x="11479" y="9479"/>
                  </a:cubicBezTo>
                  <a:cubicBezTo>
                    <a:pt x="11503" y="9384"/>
                    <a:pt x="11432" y="9289"/>
                    <a:pt x="11336" y="9289"/>
                  </a:cubicBezTo>
                  <a:lnTo>
                    <a:pt x="11146" y="9289"/>
                  </a:lnTo>
                  <a:lnTo>
                    <a:pt x="11146" y="4145"/>
                  </a:lnTo>
                  <a:cubicBezTo>
                    <a:pt x="11575" y="3835"/>
                    <a:pt x="11884" y="3335"/>
                    <a:pt x="11884" y="2763"/>
                  </a:cubicBezTo>
                  <a:cubicBezTo>
                    <a:pt x="11884" y="2740"/>
                    <a:pt x="11884" y="2716"/>
                    <a:pt x="11837" y="2668"/>
                  </a:cubicBezTo>
                  <a:lnTo>
                    <a:pt x="10479" y="263"/>
                  </a:lnTo>
                  <a:cubicBezTo>
                    <a:pt x="10384" y="96"/>
                    <a:pt x="10217" y="1"/>
                    <a:pt x="1000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3068;p44">
              <a:extLst>
                <a:ext uri="{FF2B5EF4-FFF2-40B4-BE49-F238E27FC236}">
                  <a16:creationId xmlns:a16="http://schemas.microsoft.com/office/drawing/2014/main" id="{A86CD585-0F2E-3FEA-FF77-F1E4342DC8F5}"/>
                </a:ext>
              </a:extLst>
            </p:cNvPr>
            <p:cNvSpPr/>
            <p:nvPr/>
          </p:nvSpPr>
          <p:spPr>
            <a:xfrm>
              <a:off x="4760474" y="4412263"/>
              <a:ext cx="180142" cy="129911"/>
            </a:xfrm>
            <a:custGeom>
              <a:avLst/>
              <a:gdLst/>
              <a:ahLst/>
              <a:cxnLst/>
              <a:rect l="l" t="t" r="r" b="b"/>
              <a:pathLst>
                <a:path w="5383" h="3882" extrusionOk="0">
                  <a:moveTo>
                    <a:pt x="5026" y="357"/>
                  </a:moveTo>
                  <a:lnTo>
                    <a:pt x="5026" y="3525"/>
                  </a:lnTo>
                  <a:lnTo>
                    <a:pt x="358" y="3525"/>
                  </a:lnTo>
                  <a:lnTo>
                    <a:pt x="358" y="357"/>
                  </a:lnTo>
                  <a:close/>
                  <a:moveTo>
                    <a:pt x="191" y="0"/>
                  </a:moveTo>
                  <a:cubicBezTo>
                    <a:pt x="96" y="0"/>
                    <a:pt x="1" y="72"/>
                    <a:pt x="1" y="167"/>
                  </a:cubicBezTo>
                  <a:lnTo>
                    <a:pt x="1" y="3715"/>
                  </a:lnTo>
                  <a:cubicBezTo>
                    <a:pt x="1" y="3811"/>
                    <a:pt x="96" y="3882"/>
                    <a:pt x="191" y="3882"/>
                  </a:cubicBezTo>
                  <a:lnTo>
                    <a:pt x="5216" y="3882"/>
                  </a:lnTo>
                  <a:cubicBezTo>
                    <a:pt x="5311" y="3882"/>
                    <a:pt x="5383" y="3811"/>
                    <a:pt x="5383" y="3715"/>
                  </a:cubicBezTo>
                  <a:lnTo>
                    <a:pt x="5383" y="167"/>
                  </a:lnTo>
                  <a:cubicBezTo>
                    <a:pt x="5383" y="72"/>
                    <a:pt x="5311" y="0"/>
                    <a:pt x="521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88623A14-5A83-C1D8-C049-B16DFF660E0D}"/>
              </a:ext>
            </a:extLst>
          </p:cNvPr>
          <p:cNvSpPr txBox="1"/>
          <p:nvPr/>
        </p:nvSpPr>
        <p:spPr>
          <a:xfrm>
            <a:off x="795565" y="543644"/>
            <a:ext cx="737653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effectLst/>
                <a:latin typeface="BankGothic Lt BT" panose="020B0607020203060204" pitchFamily="34" charset="0"/>
              </a:rPr>
              <a:t>A graph showcasing CLV trends.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effectLst/>
                <a:latin typeface="BankGothic Lt BT" panose="020B0607020203060204" pitchFamily="34" charset="0"/>
              </a:rPr>
              <a:t>Insights on the impact of offline and online spending.</a:t>
            </a:r>
          </a:p>
        </p:txBody>
      </p:sp>
      <p:graphicFrame>
        <p:nvGraphicFramePr>
          <p:cNvPr id="55" name="Chart 54">
            <a:extLst>
              <a:ext uri="{FF2B5EF4-FFF2-40B4-BE49-F238E27FC236}">
                <a16:creationId xmlns:a16="http://schemas.microsoft.com/office/drawing/2014/main" id="{AEB75765-E133-5BD8-3156-FD65BD3DE8F4}"/>
              </a:ext>
              <a:ext uri="{147F2762-F138-4A5C-976F-8EAC2B608ADB}">
                <a16:predDERef xmlns:a16="http://schemas.microsoft.com/office/drawing/2014/main" pred="{28103A4F-C08F-815C-89FD-8E8A12CFF9F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84150249"/>
              </p:ext>
            </p:extLst>
          </p:nvPr>
        </p:nvGraphicFramePr>
        <p:xfrm>
          <a:off x="394620" y="1184192"/>
          <a:ext cx="4835859" cy="36223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7" name="TextBox 56">
            <a:extLst>
              <a:ext uri="{FF2B5EF4-FFF2-40B4-BE49-F238E27FC236}">
                <a16:creationId xmlns:a16="http://schemas.microsoft.com/office/drawing/2014/main" id="{72E2C185-6E92-2103-2ECB-2E852F0B9257}"/>
              </a:ext>
            </a:extLst>
          </p:cNvPr>
          <p:cNvSpPr txBox="1"/>
          <p:nvPr/>
        </p:nvSpPr>
        <p:spPr>
          <a:xfrm>
            <a:off x="5286791" y="1414368"/>
            <a:ext cx="3887534" cy="28931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b="1" dirty="0">
                <a:latin typeface="BankGothic Lt BT" panose="020B0607020203060204" pitchFamily="34" charset="0"/>
              </a:rPr>
              <a:t>Customer Lifetime Value (CLV)</a:t>
            </a:r>
          </a:p>
          <a:p>
            <a:endParaRPr lang="en-US" b="1" dirty="0">
              <a:latin typeface="BankGothic Lt BT" panose="020B0607020203060204" pitchFamily="34" charset="0"/>
            </a:endParaRPr>
          </a:p>
          <a:p>
            <a:r>
              <a:rPr lang="en-US" b="1" u="sng" dirty="0">
                <a:latin typeface="BankGothic Lt BT" panose="020B0607020203060204" pitchFamily="34" charset="0"/>
              </a:rPr>
              <a:t>Description:</a:t>
            </a:r>
            <a:br>
              <a:rPr lang="en-US" dirty="0">
                <a:latin typeface="BankGothic Lt BT" panose="020B0607020203060204" pitchFamily="34" charset="0"/>
              </a:rPr>
            </a:br>
            <a:r>
              <a:rPr lang="en-US" dirty="0">
                <a:latin typeface="BankGothic Lt BT" panose="020B0607020203060204" pitchFamily="34" charset="0"/>
              </a:rPr>
              <a:t>This chart visualizes the </a:t>
            </a:r>
            <a:r>
              <a:rPr lang="en-US" b="1" dirty="0">
                <a:latin typeface="BankGothic Lt BT" panose="020B0607020203060204" pitchFamily="34" charset="0"/>
              </a:rPr>
              <a:t>lifetime value of customers</a:t>
            </a:r>
            <a:r>
              <a:rPr lang="en-US" dirty="0">
                <a:latin typeface="BankGothic Lt BT" panose="020B0607020203060204" pitchFamily="34" charset="0"/>
              </a:rPr>
              <a:t> by comparing their offline and online spending patterns.</a:t>
            </a:r>
          </a:p>
          <a:p>
            <a:endParaRPr lang="en-US" dirty="0">
              <a:latin typeface="BankGothic Lt BT" panose="020B0607020203060204" pitchFamily="34" charset="0"/>
            </a:endParaRPr>
          </a:p>
          <a:p>
            <a:r>
              <a:rPr lang="en-US" b="1" u="sng" dirty="0">
                <a:latin typeface="BankGothic Lt BT" panose="020B0607020203060204" pitchFamily="34" charset="0"/>
              </a:rPr>
              <a:t>Key Insight:</a:t>
            </a:r>
            <a:endParaRPr lang="en-US" u="sng" dirty="0">
              <a:latin typeface="BankGothic Lt BT" panose="020B060702020306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ankGothic Lt BT" panose="020B0607020203060204" pitchFamily="34" charset="0"/>
              </a:rPr>
              <a:t>Shows how customers contribute to revenue over 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ankGothic Lt BT" panose="020B0607020203060204" pitchFamily="34" charset="0"/>
              </a:rPr>
              <a:t>Helps identify high-value customers.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4" name="Google Shape;2284;p30"/>
          <p:cNvSpPr txBox="1">
            <a:spLocks noGrp="1"/>
          </p:cNvSpPr>
          <p:nvPr>
            <p:ph type="title"/>
          </p:nvPr>
        </p:nvSpPr>
        <p:spPr>
          <a:xfrm>
            <a:off x="-1336432" y="54013"/>
            <a:ext cx="7704000" cy="5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latin typeface="BankGothic Lt BT" panose="020B0607020203060204" pitchFamily="34" charset="0"/>
              </a:rPr>
              <a:t>Coupon Usage Rate</a:t>
            </a:r>
            <a:endParaRPr sz="2000" dirty="0"/>
          </a:p>
        </p:txBody>
      </p:sp>
      <p:grpSp>
        <p:nvGrpSpPr>
          <p:cNvPr id="2285" name="Google Shape;2285;p30"/>
          <p:cNvGrpSpPr/>
          <p:nvPr/>
        </p:nvGrpSpPr>
        <p:grpSpPr>
          <a:xfrm>
            <a:off x="7912324" y="4156202"/>
            <a:ext cx="775528" cy="542273"/>
            <a:chOff x="8029523" y="4269604"/>
            <a:chExt cx="400108" cy="279767"/>
          </a:xfrm>
        </p:grpSpPr>
        <p:sp>
          <p:nvSpPr>
            <p:cNvPr id="2286" name="Google Shape;2286;p30"/>
            <p:cNvSpPr/>
            <p:nvPr/>
          </p:nvSpPr>
          <p:spPr>
            <a:xfrm>
              <a:off x="8106826" y="4500710"/>
              <a:ext cx="23961" cy="23961"/>
            </a:xfrm>
            <a:custGeom>
              <a:avLst/>
              <a:gdLst/>
              <a:ahLst/>
              <a:cxnLst/>
              <a:rect l="l" t="t" r="r" b="b"/>
              <a:pathLst>
                <a:path w="716" h="716" extrusionOk="0">
                  <a:moveTo>
                    <a:pt x="358" y="1"/>
                  </a:moveTo>
                  <a:cubicBezTo>
                    <a:pt x="144" y="1"/>
                    <a:pt x="1" y="144"/>
                    <a:pt x="1" y="358"/>
                  </a:cubicBezTo>
                  <a:cubicBezTo>
                    <a:pt x="1" y="572"/>
                    <a:pt x="144" y="715"/>
                    <a:pt x="358" y="715"/>
                  </a:cubicBezTo>
                  <a:cubicBezTo>
                    <a:pt x="572" y="715"/>
                    <a:pt x="715" y="572"/>
                    <a:pt x="715" y="358"/>
                  </a:cubicBezTo>
                  <a:cubicBezTo>
                    <a:pt x="715" y="167"/>
                    <a:pt x="572" y="1"/>
                    <a:pt x="35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7" name="Google Shape;2287;p30"/>
            <p:cNvSpPr/>
            <p:nvPr/>
          </p:nvSpPr>
          <p:spPr>
            <a:xfrm>
              <a:off x="8355468" y="4500710"/>
              <a:ext cx="23961" cy="23961"/>
            </a:xfrm>
            <a:custGeom>
              <a:avLst/>
              <a:gdLst/>
              <a:ahLst/>
              <a:cxnLst/>
              <a:rect l="l" t="t" r="r" b="b"/>
              <a:pathLst>
                <a:path w="716" h="716" extrusionOk="0">
                  <a:moveTo>
                    <a:pt x="358" y="1"/>
                  </a:moveTo>
                  <a:cubicBezTo>
                    <a:pt x="168" y="1"/>
                    <a:pt x="1" y="144"/>
                    <a:pt x="1" y="358"/>
                  </a:cubicBezTo>
                  <a:cubicBezTo>
                    <a:pt x="1" y="572"/>
                    <a:pt x="168" y="715"/>
                    <a:pt x="358" y="715"/>
                  </a:cubicBezTo>
                  <a:cubicBezTo>
                    <a:pt x="572" y="715"/>
                    <a:pt x="715" y="572"/>
                    <a:pt x="715" y="358"/>
                  </a:cubicBezTo>
                  <a:cubicBezTo>
                    <a:pt x="715" y="167"/>
                    <a:pt x="572" y="1"/>
                    <a:pt x="35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8" name="Google Shape;2288;p30"/>
            <p:cNvSpPr/>
            <p:nvPr/>
          </p:nvSpPr>
          <p:spPr>
            <a:xfrm>
              <a:off x="8029523" y="4269604"/>
              <a:ext cx="400108" cy="279767"/>
            </a:xfrm>
            <a:custGeom>
              <a:avLst/>
              <a:gdLst/>
              <a:ahLst/>
              <a:cxnLst/>
              <a:rect l="l" t="t" r="r" b="b"/>
              <a:pathLst>
                <a:path w="11956" h="8360" extrusionOk="0">
                  <a:moveTo>
                    <a:pt x="3978" y="381"/>
                  </a:moveTo>
                  <a:cubicBezTo>
                    <a:pt x="4168" y="381"/>
                    <a:pt x="4359" y="572"/>
                    <a:pt x="4359" y="763"/>
                  </a:cubicBezTo>
                  <a:lnTo>
                    <a:pt x="4359" y="977"/>
                  </a:lnTo>
                  <a:lnTo>
                    <a:pt x="3573" y="977"/>
                  </a:lnTo>
                  <a:lnTo>
                    <a:pt x="3573" y="763"/>
                  </a:lnTo>
                  <a:lnTo>
                    <a:pt x="3597" y="763"/>
                  </a:lnTo>
                  <a:cubicBezTo>
                    <a:pt x="3597" y="572"/>
                    <a:pt x="3763" y="381"/>
                    <a:pt x="3978" y="381"/>
                  </a:cubicBezTo>
                  <a:close/>
                  <a:moveTo>
                    <a:pt x="8503" y="2406"/>
                  </a:moveTo>
                  <a:lnTo>
                    <a:pt x="8955" y="3739"/>
                  </a:lnTo>
                  <a:lnTo>
                    <a:pt x="7526" y="3739"/>
                  </a:lnTo>
                  <a:cubicBezTo>
                    <a:pt x="7407" y="3739"/>
                    <a:pt x="7312" y="3668"/>
                    <a:pt x="7312" y="3549"/>
                  </a:cubicBezTo>
                  <a:lnTo>
                    <a:pt x="7312" y="2406"/>
                  </a:lnTo>
                  <a:close/>
                  <a:moveTo>
                    <a:pt x="9336" y="2430"/>
                  </a:moveTo>
                  <a:lnTo>
                    <a:pt x="9836" y="3787"/>
                  </a:lnTo>
                  <a:lnTo>
                    <a:pt x="9312" y="3787"/>
                  </a:lnTo>
                  <a:lnTo>
                    <a:pt x="8860" y="2430"/>
                  </a:lnTo>
                  <a:close/>
                  <a:moveTo>
                    <a:pt x="5311" y="1334"/>
                  </a:moveTo>
                  <a:lnTo>
                    <a:pt x="5645" y="5240"/>
                  </a:lnTo>
                  <a:lnTo>
                    <a:pt x="2311" y="5240"/>
                  </a:lnTo>
                  <a:lnTo>
                    <a:pt x="2644" y="1334"/>
                  </a:lnTo>
                  <a:lnTo>
                    <a:pt x="3240" y="1334"/>
                  </a:lnTo>
                  <a:lnTo>
                    <a:pt x="3240" y="1715"/>
                  </a:lnTo>
                  <a:cubicBezTo>
                    <a:pt x="3240" y="1810"/>
                    <a:pt x="3311" y="1906"/>
                    <a:pt x="3406" y="1906"/>
                  </a:cubicBezTo>
                  <a:cubicBezTo>
                    <a:pt x="3501" y="1906"/>
                    <a:pt x="3597" y="1810"/>
                    <a:pt x="3597" y="1715"/>
                  </a:cubicBezTo>
                  <a:lnTo>
                    <a:pt x="3597" y="1334"/>
                  </a:lnTo>
                  <a:lnTo>
                    <a:pt x="4359" y="1334"/>
                  </a:lnTo>
                  <a:lnTo>
                    <a:pt x="4359" y="1715"/>
                  </a:lnTo>
                  <a:cubicBezTo>
                    <a:pt x="4359" y="1810"/>
                    <a:pt x="4454" y="1906"/>
                    <a:pt x="4549" y="1906"/>
                  </a:cubicBezTo>
                  <a:cubicBezTo>
                    <a:pt x="4621" y="1906"/>
                    <a:pt x="4716" y="1810"/>
                    <a:pt x="4716" y="1715"/>
                  </a:cubicBezTo>
                  <a:lnTo>
                    <a:pt x="4716" y="1334"/>
                  </a:lnTo>
                  <a:close/>
                  <a:moveTo>
                    <a:pt x="8788" y="1715"/>
                  </a:moveTo>
                  <a:cubicBezTo>
                    <a:pt x="8931" y="1715"/>
                    <a:pt x="9098" y="1810"/>
                    <a:pt x="9146" y="1953"/>
                  </a:cubicBezTo>
                  <a:lnTo>
                    <a:pt x="9217" y="2120"/>
                  </a:lnTo>
                  <a:lnTo>
                    <a:pt x="7121" y="2120"/>
                  </a:lnTo>
                  <a:cubicBezTo>
                    <a:pt x="7026" y="2120"/>
                    <a:pt x="6955" y="2191"/>
                    <a:pt x="6955" y="2287"/>
                  </a:cubicBezTo>
                  <a:lnTo>
                    <a:pt x="6955" y="3596"/>
                  </a:lnTo>
                  <a:cubicBezTo>
                    <a:pt x="6955" y="3906"/>
                    <a:pt x="7193" y="4144"/>
                    <a:pt x="7479" y="4144"/>
                  </a:cubicBezTo>
                  <a:lnTo>
                    <a:pt x="10074" y="4144"/>
                  </a:lnTo>
                  <a:lnTo>
                    <a:pt x="11360" y="4549"/>
                  </a:lnTo>
                  <a:cubicBezTo>
                    <a:pt x="11503" y="4620"/>
                    <a:pt x="11622" y="4763"/>
                    <a:pt x="11622" y="4906"/>
                  </a:cubicBezTo>
                  <a:lnTo>
                    <a:pt x="11622" y="5240"/>
                  </a:lnTo>
                  <a:lnTo>
                    <a:pt x="11384" y="5240"/>
                  </a:lnTo>
                  <a:cubicBezTo>
                    <a:pt x="11289" y="5240"/>
                    <a:pt x="11217" y="5335"/>
                    <a:pt x="11217" y="5406"/>
                  </a:cubicBezTo>
                  <a:cubicBezTo>
                    <a:pt x="11217" y="5502"/>
                    <a:pt x="11289" y="5597"/>
                    <a:pt x="11384" y="5597"/>
                  </a:cubicBezTo>
                  <a:lnTo>
                    <a:pt x="11598" y="5597"/>
                  </a:lnTo>
                  <a:lnTo>
                    <a:pt x="11598" y="6192"/>
                  </a:lnTo>
                  <a:cubicBezTo>
                    <a:pt x="11598" y="6335"/>
                    <a:pt x="11503" y="6454"/>
                    <a:pt x="11384" y="6549"/>
                  </a:cubicBezTo>
                  <a:lnTo>
                    <a:pt x="11027" y="6716"/>
                  </a:lnTo>
                  <a:cubicBezTo>
                    <a:pt x="10813" y="6407"/>
                    <a:pt x="10503" y="6192"/>
                    <a:pt x="10074" y="6192"/>
                  </a:cubicBezTo>
                  <a:cubicBezTo>
                    <a:pt x="9669" y="6192"/>
                    <a:pt x="9288" y="6430"/>
                    <a:pt x="9122" y="6764"/>
                  </a:cubicBezTo>
                  <a:lnTo>
                    <a:pt x="3621" y="6764"/>
                  </a:lnTo>
                  <a:cubicBezTo>
                    <a:pt x="3430" y="6430"/>
                    <a:pt x="3073" y="6192"/>
                    <a:pt x="2668" y="6192"/>
                  </a:cubicBezTo>
                  <a:cubicBezTo>
                    <a:pt x="2239" y="6192"/>
                    <a:pt x="1882" y="6430"/>
                    <a:pt x="1715" y="6764"/>
                  </a:cubicBezTo>
                  <a:lnTo>
                    <a:pt x="429" y="6764"/>
                  </a:lnTo>
                  <a:lnTo>
                    <a:pt x="429" y="5621"/>
                  </a:lnTo>
                  <a:lnTo>
                    <a:pt x="1382" y="5621"/>
                  </a:lnTo>
                  <a:cubicBezTo>
                    <a:pt x="1477" y="5621"/>
                    <a:pt x="1549" y="5525"/>
                    <a:pt x="1549" y="5454"/>
                  </a:cubicBezTo>
                  <a:cubicBezTo>
                    <a:pt x="1549" y="5359"/>
                    <a:pt x="1477" y="5263"/>
                    <a:pt x="1382" y="5263"/>
                  </a:cubicBezTo>
                  <a:lnTo>
                    <a:pt x="429" y="5263"/>
                  </a:lnTo>
                  <a:lnTo>
                    <a:pt x="429" y="1715"/>
                  </a:lnTo>
                  <a:lnTo>
                    <a:pt x="2239" y="1715"/>
                  </a:lnTo>
                  <a:lnTo>
                    <a:pt x="1954" y="5240"/>
                  </a:lnTo>
                  <a:cubicBezTo>
                    <a:pt x="1954" y="5335"/>
                    <a:pt x="1977" y="5454"/>
                    <a:pt x="2025" y="5502"/>
                  </a:cubicBezTo>
                  <a:cubicBezTo>
                    <a:pt x="2096" y="5573"/>
                    <a:pt x="2216" y="5621"/>
                    <a:pt x="2311" y="5621"/>
                  </a:cubicBezTo>
                  <a:lnTo>
                    <a:pt x="5597" y="5621"/>
                  </a:lnTo>
                  <a:cubicBezTo>
                    <a:pt x="5692" y="5621"/>
                    <a:pt x="5811" y="5597"/>
                    <a:pt x="5883" y="5502"/>
                  </a:cubicBezTo>
                  <a:cubicBezTo>
                    <a:pt x="5931" y="5454"/>
                    <a:pt x="5954" y="5311"/>
                    <a:pt x="5954" y="5240"/>
                  </a:cubicBezTo>
                  <a:lnTo>
                    <a:pt x="5669" y="1715"/>
                  </a:lnTo>
                  <a:close/>
                  <a:moveTo>
                    <a:pt x="2668" y="6549"/>
                  </a:moveTo>
                  <a:cubicBezTo>
                    <a:pt x="3073" y="6549"/>
                    <a:pt x="3406" y="6883"/>
                    <a:pt x="3406" y="7288"/>
                  </a:cubicBezTo>
                  <a:cubicBezTo>
                    <a:pt x="3406" y="7669"/>
                    <a:pt x="3073" y="8026"/>
                    <a:pt x="2668" y="8026"/>
                  </a:cubicBezTo>
                  <a:cubicBezTo>
                    <a:pt x="2239" y="8026"/>
                    <a:pt x="1930" y="7692"/>
                    <a:pt x="1930" y="7288"/>
                  </a:cubicBezTo>
                  <a:cubicBezTo>
                    <a:pt x="1930" y="6883"/>
                    <a:pt x="2239" y="6549"/>
                    <a:pt x="2668" y="6549"/>
                  </a:cubicBezTo>
                  <a:close/>
                  <a:moveTo>
                    <a:pt x="10098" y="6549"/>
                  </a:moveTo>
                  <a:cubicBezTo>
                    <a:pt x="10527" y="6549"/>
                    <a:pt x="10860" y="6883"/>
                    <a:pt x="10860" y="7288"/>
                  </a:cubicBezTo>
                  <a:cubicBezTo>
                    <a:pt x="10860" y="7669"/>
                    <a:pt x="10527" y="8026"/>
                    <a:pt x="10098" y="8026"/>
                  </a:cubicBezTo>
                  <a:cubicBezTo>
                    <a:pt x="9693" y="8026"/>
                    <a:pt x="9360" y="7692"/>
                    <a:pt x="9360" y="7288"/>
                  </a:cubicBezTo>
                  <a:cubicBezTo>
                    <a:pt x="9360" y="6883"/>
                    <a:pt x="9693" y="6549"/>
                    <a:pt x="10098" y="6549"/>
                  </a:cubicBezTo>
                  <a:close/>
                  <a:moveTo>
                    <a:pt x="3906" y="0"/>
                  </a:moveTo>
                  <a:cubicBezTo>
                    <a:pt x="3501" y="0"/>
                    <a:pt x="3168" y="334"/>
                    <a:pt x="3168" y="739"/>
                  </a:cubicBezTo>
                  <a:lnTo>
                    <a:pt x="3168" y="953"/>
                  </a:lnTo>
                  <a:lnTo>
                    <a:pt x="2573" y="953"/>
                  </a:lnTo>
                  <a:cubicBezTo>
                    <a:pt x="2406" y="953"/>
                    <a:pt x="2239" y="1096"/>
                    <a:pt x="2216" y="1286"/>
                  </a:cubicBezTo>
                  <a:lnTo>
                    <a:pt x="2216" y="1310"/>
                  </a:lnTo>
                  <a:lnTo>
                    <a:pt x="358" y="1310"/>
                  </a:lnTo>
                  <a:cubicBezTo>
                    <a:pt x="167" y="1310"/>
                    <a:pt x="1" y="1453"/>
                    <a:pt x="1" y="1667"/>
                  </a:cubicBezTo>
                  <a:lnTo>
                    <a:pt x="1" y="6692"/>
                  </a:lnTo>
                  <a:cubicBezTo>
                    <a:pt x="1" y="6907"/>
                    <a:pt x="167" y="7050"/>
                    <a:pt x="358" y="7050"/>
                  </a:cubicBezTo>
                  <a:lnTo>
                    <a:pt x="1501" y="7050"/>
                  </a:lnTo>
                  <a:cubicBezTo>
                    <a:pt x="1501" y="7097"/>
                    <a:pt x="1477" y="7169"/>
                    <a:pt x="1477" y="7264"/>
                  </a:cubicBezTo>
                  <a:cubicBezTo>
                    <a:pt x="1477" y="7859"/>
                    <a:pt x="1977" y="8359"/>
                    <a:pt x="2573" y="8359"/>
                  </a:cubicBezTo>
                  <a:cubicBezTo>
                    <a:pt x="3168" y="8359"/>
                    <a:pt x="3668" y="7859"/>
                    <a:pt x="3668" y="7264"/>
                  </a:cubicBezTo>
                  <a:cubicBezTo>
                    <a:pt x="3668" y="7192"/>
                    <a:pt x="3668" y="7145"/>
                    <a:pt x="3644" y="7050"/>
                  </a:cubicBezTo>
                  <a:lnTo>
                    <a:pt x="9003" y="7050"/>
                  </a:lnTo>
                  <a:cubicBezTo>
                    <a:pt x="9003" y="7097"/>
                    <a:pt x="8979" y="7169"/>
                    <a:pt x="8979" y="7264"/>
                  </a:cubicBezTo>
                  <a:cubicBezTo>
                    <a:pt x="8979" y="7859"/>
                    <a:pt x="9479" y="8359"/>
                    <a:pt x="10074" y="8359"/>
                  </a:cubicBezTo>
                  <a:cubicBezTo>
                    <a:pt x="10670" y="8359"/>
                    <a:pt x="11170" y="7859"/>
                    <a:pt x="11170" y="7264"/>
                  </a:cubicBezTo>
                  <a:cubicBezTo>
                    <a:pt x="11170" y="7169"/>
                    <a:pt x="11170" y="7073"/>
                    <a:pt x="11146" y="7026"/>
                  </a:cubicBezTo>
                  <a:lnTo>
                    <a:pt x="11503" y="6835"/>
                  </a:lnTo>
                  <a:cubicBezTo>
                    <a:pt x="11741" y="6716"/>
                    <a:pt x="11932" y="6454"/>
                    <a:pt x="11932" y="6192"/>
                  </a:cubicBezTo>
                  <a:lnTo>
                    <a:pt x="11932" y="4882"/>
                  </a:lnTo>
                  <a:cubicBezTo>
                    <a:pt x="11956" y="4573"/>
                    <a:pt x="11741" y="4287"/>
                    <a:pt x="11456" y="4192"/>
                  </a:cubicBezTo>
                  <a:lnTo>
                    <a:pt x="10217" y="3787"/>
                  </a:lnTo>
                  <a:lnTo>
                    <a:pt x="9455" y="1787"/>
                  </a:lnTo>
                  <a:cubicBezTo>
                    <a:pt x="9336" y="1525"/>
                    <a:pt x="9074" y="1310"/>
                    <a:pt x="8764" y="1310"/>
                  </a:cubicBezTo>
                  <a:lnTo>
                    <a:pt x="5621" y="1310"/>
                  </a:lnTo>
                  <a:lnTo>
                    <a:pt x="5621" y="1286"/>
                  </a:lnTo>
                  <a:cubicBezTo>
                    <a:pt x="5573" y="1096"/>
                    <a:pt x="5430" y="953"/>
                    <a:pt x="5264" y="953"/>
                  </a:cubicBezTo>
                  <a:lnTo>
                    <a:pt x="4668" y="953"/>
                  </a:lnTo>
                  <a:lnTo>
                    <a:pt x="4668" y="739"/>
                  </a:lnTo>
                  <a:cubicBezTo>
                    <a:pt x="4668" y="334"/>
                    <a:pt x="4335" y="0"/>
                    <a:pt x="390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9" name="Google Shape;2289;p30"/>
            <p:cNvSpPr/>
            <p:nvPr/>
          </p:nvSpPr>
          <p:spPr>
            <a:xfrm>
              <a:off x="8243897" y="4444925"/>
              <a:ext cx="149087" cy="11980"/>
            </a:xfrm>
            <a:custGeom>
              <a:avLst/>
              <a:gdLst/>
              <a:ahLst/>
              <a:cxnLst/>
              <a:rect l="l" t="t" r="r" b="b"/>
              <a:pathLst>
                <a:path w="4455" h="358" extrusionOk="0">
                  <a:moveTo>
                    <a:pt x="191" y="1"/>
                  </a:moveTo>
                  <a:cubicBezTo>
                    <a:pt x="96" y="1"/>
                    <a:pt x="1" y="96"/>
                    <a:pt x="1" y="167"/>
                  </a:cubicBezTo>
                  <a:cubicBezTo>
                    <a:pt x="1" y="263"/>
                    <a:pt x="96" y="358"/>
                    <a:pt x="191" y="358"/>
                  </a:cubicBezTo>
                  <a:lnTo>
                    <a:pt x="4264" y="358"/>
                  </a:lnTo>
                  <a:cubicBezTo>
                    <a:pt x="4359" y="358"/>
                    <a:pt x="4454" y="263"/>
                    <a:pt x="4454" y="167"/>
                  </a:cubicBezTo>
                  <a:cubicBezTo>
                    <a:pt x="4407" y="96"/>
                    <a:pt x="4359" y="1"/>
                    <a:pt x="426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90" name="Google Shape;2290;p30"/>
          <p:cNvSpPr/>
          <p:nvPr/>
        </p:nvSpPr>
        <p:spPr>
          <a:xfrm>
            <a:off x="204400" y="142996"/>
            <a:ext cx="614063" cy="679232"/>
          </a:xfrm>
          <a:custGeom>
            <a:avLst/>
            <a:gdLst/>
            <a:ahLst/>
            <a:cxnLst/>
            <a:rect l="l" t="t" r="r" b="b"/>
            <a:pathLst>
              <a:path w="10765" h="11908" extrusionOk="0">
                <a:moveTo>
                  <a:pt x="3335" y="7240"/>
                </a:moveTo>
                <a:cubicBezTo>
                  <a:pt x="3549" y="7240"/>
                  <a:pt x="3716" y="7407"/>
                  <a:pt x="3716" y="7621"/>
                </a:cubicBezTo>
                <a:cubicBezTo>
                  <a:pt x="3716" y="7835"/>
                  <a:pt x="3525" y="8002"/>
                  <a:pt x="3335" y="8002"/>
                </a:cubicBezTo>
                <a:cubicBezTo>
                  <a:pt x="3120" y="8002"/>
                  <a:pt x="2954" y="7835"/>
                  <a:pt x="2954" y="7621"/>
                </a:cubicBezTo>
                <a:cubicBezTo>
                  <a:pt x="2930" y="7407"/>
                  <a:pt x="3120" y="7240"/>
                  <a:pt x="3335" y="7240"/>
                </a:cubicBezTo>
                <a:close/>
                <a:moveTo>
                  <a:pt x="7407" y="7240"/>
                </a:moveTo>
                <a:cubicBezTo>
                  <a:pt x="7621" y="7240"/>
                  <a:pt x="7788" y="7407"/>
                  <a:pt x="7788" y="7621"/>
                </a:cubicBezTo>
                <a:cubicBezTo>
                  <a:pt x="7788" y="7835"/>
                  <a:pt x="7621" y="8002"/>
                  <a:pt x="7407" y="8002"/>
                </a:cubicBezTo>
                <a:cubicBezTo>
                  <a:pt x="7193" y="8002"/>
                  <a:pt x="7026" y="7835"/>
                  <a:pt x="7026" y="7621"/>
                </a:cubicBezTo>
                <a:cubicBezTo>
                  <a:pt x="7050" y="7407"/>
                  <a:pt x="7193" y="7240"/>
                  <a:pt x="7407" y="7240"/>
                </a:cubicBezTo>
                <a:close/>
                <a:moveTo>
                  <a:pt x="8431" y="3692"/>
                </a:moveTo>
                <a:cubicBezTo>
                  <a:pt x="8860" y="3692"/>
                  <a:pt x="9264" y="4025"/>
                  <a:pt x="9336" y="4477"/>
                </a:cubicBezTo>
                <a:lnTo>
                  <a:pt x="10407" y="10431"/>
                </a:lnTo>
                <a:cubicBezTo>
                  <a:pt x="10407" y="10693"/>
                  <a:pt x="10336" y="10979"/>
                  <a:pt x="10146" y="11193"/>
                </a:cubicBezTo>
                <a:cubicBezTo>
                  <a:pt x="9979" y="11407"/>
                  <a:pt x="9693" y="11526"/>
                  <a:pt x="9431" y="11526"/>
                </a:cubicBezTo>
                <a:lnTo>
                  <a:pt x="1334" y="11526"/>
                </a:lnTo>
                <a:cubicBezTo>
                  <a:pt x="1072" y="11526"/>
                  <a:pt x="810" y="11407"/>
                  <a:pt x="620" y="11193"/>
                </a:cubicBezTo>
                <a:cubicBezTo>
                  <a:pt x="453" y="10979"/>
                  <a:pt x="358" y="10693"/>
                  <a:pt x="405" y="10431"/>
                </a:cubicBezTo>
                <a:lnTo>
                  <a:pt x="1477" y="4477"/>
                </a:lnTo>
                <a:cubicBezTo>
                  <a:pt x="1572" y="4025"/>
                  <a:pt x="1953" y="3692"/>
                  <a:pt x="2406" y="3692"/>
                </a:cubicBezTo>
                <a:lnTo>
                  <a:pt x="2620" y="3692"/>
                </a:lnTo>
                <a:lnTo>
                  <a:pt x="2620" y="5930"/>
                </a:lnTo>
                <a:cubicBezTo>
                  <a:pt x="2620" y="6311"/>
                  <a:pt x="2715" y="6692"/>
                  <a:pt x="2858" y="7049"/>
                </a:cubicBezTo>
                <a:cubicBezTo>
                  <a:pt x="2715" y="7216"/>
                  <a:pt x="2620" y="7383"/>
                  <a:pt x="2620" y="7597"/>
                </a:cubicBezTo>
                <a:cubicBezTo>
                  <a:pt x="2620" y="8002"/>
                  <a:pt x="2954" y="8335"/>
                  <a:pt x="3358" y="8335"/>
                </a:cubicBezTo>
                <a:cubicBezTo>
                  <a:pt x="3501" y="8335"/>
                  <a:pt x="3668" y="8288"/>
                  <a:pt x="3811" y="8192"/>
                </a:cubicBezTo>
                <a:cubicBezTo>
                  <a:pt x="4287" y="8526"/>
                  <a:pt x="4811" y="8693"/>
                  <a:pt x="5406" y="8693"/>
                </a:cubicBezTo>
                <a:cubicBezTo>
                  <a:pt x="6002" y="8693"/>
                  <a:pt x="6550" y="8526"/>
                  <a:pt x="7026" y="8192"/>
                </a:cubicBezTo>
                <a:cubicBezTo>
                  <a:pt x="7145" y="8288"/>
                  <a:pt x="7288" y="8335"/>
                  <a:pt x="7478" y="8335"/>
                </a:cubicBezTo>
                <a:cubicBezTo>
                  <a:pt x="7883" y="8335"/>
                  <a:pt x="8217" y="8002"/>
                  <a:pt x="8217" y="7597"/>
                </a:cubicBezTo>
                <a:cubicBezTo>
                  <a:pt x="8217" y="7383"/>
                  <a:pt x="8121" y="7168"/>
                  <a:pt x="7978" y="7049"/>
                </a:cubicBezTo>
                <a:cubicBezTo>
                  <a:pt x="8121" y="6692"/>
                  <a:pt x="8217" y="6311"/>
                  <a:pt x="8217" y="5930"/>
                </a:cubicBezTo>
                <a:lnTo>
                  <a:pt x="8217" y="3692"/>
                </a:lnTo>
                <a:close/>
                <a:moveTo>
                  <a:pt x="5383" y="0"/>
                </a:moveTo>
                <a:cubicBezTo>
                  <a:pt x="4263" y="0"/>
                  <a:pt x="3358" y="929"/>
                  <a:pt x="3358" y="2025"/>
                </a:cubicBezTo>
                <a:lnTo>
                  <a:pt x="3358" y="4073"/>
                </a:lnTo>
                <a:cubicBezTo>
                  <a:pt x="3358" y="4168"/>
                  <a:pt x="3454" y="4263"/>
                  <a:pt x="3549" y="4263"/>
                </a:cubicBezTo>
                <a:cubicBezTo>
                  <a:pt x="3620" y="4263"/>
                  <a:pt x="3716" y="4168"/>
                  <a:pt x="3716" y="4073"/>
                </a:cubicBezTo>
                <a:lnTo>
                  <a:pt x="3716" y="3692"/>
                </a:lnTo>
                <a:lnTo>
                  <a:pt x="6526" y="3692"/>
                </a:lnTo>
                <a:cubicBezTo>
                  <a:pt x="6597" y="3692"/>
                  <a:pt x="6692" y="3596"/>
                  <a:pt x="6692" y="3525"/>
                </a:cubicBezTo>
                <a:cubicBezTo>
                  <a:pt x="6692" y="3430"/>
                  <a:pt x="6597" y="3334"/>
                  <a:pt x="6526" y="3334"/>
                </a:cubicBezTo>
                <a:lnTo>
                  <a:pt x="3716" y="3334"/>
                </a:lnTo>
                <a:lnTo>
                  <a:pt x="3716" y="2025"/>
                </a:lnTo>
                <a:cubicBezTo>
                  <a:pt x="3716" y="1096"/>
                  <a:pt x="4454" y="334"/>
                  <a:pt x="5406" y="334"/>
                </a:cubicBezTo>
                <a:cubicBezTo>
                  <a:pt x="6359" y="334"/>
                  <a:pt x="7121" y="1072"/>
                  <a:pt x="7121" y="2025"/>
                </a:cubicBezTo>
                <a:lnTo>
                  <a:pt x="7121" y="4073"/>
                </a:lnTo>
                <a:cubicBezTo>
                  <a:pt x="7121" y="4168"/>
                  <a:pt x="7193" y="4263"/>
                  <a:pt x="7288" y="4263"/>
                </a:cubicBezTo>
                <a:cubicBezTo>
                  <a:pt x="7383" y="4263"/>
                  <a:pt x="7478" y="4168"/>
                  <a:pt x="7478" y="4073"/>
                </a:cubicBezTo>
                <a:lnTo>
                  <a:pt x="7478" y="3692"/>
                </a:lnTo>
                <a:lnTo>
                  <a:pt x="7859" y="3692"/>
                </a:lnTo>
                <a:lnTo>
                  <a:pt x="7859" y="5930"/>
                </a:lnTo>
                <a:cubicBezTo>
                  <a:pt x="7859" y="6263"/>
                  <a:pt x="7788" y="6573"/>
                  <a:pt x="7645" y="6883"/>
                </a:cubicBezTo>
                <a:cubicBezTo>
                  <a:pt x="7597" y="6859"/>
                  <a:pt x="7526" y="6859"/>
                  <a:pt x="7478" y="6859"/>
                </a:cubicBezTo>
                <a:cubicBezTo>
                  <a:pt x="7050" y="6859"/>
                  <a:pt x="6716" y="7168"/>
                  <a:pt x="6716" y="7597"/>
                </a:cubicBezTo>
                <a:cubicBezTo>
                  <a:pt x="6716" y="7716"/>
                  <a:pt x="6764" y="7835"/>
                  <a:pt x="6788" y="7930"/>
                </a:cubicBezTo>
                <a:cubicBezTo>
                  <a:pt x="6359" y="8216"/>
                  <a:pt x="5883" y="8359"/>
                  <a:pt x="5383" y="8359"/>
                </a:cubicBezTo>
                <a:cubicBezTo>
                  <a:pt x="4883" y="8359"/>
                  <a:pt x="4406" y="8216"/>
                  <a:pt x="3978" y="7930"/>
                </a:cubicBezTo>
                <a:cubicBezTo>
                  <a:pt x="4049" y="7835"/>
                  <a:pt x="4049" y="7716"/>
                  <a:pt x="4049" y="7597"/>
                </a:cubicBezTo>
                <a:cubicBezTo>
                  <a:pt x="4049" y="7168"/>
                  <a:pt x="3716" y="6859"/>
                  <a:pt x="3311" y="6859"/>
                </a:cubicBezTo>
                <a:cubicBezTo>
                  <a:pt x="3239" y="6859"/>
                  <a:pt x="3192" y="6859"/>
                  <a:pt x="3120" y="6883"/>
                </a:cubicBezTo>
                <a:cubicBezTo>
                  <a:pt x="3001" y="6573"/>
                  <a:pt x="2906" y="6263"/>
                  <a:pt x="2906" y="5930"/>
                </a:cubicBezTo>
                <a:lnTo>
                  <a:pt x="2906" y="3525"/>
                </a:lnTo>
                <a:cubicBezTo>
                  <a:pt x="2906" y="3453"/>
                  <a:pt x="2882" y="3430"/>
                  <a:pt x="2858" y="3406"/>
                </a:cubicBezTo>
                <a:cubicBezTo>
                  <a:pt x="2834" y="3358"/>
                  <a:pt x="2763" y="3334"/>
                  <a:pt x="2739" y="3334"/>
                </a:cubicBezTo>
                <a:lnTo>
                  <a:pt x="2406" y="3334"/>
                </a:lnTo>
                <a:cubicBezTo>
                  <a:pt x="1787" y="3334"/>
                  <a:pt x="1239" y="3787"/>
                  <a:pt x="1120" y="4406"/>
                </a:cubicBezTo>
                <a:lnTo>
                  <a:pt x="48" y="10360"/>
                </a:lnTo>
                <a:cubicBezTo>
                  <a:pt x="1" y="10741"/>
                  <a:pt x="96" y="11145"/>
                  <a:pt x="334" y="11431"/>
                </a:cubicBezTo>
                <a:cubicBezTo>
                  <a:pt x="548" y="11741"/>
                  <a:pt x="929" y="11907"/>
                  <a:pt x="1310" y="11907"/>
                </a:cubicBezTo>
                <a:lnTo>
                  <a:pt x="9407" y="11907"/>
                </a:lnTo>
                <a:cubicBezTo>
                  <a:pt x="9788" y="11907"/>
                  <a:pt x="10146" y="11741"/>
                  <a:pt x="10384" y="11431"/>
                </a:cubicBezTo>
                <a:cubicBezTo>
                  <a:pt x="10646" y="11145"/>
                  <a:pt x="10765" y="10741"/>
                  <a:pt x="10717" y="10360"/>
                </a:cubicBezTo>
                <a:lnTo>
                  <a:pt x="9645" y="4406"/>
                </a:lnTo>
                <a:cubicBezTo>
                  <a:pt x="9526" y="3787"/>
                  <a:pt x="8979" y="3334"/>
                  <a:pt x="8359" y="3334"/>
                </a:cubicBezTo>
                <a:lnTo>
                  <a:pt x="7407" y="3334"/>
                </a:lnTo>
                <a:lnTo>
                  <a:pt x="7407" y="2025"/>
                </a:lnTo>
                <a:cubicBezTo>
                  <a:pt x="7407" y="905"/>
                  <a:pt x="6478" y="0"/>
                  <a:pt x="5383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440032-C41B-485C-FDD0-428DB0582947}"/>
              </a:ext>
            </a:extLst>
          </p:cNvPr>
          <p:cNvSpPr txBox="1"/>
          <p:nvPr/>
        </p:nvSpPr>
        <p:spPr>
          <a:xfrm>
            <a:off x="860928" y="546488"/>
            <a:ext cx="7772083" cy="1029705"/>
          </a:xfrm>
          <a:prstGeom prst="rect">
            <a:avLst/>
          </a:prstGeom>
          <a:solidFill>
            <a:schemeClr val="accent2">
              <a:lumMod val="9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BankGothic Lt BT" panose="020B0607020203060204" pitchFamily="34" charset="0"/>
              </a:rPr>
              <a:t>Pie chart visualization of coupon usage.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BankGothic Lt BT" panose="020B0607020203060204" pitchFamily="34" charset="0"/>
              </a:rPr>
              <a:t>Highlight key statistics, such as the percentage of usage by gender or region.</a:t>
            </a:r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ECBB8856-C614-E38C-40F3-D35F20717F5E}"/>
              </a:ext>
              <a:ext uri="{147F2762-F138-4A5C-976F-8EAC2B608ADB}">
                <a16:predDERef xmlns:a16="http://schemas.microsoft.com/office/drawing/2014/main" pred="{D51AF47E-129A-507E-2C4E-71E0DEDDAAB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62945454"/>
              </p:ext>
            </p:extLst>
          </p:nvPr>
        </p:nvGraphicFramePr>
        <p:xfrm>
          <a:off x="917441" y="1783846"/>
          <a:ext cx="3332056" cy="28435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85108F8F-B31C-1C37-5AFE-87E640FE59B8}"/>
              </a:ext>
            </a:extLst>
          </p:cNvPr>
          <p:cNvSpPr txBox="1"/>
          <p:nvPr/>
        </p:nvSpPr>
        <p:spPr>
          <a:xfrm>
            <a:off x="4352503" y="1576193"/>
            <a:ext cx="3732879" cy="3430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b="1" dirty="0">
                <a:latin typeface="BankGothic Lt BT" panose="020B0607020203060204" pitchFamily="34" charset="0"/>
              </a:rPr>
              <a:t>C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nkGothic Lt BT" panose="020B0607020203060204" pitchFamily="34" charset="0"/>
              </a:rPr>
              <a:t>oupon Usage Rate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nkGothic Lt BT" panose="020B0607020203060204" pitchFamily="34" charset="0"/>
            </a:endParaRP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nkGothic Lt BT" panose="020B0607020203060204" pitchFamily="34" charset="0"/>
              </a:rPr>
              <a:t>Description: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nkGothic Lt BT" panose="020B060702020306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nkGothic Lt BT" panose="020B0607020203060204" pitchFamily="34" charset="0"/>
              </a:rPr>
              <a:t>A pie chart displaying the percentage of customers who use coupons.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nkGothic Lt BT" panose="020B0607020203060204" pitchFamily="34" charset="0"/>
              </a:rPr>
              <a:t>Key Insight:</a:t>
            </a:r>
            <a:endParaRPr kumimoji="0" lang="en-US" altLang="en-US" b="0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nkGothic Lt BT" panose="020B0607020203060204" pitchFamily="34" charset="0"/>
            </a:endParaRP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nkGothic Lt BT" panose="020B0607020203060204" pitchFamily="34" charset="0"/>
              </a:rPr>
              <a:t>Highlights the effectiveness of coupons in attracting customers.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nkGothic Lt BT" panose="020B0607020203060204" pitchFamily="34" charset="0"/>
              </a:rPr>
              <a:t>Provides insights into customer behavior based on discounts.</a:t>
            </a:r>
          </a:p>
        </p:txBody>
      </p:sp>
      <p:grpSp>
        <p:nvGrpSpPr>
          <p:cNvPr id="15" name="Google Shape;5058;p65">
            <a:extLst>
              <a:ext uri="{FF2B5EF4-FFF2-40B4-BE49-F238E27FC236}">
                <a16:creationId xmlns:a16="http://schemas.microsoft.com/office/drawing/2014/main" id="{E876C0AC-CFD1-6EB4-074A-5BCD7684FCF4}"/>
              </a:ext>
            </a:extLst>
          </p:cNvPr>
          <p:cNvGrpSpPr/>
          <p:nvPr/>
        </p:nvGrpSpPr>
        <p:grpSpPr>
          <a:xfrm>
            <a:off x="8812258" y="3452173"/>
            <a:ext cx="1454700" cy="1408058"/>
            <a:chOff x="1825800" y="1651625"/>
            <a:chExt cx="539989" cy="571775"/>
          </a:xfrm>
        </p:grpSpPr>
        <p:sp>
          <p:nvSpPr>
            <p:cNvPr id="16" name="Google Shape;5059;p65">
              <a:extLst>
                <a:ext uri="{FF2B5EF4-FFF2-40B4-BE49-F238E27FC236}">
                  <a16:creationId xmlns:a16="http://schemas.microsoft.com/office/drawing/2014/main" id="{1CCFA000-70F9-7811-BA78-F77A48A48476}"/>
                </a:ext>
              </a:extLst>
            </p:cNvPr>
            <p:cNvSpPr/>
            <p:nvPr/>
          </p:nvSpPr>
          <p:spPr>
            <a:xfrm>
              <a:off x="2093189" y="1651625"/>
              <a:ext cx="272600" cy="287950"/>
            </a:xfrm>
            <a:custGeom>
              <a:avLst/>
              <a:gdLst/>
              <a:ahLst/>
              <a:cxnLst/>
              <a:rect l="l" t="t" r="r" b="b"/>
              <a:pathLst>
                <a:path w="10904" h="11518" extrusionOk="0">
                  <a:moveTo>
                    <a:pt x="2" y="1"/>
                  </a:moveTo>
                  <a:lnTo>
                    <a:pt x="0" y="11518"/>
                  </a:lnTo>
                  <a:lnTo>
                    <a:pt x="10904" y="11518"/>
                  </a:lnTo>
                  <a:cubicBezTo>
                    <a:pt x="10391" y="5596"/>
                    <a:pt x="5836" y="826"/>
                    <a:pt x="2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667E9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" name="Google Shape;5060;p65">
              <a:extLst>
                <a:ext uri="{FF2B5EF4-FFF2-40B4-BE49-F238E27FC236}">
                  <a16:creationId xmlns:a16="http://schemas.microsoft.com/office/drawing/2014/main" id="{BA414675-289F-C34F-4E21-7F79971711CD}"/>
                </a:ext>
              </a:extLst>
            </p:cNvPr>
            <p:cNvSpPr/>
            <p:nvPr/>
          </p:nvSpPr>
          <p:spPr>
            <a:xfrm>
              <a:off x="1825800" y="1967150"/>
              <a:ext cx="231900" cy="233575"/>
            </a:xfrm>
            <a:custGeom>
              <a:avLst/>
              <a:gdLst/>
              <a:ahLst/>
              <a:cxnLst/>
              <a:rect l="l" t="t" r="r" b="b"/>
              <a:pathLst>
                <a:path w="9276" h="9343" extrusionOk="0">
                  <a:moveTo>
                    <a:pt x="0" y="1"/>
                  </a:moveTo>
                  <a:cubicBezTo>
                    <a:pt x="465" y="4930"/>
                    <a:pt x="4350" y="8842"/>
                    <a:pt x="9275" y="9343"/>
                  </a:cubicBezTo>
                  <a:lnTo>
                    <a:pt x="9275" y="1"/>
                  </a:lnTo>
                  <a:close/>
                </a:path>
              </a:pathLst>
            </a:custGeom>
            <a:noFill/>
            <a:ln w="9525" cap="flat" cmpd="sng">
              <a:solidFill>
                <a:srgbClr val="445D7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5061;p65">
              <a:extLst>
                <a:ext uri="{FF2B5EF4-FFF2-40B4-BE49-F238E27FC236}">
                  <a16:creationId xmlns:a16="http://schemas.microsoft.com/office/drawing/2014/main" id="{8DD2F043-D477-3E05-50E2-46F72E2F26DB}"/>
                </a:ext>
              </a:extLst>
            </p:cNvPr>
            <p:cNvSpPr/>
            <p:nvPr/>
          </p:nvSpPr>
          <p:spPr>
            <a:xfrm>
              <a:off x="2093189" y="1967150"/>
              <a:ext cx="244350" cy="256250"/>
            </a:xfrm>
            <a:custGeom>
              <a:avLst/>
              <a:gdLst/>
              <a:ahLst/>
              <a:cxnLst/>
              <a:rect l="l" t="t" r="r" b="b"/>
              <a:pathLst>
                <a:path w="9774" h="10250" extrusionOk="0">
                  <a:moveTo>
                    <a:pt x="0" y="1"/>
                  </a:moveTo>
                  <a:lnTo>
                    <a:pt x="0" y="10249"/>
                  </a:lnTo>
                  <a:cubicBezTo>
                    <a:pt x="5200" y="9514"/>
                    <a:pt x="9280" y="5280"/>
                    <a:pt x="9773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CFD9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5062;p65">
              <a:extLst>
                <a:ext uri="{FF2B5EF4-FFF2-40B4-BE49-F238E27FC236}">
                  <a16:creationId xmlns:a16="http://schemas.microsoft.com/office/drawing/2014/main" id="{4EE460CB-0E0B-7BD7-AFBE-671B8DEDF342}"/>
                </a:ext>
              </a:extLst>
            </p:cNvPr>
            <p:cNvSpPr/>
            <p:nvPr/>
          </p:nvSpPr>
          <p:spPr>
            <a:xfrm>
              <a:off x="1851375" y="1730300"/>
              <a:ext cx="206325" cy="209275"/>
            </a:xfrm>
            <a:custGeom>
              <a:avLst/>
              <a:gdLst/>
              <a:ahLst/>
              <a:cxnLst/>
              <a:rect l="l" t="t" r="r" b="b"/>
              <a:pathLst>
                <a:path w="8253" h="8371" extrusionOk="0">
                  <a:moveTo>
                    <a:pt x="8252" y="1"/>
                  </a:moveTo>
                  <a:cubicBezTo>
                    <a:pt x="3865" y="441"/>
                    <a:pt x="383" y="3959"/>
                    <a:pt x="1" y="8371"/>
                  </a:cubicBezTo>
                  <a:lnTo>
                    <a:pt x="8252" y="8371"/>
                  </a:lnTo>
                  <a:lnTo>
                    <a:pt x="8252" y="1"/>
                  </a:lnTo>
                  <a:close/>
                </a:path>
              </a:pathLst>
            </a:custGeom>
            <a:noFill/>
            <a:ln w="9525" cap="flat" cmpd="sng">
              <a:solidFill>
                <a:srgbClr val="869FB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8" name="Google Shape;229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286000" y="1731759"/>
            <a:ext cx="2286000" cy="268569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1221C08-D980-C902-0BBF-25CF4A0A3853}"/>
              </a:ext>
            </a:extLst>
          </p:cNvPr>
          <p:cNvSpPr txBox="1"/>
          <p:nvPr/>
        </p:nvSpPr>
        <p:spPr>
          <a:xfrm>
            <a:off x="4895386" y="1267092"/>
            <a:ext cx="3969833" cy="36150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b="1" dirty="0">
                <a:latin typeface="BankGothic Lt BT" panose="020B0607020203060204" pitchFamily="34" charset="0"/>
              </a:rPr>
              <a:t>Churn Rate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nkGothic Lt BT" panose="020B0607020203060204" pitchFamily="34" charset="0"/>
            </a:endParaRP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nkGothic Lt BT" panose="020B0607020203060204" pitchFamily="34" charset="0"/>
              </a:rPr>
              <a:t>Description: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BankGothic Lt BT" panose="020B0607020203060204" pitchFamily="34" charset="0"/>
              </a:rPr>
              <a:t>Tracks the percentage of customers leaving (churn rate) over different time periods.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nkGothic Lt BT" panose="020B0607020203060204" pitchFamily="34" charset="0"/>
              </a:rPr>
            </a:br>
            <a:r>
              <a:rPr kumimoji="0" lang="en-US" altLang="en-US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nkGothic Lt BT" panose="020B0607020203060204" pitchFamily="34" charset="0"/>
              </a:rPr>
              <a:t>Key Insight: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BankGothic Lt BT" panose="020B0607020203060204" pitchFamily="34" charset="0"/>
              </a:rPr>
              <a:t>Shows customer retention trends.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BankGothic Lt BT" panose="020B0607020203060204" pitchFamily="34" charset="0"/>
              </a:rPr>
              <a:t>Helps identify periods of high churn for corrective actions.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0B200AC5-D441-E1DA-7730-BAEB05059BC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45538093"/>
              </p:ext>
            </p:extLst>
          </p:nvPr>
        </p:nvGraphicFramePr>
        <p:xfrm>
          <a:off x="109607" y="1628257"/>
          <a:ext cx="4752326" cy="28926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6748481A-D901-7AEB-AB97-8E845820A27A}"/>
              </a:ext>
            </a:extLst>
          </p:cNvPr>
          <p:cNvSpPr txBox="1"/>
          <p:nvPr/>
        </p:nvSpPr>
        <p:spPr>
          <a:xfrm>
            <a:off x="618477" y="560552"/>
            <a:ext cx="6077414" cy="70654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nkGothic Lt BT" panose="020B0607020203060204" pitchFamily="34" charset="0"/>
              </a:rPr>
              <a:t>Line graph tracking churn rate over time.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nkGothic Lt BT" panose="020B0607020203060204" pitchFamily="34" charset="0"/>
              </a:rPr>
              <a:t>Key drivers for churn and strategies to address them. 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2E85856-70FB-46C1-717F-60C71E1BFF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477" y="95609"/>
            <a:ext cx="8949269" cy="389655"/>
          </a:xfrm>
        </p:spPr>
        <p:txBody>
          <a:bodyPr/>
          <a:lstStyle/>
          <a:p>
            <a:pPr algn="l"/>
            <a:r>
              <a:rPr lang="en-I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nkGothic Lt BT" panose="020B0607020203060204" pitchFamily="34" charset="0"/>
              </a:rPr>
              <a:t>Churn Rate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7" name="Google Shape;230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711453" y="-161363"/>
            <a:ext cx="1517815" cy="1904102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BC337821-F7DA-9406-E401-8A784EFC0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189" y="-264860"/>
            <a:ext cx="10353762" cy="970450"/>
          </a:xfrm>
        </p:spPr>
        <p:txBody>
          <a:bodyPr/>
          <a:lstStyle/>
          <a:p>
            <a:pPr algn="l"/>
            <a:r>
              <a:rPr lang="en-IN" sz="2400" b="1" dirty="0">
                <a:latin typeface="BankGothic Lt BT" panose="020B0607020203060204" pitchFamily="34" charset="0"/>
              </a:rPr>
              <a:t>Online vs Offline Revenue Split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23DD9B5B-6AB4-4E1C-B08B-EAB82455E1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189" y="-18014"/>
            <a:ext cx="9854529" cy="13388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None/>
              <a:defRPr sz="18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None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None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None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None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None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None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None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None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dirty="0">
              <a:solidFill>
                <a:schemeClr val="tx1"/>
              </a:solidFill>
              <a:latin typeface="BankGothic Lt BT" panose="020B0607020203060204" pitchFamily="34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BankGothic Lt BT" panose="020B0607020203060204" pitchFamily="34" charset="0"/>
              </a:rPr>
              <a:t>Bar chart comparison.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BankGothic Lt BT" panose="020B0607020203060204" pitchFamily="34" charset="0"/>
              </a:rPr>
              <a:t>Mention trends and actionable recommendations to balance revenue streams. </a:t>
            </a:r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2E19416E-26F5-9D0D-B09C-3E944AF95B92}"/>
              </a:ext>
              <a:ext uri="{147F2762-F138-4A5C-976F-8EAC2B608ADB}">
                <a16:predDERef xmlns:a16="http://schemas.microsoft.com/office/drawing/2014/main" pred="{2BBA170E-DDFD-1E01-BEC6-CC69CA618CA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35737964"/>
              </p:ext>
            </p:extLst>
          </p:nvPr>
        </p:nvGraphicFramePr>
        <p:xfrm>
          <a:off x="165189" y="1621850"/>
          <a:ext cx="4068289" cy="32138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192236D9-4D80-8EF7-FC43-80EDE41C2141}"/>
              </a:ext>
            </a:extLst>
          </p:cNvPr>
          <p:cNvSpPr txBox="1"/>
          <p:nvPr/>
        </p:nvSpPr>
        <p:spPr>
          <a:xfrm>
            <a:off x="4359683" y="1320814"/>
            <a:ext cx="5427601" cy="2705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b="1" dirty="0">
                <a:latin typeface="BankGothic Lt BT" panose="020B0607020203060204" pitchFamily="34" charset="0"/>
              </a:rPr>
              <a:t>Online VS Offline Revenue Split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nkGothic Lt BT" panose="020B0607020203060204" pitchFamily="34" charset="0"/>
            </a:endParaRP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nkGothic Lt BT" panose="020B0607020203060204" pitchFamily="34" charset="0"/>
              </a:rPr>
              <a:t>Description: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nkGothic Lt BT" panose="020B0607020203060204" pitchFamily="34" charset="0"/>
              </a:rPr>
            </a:b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nkGothic Lt BT" panose="020B0607020203060204" pitchFamily="34" charset="0"/>
            </a:endParaRP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nkGothic Lt BT" panose="020B0607020203060204" pitchFamily="34" charset="0"/>
              </a:rPr>
              <a:t>Key Insight: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dirty="0"/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FE2825AA-5630-C0B3-E5B1-A633DDB4DD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7301" y="2033141"/>
            <a:ext cx="5429983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nkGothic Lt BT" panose="020B0607020203060204" pitchFamily="34" charset="0"/>
              </a:rPr>
              <a:t>Compares the revenue generated from online and offline channels.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7FC33A9B-00A2-6293-0A30-B26CEA077C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7301" y="2885986"/>
            <a:ext cx="4987421" cy="18100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nkGothic Lt BT" panose="020B0607020203060204" pitchFamily="34" charset="0"/>
              </a:rPr>
              <a:t>Illustrates the balance between online and offline revenue streams.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nkGothic Lt BT" panose="020B0607020203060204" pitchFamily="34" charset="0"/>
              </a:rPr>
              <a:t>Helps in strategizing resource allocation for channels.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E64332F2-B702-76B2-3859-33A4001A6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06" y="-210865"/>
            <a:ext cx="10353762" cy="970450"/>
          </a:xfrm>
        </p:spPr>
        <p:txBody>
          <a:bodyPr/>
          <a:lstStyle/>
          <a:p>
            <a:pPr algn="l"/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nkGothic Lt BT" panose="020B0607020203060204" pitchFamily="34" charset="0"/>
              </a:rPr>
              <a:t>Average Order Value (AOV)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957D506B-CD5B-F1AF-AD39-0204849BA3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406" y="22313"/>
            <a:ext cx="7894018" cy="12464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Light"/>
              <a:buChar char="●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1pPr>
            <a:lvl2pPr marL="914400" marR="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Light"/>
              <a:buChar char="○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2pPr>
            <a:lvl3pPr marL="1371600" marR="0" lvl="2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 Light"/>
              <a:buChar char="■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3pPr>
            <a:lvl4pPr marL="1828800" marR="0" lvl="3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 Light"/>
              <a:buChar char="●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Light"/>
              <a:buChar char="○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Light"/>
              <a:buChar char="■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6pPr>
            <a:lvl7pPr marL="3200400" marR="0" lvl="6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 Light"/>
              <a:buChar char="●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7pPr>
            <a:lvl8pPr marL="3657600" marR="0" lvl="7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 Light"/>
              <a:buChar char="○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Light"/>
              <a:buChar char="■"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BankGothic Lt BT" panose="020B0607020203060204" pitchFamily="34" charset="0"/>
              </a:rPr>
              <a:t>Line graph analysis of AOV trends.</a:t>
            </a: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BankGothic Lt BT" panose="020B0607020203060204" pitchFamily="34" charset="0"/>
              </a:rPr>
              <a:t>Key insights, such as seasonality or customer behavior. </a:t>
            </a: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ACEDB21C-4325-3902-F97B-AEC2F53E3A3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77589014"/>
              </p:ext>
            </p:extLst>
          </p:nvPr>
        </p:nvGraphicFramePr>
        <p:xfrm>
          <a:off x="335583" y="1268808"/>
          <a:ext cx="7894018" cy="19499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Rectangle 2">
            <a:extLst>
              <a:ext uri="{FF2B5EF4-FFF2-40B4-BE49-F238E27FC236}">
                <a16:creationId xmlns:a16="http://schemas.microsoft.com/office/drawing/2014/main" id="{547DDCE0-1753-E349-9D9F-37308105E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406" y="3311048"/>
            <a:ext cx="13001625" cy="1846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nkGothic Lt BT" panose="020B0607020203060204" pitchFamily="34" charset="0"/>
              </a:rPr>
              <a:t>Description: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nkGothic Lt BT" panose="020B060702020306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nkGothic Lt BT" panose="020B0607020203060204" pitchFamily="34" charset="0"/>
              </a:rPr>
              <a:t>Displays the average value of orders placed by customers over time.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nkGothic Lt BT" panose="020B060702020306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u="sng" dirty="0">
                <a:solidFill>
                  <a:schemeClr val="tx1"/>
                </a:solidFill>
                <a:latin typeface="BankGothic Lt BT" panose="020B0607020203060204" pitchFamily="34" charset="0"/>
              </a:rPr>
              <a:t> </a:t>
            </a:r>
            <a:r>
              <a:rPr lang="en-US" altLang="en-US" sz="1600" b="1" u="sng" dirty="0">
                <a:latin typeface="BankGothic Lt BT" panose="020B0607020203060204" pitchFamily="34" charset="0"/>
              </a:rPr>
              <a:t>Key Insight: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nkGothic Lt BT" panose="020B0607020203060204" pitchFamily="34" charset="0"/>
              </a:rPr>
              <a:t>fluctuations in spending habits.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nkGothic Lt BT" panose="020B0607020203060204" pitchFamily="34" charset="0"/>
              </a:rPr>
              <a:t>Helps identify opportunities to increase order values.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1" name="Google Shape;2321;p34"/>
          <p:cNvSpPr/>
          <p:nvPr/>
        </p:nvSpPr>
        <p:spPr>
          <a:xfrm>
            <a:off x="715100" y="2958800"/>
            <a:ext cx="4389600" cy="603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23" name="Google Shape;232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23699" y="2817552"/>
            <a:ext cx="1432600" cy="2184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24" name="Google Shape;2324;p34"/>
          <p:cNvGrpSpPr/>
          <p:nvPr/>
        </p:nvGrpSpPr>
        <p:grpSpPr>
          <a:xfrm>
            <a:off x="343817" y="128279"/>
            <a:ext cx="579743" cy="1134819"/>
            <a:chOff x="4921825" y="870250"/>
            <a:chExt cx="407925" cy="798550"/>
          </a:xfrm>
        </p:grpSpPr>
        <p:sp>
          <p:nvSpPr>
            <p:cNvPr id="2325" name="Google Shape;2325;p34"/>
            <p:cNvSpPr/>
            <p:nvPr/>
          </p:nvSpPr>
          <p:spPr>
            <a:xfrm>
              <a:off x="4921825" y="109267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0"/>
                  </a:moveTo>
                  <a:cubicBezTo>
                    <a:pt x="569" y="0"/>
                    <a:pt x="509" y="18"/>
                    <a:pt x="452" y="54"/>
                  </a:cubicBezTo>
                  <a:cubicBezTo>
                    <a:pt x="201" y="179"/>
                    <a:pt x="0" y="530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2" y="1031"/>
                  </a:cubicBezTo>
                  <a:cubicBezTo>
                    <a:pt x="702" y="906"/>
                    <a:pt x="878" y="580"/>
                    <a:pt x="878" y="304"/>
                  </a:cubicBezTo>
                  <a:cubicBezTo>
                    <a:pt x="878" y="108"/>
                    <a:pt x="763" y="0"/>
                    <a:pt x="624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6" name="Google Shape;2326;p34"/>
            <p:cNvSpPr/>
            <p:nvPr/>
          </p:nvSpPr>
          <p:spPr>
            <a:xfrm>
              <a:off x="5018325" y="1037425"/>
              <a:ext cx="21950" cy="26725"/>
            </a:xfrm>
            <a:custGeom>
              <a:avLst/>
              <a:gdLst/>
              <a:ahLst/>
              <a:cxnLst/>
              <a:rect l="l" t="t" r="r" b="b"/>
              <a:pathLst>
                <a:path w="878" h="1069" extrusionOk="0">
                  <a:moveTo>
                    <a:pt x="627" y="0"/>
                  </a:moveTo>
                  <a:cubicBezTo>
                    <a:pt x="564" y="0"/>
                    <a:pt x="495" y="20"/>
                    <a:pt x="426" y="58"/>
                  </a:cubicBezTo>
                  <a:cubicBezTo>
                    <a:pt x="175" y="209"/>
                    <a:pt x="0" y="509"/>
                    <a:pt x="0" y="760"/>
                  </a:cubicBezTo>
                  <a:cubicBezTo>
                    <a:pt x="0" y="969"/>
                    <a:pt x="96" y="1069"/>
                    <a:pt x="231" y="1069"/>
                  </a:cubicBezTo>
                  <a:cubicBezTo>
                    <a:pt x="290" y="1069"/>
                    <a:pt x="357" y="1049"/>
                    <a:pt x="426" y="1011"/>
                  </a:cubicBezTo>
                  <a:cubicBezTo>
                    <a:pt x="677" y="885"/>
                    <a:pt x="877" y="585"/>
                    <a:pt x="877" y="309"/>
                  </a:cubicBezTo>
                  <a:cubicBezTo>
                    <a:pt x="877" y="100"/>
                    <a:pt x="769" y="0"/>
                    <a:pt x="627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7" name="Google Shape;2327;p34"/>
            <p:cNvSpPr/>
            <p:nvPr/>
          </p:nvSpPr>
          <p:spPr>
            <a:xfrm>
              <a:off x="5114800" y="981775"/>
              <a:ext cx="21325" cy="26900"/>
            </a:xfrm>
            <a:custGeom>
              <a:avLst/>
              <a:gdLst/>
              <a:ahLst/>
              <a:cxnLst/>
              <a:rect l="l" t="t" r="r" b="b"/>
              <a:pathLst>
                <a:path w="853" h="1076" extrusionOk="0">
                  <a:moveTo>
                    <a:pt x="611" y="0"/>
                  </a:moveTo>
                  <a:cubicBezTo>
                    <a:pt x="554" y="0"/>
                    <a:pt x="491" y="18"/>
                    <a:pt x="427" y="54"/>
                  </a:cubicBezTo>
                  <a:cubicBezTo>
                    <a:pt x="176" y="204"/>
                    <a:pt x="1" y="530"/>
                    <a:pt x="1" y="780"/>
                  </a:cubicBezTo>
                  <a:cubicBezTo>
                    <a:pt x="1" y="969"/>
                    <a:pt x="95" y="1076"/>
                    <a:pt x="227" y="1076"/>
                  </a:cubicBezTo>
                  <a:cubicBezTo>
                    <a:pt x="287" y="1076"/>
                    <a:pt x="356" y="1053"/>
                    <a:pt x="427" y="1006"/>
                  </a:cubicBezTo>
                  <a:cubicBezTo>
                    <a:pt x="677" y="906"/>
                    <a:pt x="853" y="580"/>
                    <a:pt x="853" y="304"/>
                  </a:cubicBezTo>
                  <a:cubicBezTo>
                    <a:pt x="853" y="108"/>
                    <a:pt x="751" y="0"/>
                    <a:pt x="611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8" name="Google Shape;2328;p34"/>
            <p:cNvSpPr/>
            <p:nvPr/>
          </p:nvSpPr>
          <p:spPr>
            <a:xfrm>
              <a:off x="5210050" y="92600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1"/>
                  </a:moveTo>
                  <a:cubicBezTo>
                    <a:pt x="568" y="1"/>
                    <a:pt x="509" y="18"/>
                    <a:pt x="451" y="54"/>
                  </a:cubicBezTo>
                  <a:cubicBezTo>
                    <a:pt x="226" y="204"/>
                    <a:pt x="0" y="505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1" y="1032"/>
                  </a:cubicBezTo>
                  <a:cubicBezTo>
                    <a:pt x="677" y="906"/>
                    <a:pt x="877" y="580"/>
                    <a:pt x="877" y="305"/>
                  </a:cubicBezTo>
                  <a:cubicBezTo>
                    <a:pt x="877" y="108"/>
                    <a:pt x="763" y="1"/>
                    <a:pt x="624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9" name="Google Shape;2329;p34"/>
            <p:cNvSpPr/>
            <p:nvPr/>
          </p:nvSpPr>
          <p:spPr>
            <a:xfrm>
              <a:off x="5306525" y="870250"/>
              <a:ext cx="21975" cy="27125"/>
            </a:xfrm>
            <a:custGeom>
              <a:avLst/>
              <a:gdLst/>
              <a:ahLst/>
              <a:cxnLst/>
              <a:rect l="l" t="t" r="r" b="b"/>
              <a:pathLst>
                <a:path w="879" h="1085" extrusionOk="0">
                  <a:moveTo>
                    <a:pt x="616" y="0"/>
                  </a:moveTo>
                  <a:cubicBezTo>
                    <a:pt x="556" y="0"/>
                    <a:pt x="492" y="18"/>
                    <a:pt x="427" y="53"/>
                  </a:cubicBezTo>
                  <a:cubicBezTo>
                    <a:pt x="226" y="229"/>
                    <a:pt x="1" y="505"/>
                    <a:pt x="1" y="780"/>
                  </a:cubicBezTo>
                  <a:cubicBezTo>
                    <a:pt x="1" y="977"/>
                    <a:pt x="103" y="1084"/>
                    <a:pt x="243" y="1084"/>
                  </a:cubicBezTo>
                  <a:cubicBezTo>
                    <a:pt x="300" y="1084"/>
                    <a:pt x="362" y="1067"/>
                    <a:pt x="427" y="1031"/>
                  </a:cubicBezTo>
                  <a:cubicBezTo>
                    <a:pt x="678" y="906"/>
                    <a:pt x="878" y="605"/>
                    <a:pt x="878" y="304"/>
                  </a:cubicBezTo>
                  <a:cubicBezTo>
                    <a:pt x="878" y="108"/>
                    <a:pt x="763" y="0"/>
                    <a:pt x="616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0" name="Google Shape;2330;p34"/>
            <p:cNvSpPr/>
            <p:nvPr/>
          </p:nvSpPr>
          <p:spPr>
            <a:xfrm>
              <a:off x="4921825" y="1203450"/>
              <a:ext cx="21950" cy="26750"/>
            </a:xfrm>
            <a:custGeom>
              <a:avLst/>
              <a:gdLst/>
              <a:ahLst/>
              <a:cxnLst/>
              <a:rect l="l" t="t" r="r" b="b"/>
              <a:pathLst>
                <a:path w="878" h="1070" extrusionOk="0">
                  <a:moveTo>
                    <a:pt x="636" y="1"/>
                  </a:moveTo>
                  <a:cubicBezTo>
                    <a:pt x="577" y="1"/>
                    <a:pt x="513" y="20"/>
                    <a:pt x="452" y="59"/>
                  </a:cubicBezTo>
                  <a:cubicBezTo>
                    <a:pt x="226" y="209"/>
                    <a:pt x="25" y="510"/>
                    <a:pt x="0" y="761"/>
                  </a:cubicBezTo>
                  <a:cubicBezTo>
                    <a:pt x="0" y="969"/>
                    <a:pt x="109" y="1069"/>
                    <a:pt x="251" y="1069"/>
                  </a:cubicBezTo>
                  <a:cubicBezTo>
                    <a:pt x="313" y="1069"/>
                    <a:pt x="382" y="1050"/>
                    <a:pt x="452" y="1011"/>
                  </a:cubicBezTo>
                  <a:cubicBezTo>
                    <a:pt x="702" y="886"/>
                    <a:pt x="878" y="585"/>
                    <a:pt x="878" y="310"/>
                  </a:cubicBezTo>
                  <a:cubicBezTo>
                    <a:pt x="878" y="101"/>
                    <a:pt x="769" y="1"/>
                    <a:pt x="636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1" name="Google Shape;2331;p34"/>
            <p:cNvSpPr/>
            <p:nvPr/>
          </p:nvSpPr>
          <p:spPr>
            <a:xfrm>
              <a:off x="4922450" y="131385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35" y="1"/>
                  </a:moveTo>
                  <a:cubicBezTo>
                    <a:pt x="579" y="1"/>
                    <a:pt x="516" y="18"/>
                    <a:pt x="452" y="54"/>
                  </a:cubicBezTo>
                  <a:cubicBezTo>
                    <a:pt x="201" y="204"/>
                    <a:pt x="0" y="530"/>
                    <a:pt x="0" y="781"/>
                  </a:cubicBezTo>
                  <a:cubicBezTo>
                    <a:pt x="0" y="977"/>
                    <a:pt x="102" y="1085"/>
                    <a:pt x="252" y="1085"/>
                  </a:cubicBezTo>
                  <a:cubicBezTo>
                    <a:pt x="312" y="1085"/>
                    <a:pt x="380" y="1067"/>
                    <a:pt x="452" y="1031"/>
                  </a:cubicBezTo>
                  <a:cubicBezTo>
                    <a:pt x="702" y="906"/>
                    <a:pt x="878" y="580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2" name="Google Shape;2332;p34"/>
            <p:cNvSpPr/>
            <p:nvPr/>
          </p:nvSpPr>
          <p:spPr>
            <a:xfrm>
              <a:off x="4922450" y="142475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35" y="1"/>
                  </a:moveTo>
                  <a:cubicBezTo>
                    <a:pt x="579" y="1"/>
                    <a:pt x="516" y="18"/>
                    <a:pt x="452" y="54"/>
                  </a:cubicBezTo>
                  <a:cubicBezTo>
                    <a:pt x="226" y="179"/>
                    <a:pt x="51" y="505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2" y="1032"/>
                  </a:cubicBezTo>
                  <a:cubicBezTo>
                    <a:pt x="702" y="906"/>
                    <a:pt x="878" y="605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3" name="Google Shape;2333;p34"/>
            <p:cNvSpPr/>
            <p:nvPr/>
          </p:nvSpPr>
          <p:spPr>
            <a:xfrm>
              <a:off x="4923700" y="1535550"/>
              <a:ext cx="21325" cy="26725"/>
            </a:xfrm>
            <a:custGeom>
              <a:avLst/>
              <a:gdLst/>
              <a:ahLst/>
              <a:cxnLst/>
              <a:rect l="l" t="t" r="r" b="b"/>
              <a:pathLst>
                <a:path w="853" h="1069" extrusionOk="0">
                  <a:moveTo>
                    <a:pt x="622" y="0"/>
                  </a:moveTo>
                  <a:cubicBezTo>
                    <a:pt x="563" y="0"/>
                    <a:pt x="496" y="20"/>
                    <a:pt x="427" y="58"/>
                  </a:cubicBezTo>
                  <a:cubicBezTo>
                    <a:pt x="176" y="183"/>
                    <a:pt x="1" y="484"/>
                    <a:pt x="1" y="760"/>
                  </a:cubicBezTo>
                  <a:cubicBezTo>
                    <a:pt x="1" y="968"/>
                    <a:pt x="97" y="1069"/>
                    <a:pt x="231" y="1069"/>
                  </a:cubicBezTo>
                  <a:cubicBezTo>
                    <a:pt x="291" y="1069"/>
                    <a:pt x="357" y="1049"/>
                    <a:pt x="427" y="1011"/>
                  </a:cubicBezTo>
                  <a:cubicBezTo>
                    <a:pt x="677" y="885"/>
                    <a:pt x="853" y="584"/>
                    <a:pt x="853" y="309"/>
                  </a:cubicBezTo>
                  <a:cubicBezTo>
                    <a:pt x="853" y="100"/>
                    <a:pt x="756" y="0"/>
                    <a:pt x="622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4" name="Google Shape;2334;p34"/>
            <p:cNvSpPr/>
            <p:nvPr/>
          </p:nvSpPr>
          <p:spPr>
            <a:xfrm>
              <a:off x="5018325" y="1147800"/>
              <a:ext cx="21950" cy="27150"/>
            </a:xfrm>
            <a:custGeom>
              <a:avLst/>
              <a:gdLst/>
              <a:ahLst/>
              <a:cxnLst/>
              <a:rect l="l" t="t" r="r" b="b"/>
              <a:pathLst>
                <a:path w="878" h="1086" extrusionOk="0">
                  <a:moveTo>
                    <a:pt x="615" y="1"/>
                  </a:moveTo>
                  <a:cubicBezTo>
                    <a:pt x="556" y="1"/>
                    <a:pt x="491" y="18"/>
                    <a:pt x="426" y="54"/>
                  </a:cubicBezTo>
                  <a:cubicBezTo>
                    <a:pt x="201" y="205"/>
                    <a:pt x="0" y="480"/>
                    <a:pt x="0" y="781"/>
                  </a:cubicBezTo>
                  <a:cubicBezTo>
                    <a:pt x="0" y="978"/>
                    <a:pt x="102" y="1085"/>
                    <a:pt x="242" y="1085"/>
                  </a:cubicBezTo>
                  <a:cubicBezTo>
                    <a:pt x="299" y="1085"/>
                    <a:pt x="361" y="1068"/>
                    <a:pt x="426" y="1032"/>
                  </a:cubicBezTo>
                  <a:cubicBezTo>
                    <a:pt x="677" y="906"/>
                    <a:pt x="877" y="581"/>
                    <a:pt x="877" y="305"/>
                  </a:cubicBezTo>
                  <a:cubicBezTo>
                    <a:pt x="877" y="108"/>
                    <a:pt x="763" y="1"/>
                    <a:pt x="61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5" name="Google Shape;2335;p34"/>
            <p:cNvSpPr/>
            <p:nvPr/>
          </p:nvSpPr>
          <p:spPr>
            <a:xfrm>
              <a:off x="5114800" y="1092050"/>
              <a:ext cx="21325" cy="27125"/>
            </a:xfrm>
            <a:custGeom>
              <a:avLst/>
              <a:gdLst/>
              <a:ahLst/>
              <a:cxnLst/>
              <a:rect l="l" t="t" r="r" b="b"/>
              <a:pathLst>
                <a:path w="853" h="1085" extrusionOk="0">
                  <a:moveTo>
                    <a:pt x="611" y="0"/>
                  </a:moveTo>
                  <a:cubicBezTo>
                    <a:pt x="554" y="0"/>
                    <a:pt x="491" y="18"/>
                    <a:pt x="427" y="54"/>
                  </a:cubicBezTo>
                  <a:cubicBezTo>
                    <a:pt x="201" y="204"/>
                    <a:pt x="1" y="530"/>
                    <a:pt x="1" y="781"/>
                  </a:cubicBezTo>
                  <a:cubicBezTo>
                    <a:pt x="1" y="977"/>
                    <a:pt x="103" y="1085"/>
                    <a:pt x="243" y="1085"/>
                  </a:cubicBezTo>
                  <a:cubicBezTo>
                    <a:pt x="299" y="1085"/>
                    <a:pt x="362" y="1067"/>
                    <a:pt x="427" y="1031"/>
                  </a:cubicBezTo>
                  <a:cubicBezTo>
                    <a:pt x="677" y="906"/>
                    <a:pt x="853" y="580"/>
                    <a:pt x="853" y="304"/>
                  </a:cubicBezTo>
                  <a:cubicBezTo>
                    <a:pt x="853" y="108"/>
                    <a:pt x="751" y="0"/>
                    <a:pt x="611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6" name="Google Shape;2336;p34"/>
            <p:cNvSpPr/>
            <p:nvPr/>
          </p:nvSpPr>
          <p:spPr>
            <a:xfrm>
              <a:off x="5210675" y="103627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35" y="1"/>
                  </a:moveTo>
                  <a:cubicBezTo>
                    <a:pt x="579" y="1"/>
                    <a:pt x="516" y="18"/>
                    <a:pt x="451" y="54"/>
                  </a:cubicBezTo>
                  <a:cubicBezTo>
                    <a:pt x="201" y="230"/>
                    <a:pt x="0" y="530"/>
                    <a:pt x="0" y="781"/>
                  </a:cubicBezTo>
                  <a:cubicBezTo>
                    <a:pt x="0" y="978"/>
                    <a:pt x="115" y="1085"/>
                    <a:pt x="263" y="1085"/>
                  </a:cubicBezTo>
                  <a:cubicBezTo>
                    <a:pt x="322" y="1085"/>
                    <a:pt x="387" y="1068"/>
                    <a:pt x="451" y="1032"/>
                  </a:cubicBezTo>
                  <a:cubicBezTo>
                    <a:pt x="702" y="906"/>
                    <a:pt x="878" y="580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7" name="Google Shape;2337;p34"/>
            <p:cNvSpPr/>
            <p:nvPr/>
          </p:nvSpPr>
          <p:spPr>
            <a:xfrm>
              <a:off x="5307150" y="981775"/>
              <a:ext cx="21975" cy="26900"/>
            </a:xfrm>
            <a:custGeom>
              <a:avLst/>
              <a:gdLst/>
              <a:ahLst/>
              <a:cxnLst/>
              <a:rect l="l" t="t" r="r" b="b"/>
              <a:pathLst>
                <a:path w="879" h="1076" extrusionOk="0">
                  <a:moveTo>
                    <a:pt x="625" y="0"/>
                  </a:moveTo>
                  <a:cubicBezTo>
                    <a:pt x="569" y="0"/>
                    <a:pt x="510" y="18"/>
                    <a:pt x="452" y="54"/>
                  </a:cubicBezTo>
                  <a:cubicBezTo>
                    <a:pt x="201" y="179"/>
                    <a:pt x="1" y="480"/>
                    <a:pt x="1" y="780"/>
                  </a:cubicBezTo>
                  <a:cubicBezTo>
                    <a:pt x="1" y="969"/>
                    <a:pt x="107" y="1076"/>
                    <a:pt x="246" y="1076"/>
                  </a:cubicBezTo>
                  <a:cubicBezTo>
                    <a:pt x="310" y="1076"/>
                    <a:pt x="381" y="1053"/>
                    <a:pt x="452" y="1006"/>
                  </a:cubicBezTo>
                  <a:cubicBezTo>
                    <a:pt x="678" y="906"/>
                    <a:pt x="878" y="580"/>
                    <a:pt x="878" y="304"/>
                  </a:cubicBezTo>
                  <a:cubicBezTo>
                    <a:pt x="878" y="108"/>
                    <a:pt x="763" y="0"/>
                    <a:pt x="625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8" name="Google Shape;2338;p34"/>
            <p:cNvSpPr/>
            <p:nvPr/>
          </p:nvSpPr>
          <p:spPr>
            <a:xfrm>
              <a:off x="5018950" y="125810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0"/>
                  </a:moveTo>
                  <a:cubicBezTo>
                    <a:pt x="568" y="0"/>
                    <a:pt x="509" y="17"/>
                    <a:pt x="451" y="53"/>
                  </a:cubicBezTo>
                  <a:cubicBezTo>
                    <a:pt x="176" y="204"/>
                    <a:pt x="0" y="504"/>
                    <a:pt x="0" y="780"/>
                  </a:cubicBezTo>
                  <a:cubicBezTo>
                    <a:pt x="0" y="977"/>
                    <a:pt x="115" y="1084"/>
                    <a:pt x="262" y="1084"/>
                  </a:cubicBezTo>
                  <a:cubicBezTo>
                    <a:pt x="322" y="1084"/>
                    <a:pt x="387" y="1067"/>
                    <a:pt x="451" y="1031"/>
                  </a:cubicBezTo>
                  <a:cubicBezTo>
                    <a:pt x="702" y="905"/>
                    <a:pt x="877" y="580"/>
                    <a:pt x="877" y="304"/>
                  </a:cubicBezTo>
                  <a:cubicBezTo>
                    <a:pt x="877" y="107"/>
                    <a:pt x="763" y="0"/>
                    <a:pt x="624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9" name="Google Shape;2339;p34"/>
            <p:cNvSpPr/>
            <p:nvPr/>
          </p:nvSpPr>
          <p:spPr>
            <a:xfrm>
              <a:off x="5018950" y="1369225"/>
              <a:ext cx="21950" cy="27000"/>
            </a:xfrm>
            <a:custGeom>
              <a:avLst/>
              <a:gdLst/>
              <a:ahLst/>
              <a:cxnLst/>
              <a:rect l="l" t="t" r="r" b="b"/>
              <a:pathLst>
                <a:path w="878" h="1080" extrusionOk="0">
                  <a:moveTo>
                    <a:pt x="637" y="0"/>
                  </a:moveTo>
                  <a:cubicBezTo>
                    <a:pt x="578" y="0"/>
                    <a:pt x="513" y="23"/>
                    <a:pt x="451" y="70"/>
                  </a:cubicBezTo>
                  <a:cubicBezTo>
                    <a:pt x="176" y="195"/>
                    <a:pt x="0" y="496"/>
                    <a:pt x="0" y="771"/>
                  </a:cubicBezTo>
                  <a:cubicBezTo>
                    <a:pt x="0" y="980"/>
                    <a:pt x="109" y="1080"/>
                    <a:pt x="250" y="1080"/>
                  </a:cubicBezTo>
                  <a:cubicBezTo>
                    <a:pt x="313" y="1080"/>
                    <a:pt x="382" y="1060"/>
                    <a:pt x="451" y="1022"/>
                  </a:cubicBezTo>
                  <a:cubicBezTo>
                    <a:pt x="702" y="897"/>
                    <a:pt x="877" y="596"/>
                    <a:pt x="877" y="320"/>
                  </a:cubicBezTo>
                  <a:cubicBezTo>
                    <a:pt x="877" y="113"/>
                    <a:pt x="770" y="0"/>
                    <a:pt x="637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0" name="Google Shape;2340;p34"/>
            <p:cNvSpPr/>
            <p:nvPr/>
          </p:nvSpPr>
          <p:spPr>
            <a:xfrm>
              <a:off x="5018950" y="147990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0"/>
                  </a:moveTo>
                  <a:cubicBezTo>
                    <a:pt x="568" y="0"/>
                    <a:pt x="509" y="18"/>
                    <a:pt x="451" y="54"/>
                  </a:cubicBezTo>
                  <a:cubicBezTo>
                    <a:pt x="226" y="179"/>
                    <a:pt x="25" y="505"/>
                    <a:pt x="0" y="780"/>
                  </a:cubicBezTo>
                  <a:cubicBezTo>
                    <a:pt x="0" y="977"/>
                    <a:pt x="102" y="1084"/>
                    <a:pt x="251" y="1084"/>
                  </a:cubicBezTo>
                  <a:cubicBezTo>
                    <a:pt x="312" y="1084"/>
                    <a:pt x="379" y="1067"/>
                    <a:pt x="451" y="1031"/>
                  </a:cubicBezTo>
                  <a:cubicBezTo>
                    <a:pt x="702" y="906"/>
                    <a:pt x="877" y="580"/>
                    <a:pt x="877" y="304"/>
                  </a:cubicBezTo>
                  <a:cubicBezTo>
                    <a:pt x="877" y="108"/>
                    <a:pt x="763" y="0"/>
                    <a:pt x="624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1" name="Google Shape;2341;p34"/>
            <p:cNvSpPr/>
            <p:nvPr/>
          </p:nvSpPr>
          <p:spPr>
            <a:xfrm>
              <a:off x="5114800" y="1203450"/>
              <a:ext cx="21325" cy="26750"/>
            </a:xfrm>
            <a:custGeom>
              <a:avLst/>
              <a:gdLst/>
              <a:ahLst/>
              <a:cxnLst/>
              <a:rect l="l" t="t" r="r" b="b"/>
              <a:pathLst>
                <a:path w="853" h="1070" extrusionOk="0">
                  <a:moveTo>
                    <a:pt x="622" y="1"/>
                  </a:moveTo>
                  <a:cubicBezTo>
                    <a:pt x="563" y="1"/>
                    <a:pt x="496" y="20"/>
                    <a:pt x="427" y="59"/>
                  </a:cubicBezTo>
                  <a:cubicBezTo>
                    <a:pt x="201" y="184"/>
                    <a:pt x="26" y="485"/>
                    <a:pt x="1" y="761"/>
                  </a:cubicBezTo>
                  <a:cubicBezTo>
                    <a:pt x="1" y="969"/>
                    <a:pt x="85" y="1069"/>
                    <a:pt x="220" y="1069"/>
                  </a:cubicBezTo>
                  <a:cubicBezTo>
                    <a:pt x="280" y="1069"/>
                    <a:pt x="350" y="1050"/>
                    <a:pt x="427" y="1011"/>
                  </a:cubicBezTo>
                  <a:cubicBezTo>
                    <a:pt x="677" y="886"/>
                    <a:pt x="853" y="585"/>
                    <a:pt x="853" y="310"/>
                  </a:cubicBezTo>
                  <a:cubicBezTo>
                    <a:pt x="853" y="101"/>
                    <a:pt x="756" y="1"/>
                    <a:pt x="622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2" name="Google Shape;2342;p34"/>
            <p:cNvSpPr/>
            <p:nvPr/>
          </p:nvSpPr>
          <p:spPr>
            <a:xfrm>
              <a:off x="5210675" y="1147800"/>
              <a:ext cx="21950" cy="27150"/>
            </a:xfrm>
            <a:custGeom>
              <a:avLst/>
              <a:gdLst/>
              <a:ahLst/>
              <a:cxnLst/>
              <a:rect l="l" t="t" r="r" b="b"/>
              <a:pathLst>
                <a:path w="878" h="1086" extrusionOk="0">
                  <a:moveTo>
                    <a:pt x="635" y="1"/>
                  </a:moveTo>
                  <a:cubicBezTo>
                    <a:pt x="579" y="1"/>
                    <a:pt x="516" y="18"/>
                    <a:pt x="451" y="54"/>
                  </a:cubicBezTo>
                  <a:cubicBezTo>
                    <a:pt x="226" y="180"/>
                    <a:pt x="0" y="480"/>
                    <a:pt x="0" y="781"/>
                  </a:cubicBezTo>
                  <a:cubicBezTo>
                    <a:pt x="0" y="978"/>
                    <a:pt x="115" y="1085"/>
                    <a:pt x="263" y="1085"/>
                  </a:cubicBezTo>
                  <a:cubicBezTo>
                    <a:pt x="322" y="1085"/>
                    <a:pt x="387" y="1068"/>
                    <a:pt x="451" y="1032"/>
                  </a:cubicBezTo>
                  <a:cubicBezTo>
                    <a:pt x="702" y="906"/>
                    <a:pt x="878" y="581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3" name="Google Shape;2343;p34"/>
            <p:cNvSpPr/>
            <p:nvPr/>
          </p:nvSpPr>
          <p:spPr>
            <a:xfrm>
              <a:off x="5307150" y="1092050"/>
              <a:ext cx="21975" cy="27125"/>
            </a:xfrm>
            <a:custGeom>
              <a:avLst/>
              <a:gdLst/>
              <a:ahLst/>
              <a:cxnLst/>
              <a:rect l="l" t="t" r="r" b="b"/>
              <a:pathLst>
                <a:path w="879" h="1085" extrusionOk="0">
                  <a:moveTo>
                    <a:pt x="625" y="0"/>
                  </a:moveTo>
                  <a:cubicBezTo>
                    <a:pt x="569" y="0"/>
                    <a:pt x="510" y="18"/>
                    <a:pt x="452" y="54"/>
                  </a:cubicBezTo>
                  <a:cubicBezTo>
                    <a:pt x="227" y="179"/>
                    <a:pt x="26" y="530"/>
                    <a:pt x="1" y="781"/>
                  </a:cubicBezTo>
                  <a:cubicBezTo>
                    <a:pt x="1" y="977"/>
                    <a:pt x="116" y="1085"/>
                    <a:pt x="263" y="1085"/>
                  </a:cubicBezTo>
                  <a:cubicBezTo>
                    <a:pt x="323" y="1085"/>
                    <a:pt x="387" y="1067"/>
                    <a:pt x="452" y="1031"/>
                  </a:cubicBezTo>
                  <a:cubicBezTo>
                    <a:pt x="678" y="906"/>
                    <a:pt x="878" y="580"/>
                    <a:pt x="878" y="304"/>
                  </a:cubicBezTo>
                  <a:cubicBezTo>
                    <a:pt x="878" y="108"/>
                    <a:pt x="763" y="0"/>
                    <a:pt x="625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4" name="Google Shape;2344;p34"/>
            <p:cNvSpPr/>
            <p:nvPr/>
          </p:nvSpPr>
          <p:spPr>
            <a:xfrm>
              <a:off x="5115425" y="131385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16" y="1"/>
                  </a:moveTo>
                  <a:cubicBezTo>
                    <a:pt x="556" y="1"/>
                    <a:pt x="492" y="18"/>
                    <a:pt x="427" y="54"/>
                  </a:cubicBezTo>
                  <a:cubicBezTo>
                    <a:pt x="176" y="179"/>
                    <a:pt x="1" y="480"/>
                    <a:pt x="1" y="781"/>
                  </a:cubicBezTo>
                  <a:cubicBezTo>
                    <a:pt x="1" y="977"/>
                    <a:pt x="90" y="1085"/>
                    <a:pt x="232" y="1085"/>
                  </a:cubicBezTo>
                  <a:cubicBezTo>
                    <a:pt x="289" y="1085"/>
                    <a:pt x="355" y="1067"/>
                    <a:pt x="427" y="1031"/>
                  </a:cubicBezTo>
                  <a:cubicBezTo>
                    <a:pt x="677" y="906"/>
                    <a:pt x="878" y="580"/>
                    <a:pt x="878" y="305"/>
                  </a:cubicBezTo>
                  <a:cubicBezTo>
                    <a:pt x="878" y="108"/>
                    <a:pt x="763" y="1"/>
                    <a:pt x="616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5" name="Google Shape;2345;p34"/>
            <p:cNvSpPr/>
            <p:nvPr/>
          </p:nvSpPr>
          <p:spPr>
            <a:xfrm>
              <a:off x="5115425" y="142412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16" y="1"/>
                  </a:moveTo>
                  <a:cubicBezTo>
                    <a:pt x="556" y="1"/>
                    <a:pt x="492" y="18"/>
                    <a:pt x="427" y="54"/>
                  </a:cubicBezTo>
                  <a:cubicBezTo>
                    <a:pt x="226" y="179"/>
                    <a:pt x="26" y="530"/>
                    <a:pt x="1" y="781"/>
                  </a:cubicBezTo>
                  <a:cubicBezTo>
                    <a:pt x="1" y="977"/>
                    <a:pt x="90" y="1085"/>
                    <a:pt x="232" y="1085"/>
                  </a:cubicBezTo>
                  <a:cubicBezTo>
                    <a:pt x="289" y="1085"/>
                    <a:pt x="355" y="1067"/>
                    <a:pt x="427" y="1031"/>
                  </a:cubicBezTo>
                  <a:cubicBezTo>
                    <a:pt x="677" y="906"/>
                    <a:pt x="878" y="580"/>
                    <a:pt x="878" y="305"/>
                  </a:cubicBezTo>
                  <a:cubicBezTo>
                    <a:pt x="878" y="108"/>
                    <a:pt x="763" y="1"/>
                    <a:pt x="616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6" name="Google Shape;2346;p34"/>
            <p:cNvSpPr/>
            <p:nvPr/>
          </p:nvSpPr>
          <p:spPr>
            <a:xfrm>
              <a:off x="5211300" y="1258100"/>
              <a:ext cx="22575" cy="27125"/>
            </a:xfrm>
            <a:custGeom>
              <a:avLst/>
              <a:gdLst/>
              <a:ahLst/>
              <a:cxnLst/>
              <a:rect l="l" t="t" r="r" b="b"/>
              <a:pathLst>
                <a:path w="903" h="1085" extrusionOk="0">
                  <a:moveTo>
                    <a:pt x="640" y="0"/>
                  </a:moveTo>
                  <a:cubicBezTo>
                    <a:pt x="581" y="0"/>
                    <a:pt x="516" y="17"/>
                    <a:pt x="452" y="53"/>
                  </a:cubicBezTo>
                  <a:cubicBezTo>
                    <a:pt x="201" y="179"/>
                    <a:pt x="0" y="530"/>
                    <a:pt x="25" y="780"/>
                  </a:cubicBezTo>
                  <a:cubicBezTo>
                    <a:pt x="25" y="977"/>
                    <a:pt x="115" y="1084"/>
                    <a:pt x="257" y="1084"/>
                  </a:cubicBezTo>
                  <a:cubicBezTo>
                    <a:pt x="314" y="1084"/>
                    <a:pt x="380" y="1067"/>
                    <a:pt x="452" y="1031"/>
                  </a:cubicBezTo>
                  <a:cubicBezTo>
                    <a:pt x="702" y="905"/>
                    <a:pt x="903" y="580"/>
                    <a:pt x="903" y="304"/>
                  </a:cubicBezTo>
                  <a:cubicBezTo>
                    <a:pt x="903" y="107"/>
                    <a:pt x="788" y="0"/>
                    <a:pt x="640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7" name="Google Shape;2347;p34"/>
            <p:cNvSpPr/>
            <p:nvPr/>
          </p:nvSpPr>
          <p:spPr>
            <a:xfrm>
              <a:off x="5307150" y="1202325"/>
              <a:ext cx="21975" cy="27125"/>
            </a:xfrm>
            <a:custGeom>
              <a:avLst/>
              <a:gdLst/>
              <a:ahLst/>
              <a:cxnLst/>
              <a:rect l="l" t="t" r="r" b="b"/>
              <a:pathLst>
                <a:path w="879" h="1085" extrusionOk="0">
                  <a:moveTo>
                    <a:pt x="625" y="0"/>
                  </a:moveTo>
                  <a:cubicBezTo>
                    <a:pt x="569" y="0"/>
                    <a:pt x="510" y="18"/>
                    <a:pt x="452" y="54"/>
                  </a:cubicBezTo>
                  <a:cubicBezTo>
                    <a:pt x="227" y="179"/>
                    <a:pt x="26" y="530"/>
                    <a:pt x="1" y="781"/>
                  </a:cubicBezTo>
                  <a:cubicBezTo>
                    <a:pt x="1" y="977"/>
                    <a:pt x="116" y="1085"/>
                    <a:pt x="263" y="1085"/>
                  </a:cubicBezTo>
                  <a:cubicBezTo>
                    <a:pt x="323" y="1085"/>
                    <a:pt x="387" y="1067"/>
                    <a:pt x="452" y="1031"/>
                  </a:cubicBezTo>
                  <a:cubicBezTo>
                    <a:pt x="678" y="906"/>
                    <a:pt x="878" y="605"/>
                    <a:pt x="878" y="304"/>
                  </a:cubicBezTo>
                  <a:cubicBezTo>
                    <a:pt x="878" y="108"/>
                    <a:pt x="763" y="0"/>
                    <a:pt x="625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8" name="Google Shape;2348;p34"/>
            <p:cNvSpPr/>
            <p:nvPr/>
          </p:nvSpPr>
          <p:spPr>
            <a:xfrm>
              <a:off x="5307800" y="1313100"/>
              <a:ext cx="21950" cy="26750"/>
            </a:xfrm>
            <a:custGeom>
              <a:avLst/>
              <a:gdLst/>
              <a:ahLst/>
              <a:cxnLst/>
              <a:rect l="l" t="t" r="r" b="b"/>
              <a:pathLst>
                <a:path w="878" h="1070" extrusionOk="0">
                  <a:moveTo>
                    <a:pt x="647" y="1"/>
                  </a:moveTo>
                  <a:cubicBezTo>
                    <a:pt x="587" y="1"/>
                    <a:pt x="520" y="20"/>
                    <a:pt x="451" y="59"/>
                  </a:cubicBezTo>
                  <a:cubicBezTo>
                    <a:pt x="201" y="184"/>
                    <a:pt x="0" y="510"/>
                    <a:pt x="0" y="761"/>
                  </a:cubicBezTo>
                  <a:cubicBezTo>
                    <a:pt x="0" y="969"/>
                    <a:pt x="108" y="1069"/>
                    <a:pt x="250" y="1069"/>
                  </a:cubicBezTo>
                  <a:cubicBezTo>
                    <a:pt x="313" y="1069"/>
                    <a:pt x="382" y="1050"/>
                    <a:pt x="451" y="1011"/>
                  </a:cubicBezTo>
                  <a:cubicBezTo>
                    <a:pt x="702" y="886"/>
                    <a:pt x="877" y="585"/>
                    <a:pt x="877" y="310"/>
                  </a:cubicBezTo>
                  <a:cubicBezTo>
                    <a:pt x="877" y="101"/>
                    <a:pt x="781" y="1"/>
                    <a:pt x="647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9" name="Google Shape;2349;p34"/>
            <p:cNvSpPr/>
            <p:nvPr/>
          </p:nvSpPr>
          <p:spPr>
            <a:xfrm>
              <a:off x="5211300" y="1368375"/>
              <a:ext cx="22575" cy="27125"/>
            </a:xfrm>
            <a:custGeom>
              <a:avLst/>
              <a:gdLst/>
              <a:ahLst/>
              <a:cxnLst/>
              <a:rect l="l" t="t" r="r" b="b"/>
              <a:pathLst>
                <a:path w="903" h="1085" extrusionOk="0">
                  <a:moveTo>
                    <a:pt x="640" y="0"/>
                  </a:moveTo>
                  <a:cubicBezTo>
                    <a:pt x="581" y="0"/>
                    <a:pt x="516" y="17"/>
                    <a:pt x="452" y="53"/>
                  </a:cubicBezTo>
                  <a:cubicBezTo>
                    <a:pt x="226" y="179"/>
                    <a:pt x="0" y="530"/>
                    <a:pt x="25" y="780"/>
                  </a:cubicBezTo>
                  <a:cubicBezTo>
                    <a:pt x="25" y="977"/>
                    <a:pt x="127" y="1084"/>
                    <a:pt x="268" y="1084"/>
                  </a:cubicBezTo>
                  <a:cubicBezTo>
                    <a:pt x="324" y="1084"/>
                    <a:pt x="387" y="1067"/>
                    <a:pt x="452" y="1031"/>
                  </a:cubicBezTo>
                  <a:cubicBezTo>
                    <a:pt x="702" y="906"/>
                    <a:pt x="903" y="605"/>
                    <a:pt x="903" y="304"/>
                  </a:cubicBezTo>
                  <a:cubicBezTo>
                    <a:pt x="903" y="107"/>
                    <a:pt x="788" y="0"/>
                    <a:pt x="640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0" name="Google Shape;2350;p34"/>
            <p:cNvSpPr/>
            <p:nvPr/>
          </p:nvSpPr>
          <p:spPr>
            <a:xfrm>
              <a:off x="4921825" y="1642050"/>
              <a:ext cx="21950" cy="26750"/>
            </a:xfrm>
            <a:custGeom>
              <a:avLst/>
              <a:gdLst/>
              <a:ahLst/>
              <a:cxnLst/>
              <a:rect l="l" t="t" r="r" b="b"/>
              <a:pathLst>
                <a:path w="878" h="1070" extrusionOk="0">
                  <a:moveTo>
                    <a:pt x="636" y="1"/>
                  </a:moveTo>
                  <a:cubicBezTo>
                    <a:pt x="577" y="1"/>
                    <a:pt x="513" y="20"/>
                    <a:pt x="452" y="59"/>
                  </a:cubicBezTo>
                  <a:cubicBezTo>
                    <a:pt x="201" y="184"/>
                    <a:pt x="0" y="510"/>
                    <a:pt x="0" y="761"/>
                  </a:cubicBezTo>
                  <a:cubicBezTo>
                    <a:pt x="0" y="969"/>
                    <a:pt x="109" y="1069"/>
                    <a:pt x="251" y="1069"/>
                  </a:cubicBezTo>
                  <a:cubicBezTo>
                    <a:pt x="313" y="1069"/>
                    <a:pt x="382" y="1050"/>
                    <a:pt x="452" y="1011"/>
                  </a:cubicBezTo>
                  <a:cubicBezTo>
                    <a:pt x="702" y="886"/>
                    <a:pt x="878" y="585"/>
                    <a:pt x="878" y="309"/>
                  </a:cubicBezTo>
                  <a:cubicBezTo>
                    <a:pt x="878" y="101"/>
                    <a:pt x="769" y="1"/>
                    <a:pt x="636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1" name="Google Shape;2351;p34"/>
            <p:cNvSpPr/>
            <p:nvPr/>
          </p:nvSpPr>
          <p:spPr>
            <a:xfrm>
              <a:off x="5018325" y="1586400"/>
              <a:ext cx="21950" cy="27150"/>
            </a:xfrm>
            <a:custGeom>
              <a:avLst/>
              <a:gdLst/>
              <a:ahLst/>
              <a:cxnLst/>
              <a:rect l="l" t="t" r="r" b="b"/>
              <a:pathLst>
                <a:path w="878" h="1086" extrusionOk="0">
                  <a:moveTo>
                    <a:pt x="615" y="1"/>
                  </a:moveTo>
                  <a:cubicBezTo>
                    <a:pt x="556" y="1"/>
                    <a:pt x="491" y="18"/>
                    <a:pt x="426" y="54"/>
                  </a:cubicBezTo>
                  <a:cubicBezTo>
                    <a:pt x="175" y="180"/>
                    <a:pt x="0" y="480"/>
                    <a:pt x="0" y="781"/>
                  </a:cubicBezTo>
                  <a:cubicBezTo>
                    <a:pt x="0" y="978"/>
                    <a:pt x="89" y="1085"/>
                    <a:pt x="231" y="1085"/>
                  </a:cubicBezTo>
                  <a:cubicBezTo>
                    <a:pt x="288" y="1085"/>
                    <a:pt x="354" y="1068"/>
                    <a:pt x="426" y="1032"/>
                  </a:cubicBezTo>
                  <a:cubicBezTo>
                    <a:pt x="677" y="906"/>
                    <a:pt x="877" y="581"/>
                    <a:pt x="877" y="305"/>
                  </a:cubicBezTo>
                  <a:cubicBezTo>
                    <a:pt x="877" y="108"/>
                    <a:pt x="763" y="1"/>
                    <a:pt x="61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2" name="Google Shape;2352;p34"/>
            <p:cNvSpPr/>
            <p:nvPr/>
          </p:nvSpPr>
          <p:spPr>
            <a:xfrm>
              <a:off x="5114800" y="1530650"/>
              <a:ext cx="21325" cy="27125"/>
            </a:xfrm>
            <a:custGeom>
              <a:avLst/>
              <a:gdLst/>
              <a:ahLst/>
              <a:cxnLst/>
              <a:rect l="l" t="t" r="r" b="b"/>
              <a:pathLst>
                <a:path w="853" h="1085" extrusionOk="0">
                  <a:moveTo>
                    <a:pt x="611" y="0"/>
                  </a:moveTo>
                  <a:cubicBezTo>
                    <a:pt x="554" y="0"/>
                    <a:pt x="491" y="18"/>
                    <a:pt x="427" y="54"/>
                  </a:cubicBezTo>
                  <a:cubicBezTo>
                    <a:pt x="176" y="179"/>
                    <a:pt x="1" y="530"/>
                    <a:pt x="1" y="780"/>
                  </a:cubicBezTo>
                  <a:cubicBezTo>
                    <a:pt x="1" y="977"/>
                    <a:pt x="90" y="1084"/>
                    <a:pt x="232" y="1084"/>
                  </a:cubicBezTo>
                  <a:cubicBezTo>
                    <a:pt x="289" y="1084"/>
                    <a:pt x="355" y="1067"/>
                    <a:pt x="427" y="1031"/>
                  </a:cubicBezTo>
                  <a:cubicBezTo>
                    <a:pt x="677" y="906"/>
                    <a:pt x="853" y="580"/>
                    <a:pt x="853" y="304"/>
                  </a:cubicBezTo>
                  <a:cubicBezTo>
                    <a:pt x="853" y="108"/>
                    <a:pt x="751" y="0"/>
                    <a:pt x="611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3" name="Google Shape;2353;p34"/>
            <p:cNvSpPr/>
            <p:nvPr/>
          </p:nvSpPr>
          <p:spPr>
            <a:xfrm>
              <a:off x="5210050" y="147487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1"/>
                  </a:moveTo>
                  <a:cubicBezTo>
                    <a:pt x="568" y="1"/>
                    <a:pt x="509" y="18"/>
                    <a:pt x="451" y="54"/>
                  </a:cubicBezTo>
                  <a:cubicBezTo>
                    <a:pt x="226" y="179"/>
                    <a:pt x="0" y="505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1" y="1032"/>
                  </a:cubicBezTo>
                  <a:cubicBezTo>
                    <a:pt x="677" y="906"/>
                    <a:pt x="877" y="605"/>
                    <a:pt x="877" y="305"/>
                  </a:cubicBezTo>
                  <a:cubicBezTo>
                    <a:pt x="877" y="108"/>
                    <a:pt x="763" y="1"/>
                    <a:pt x="624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4" name="Google Shape;2354;p34"/>
            <p:cNvSpPr/>
            <p:nvPr/>
          </p:nvSpPr>
          <p:spPr>
            <a:xfrm>
              <a:off x="5306525" y="1419625"/>
              <a:ext cx="21975" cy="26725"/>
            </a:xfrm>
            <a:custGeom>
              <a:avLst/>
              <a:gdLst/>
              <a:ahLst/>
              <a:cxnLst/>
              <a:rect l="l" t="t" r="r" b="b"/>
              <a:pathLst>
                <a:path w="879" h="1069" extrusionOk="0">
                  <a:moveTo>
                    <a:pt x="628" y="1"/>
                  </a:moveTo>
                  <a:cubicBezTo>
                    <a:pt x="565" y="1"/>
                    <a:pt x="496" y="20"/>
                    <a:pt x="427" y="59"/>
                  </a:cubicBezTo>
                  <a:cubicBezTo>
                    <a:pt x="226" y="184"/>
                    <a:pt x="1" y="485"/>
                    <a:pt x="1" y="760"/>
                  </a:cubicBezTo>
                  <a:cubicBezTo>
                    <a:pt x="1" y="969"/>
                    <a:pt x="97" y="1069"/>
                    <a:pt x="232" y="1069"/>
                  </a:cubicBezTo>
                  <a:cubicBezTo>
                    <a:pt x="291" y="1069"/>
                    <a:pt x="358" y="1049"/>
                    <a:pt x="427" y="1011"/>
                  </a:cubicBezTo>
                  <a:cubicBezTo>
                    <a:pt x="678" y="886"/>
                    <a:pt x="878" y="585"/>
                    <a:pt x="878" y="309"/>
                  </a:cubicBezTo>
                  <a:cubicBezTo>
                    <a:pt x="878" y="101"/>
                    <a:pt x="770" y="1"/>
                    <a:pt x="628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55" name="Google Shape;2355;p34"/>
          <p:cNvGrpSpPr/>
          <p:nvPr/>
        </p:nvGrpSpPr>
        <p:grpSpPr>
          <a:xfrm>
            <a:off x="4649950" y="4137674"/>
            <a:ext cx="579743" cy="1134819"/>
            <a:chOff x="4921825" y="870250"/>
            <a:chExt cx="407925" cy="798550"/>
          </a:xfrm>
        </p:grpSpPr>
        <p:sp>
          <p:nvSpPr>
            <p:cNvPr id="2356" name="Google Shape;2356;p34"/>
            <p:cNvSpPr/>
            <p:nvPr/>
          </p:nvSpPr>
          <p:spPr>
            <a:xfrm>
              <a:off x="4921825" y="109267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0"/>
                  </a:moveTo>
                  <a:cubicBezTo>
                    <a:pt x="569" y="0"/>
                    <a:pt x="509" y="18"/>
                    <a:pt x="452" y="54"/>
                  </a:cubicBezTo>
                  <a:cubicBezTo>
                    <a:pt x="201" y="179"/>
                    <a:pt x="0" y="530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2" y="1031"/>
                  </a:cubicBezTo>
                  <a:cubicBezTo>
                    <a:pt x="702" y="906"/>
                    <a:pt x="878" y="580"/>
                    <a:pt x="878" y="304"/>
                  </a:cubicBezTo>
                  <a:cubicBezTo>
                    <a:pt x="878" y="108"/>
                    <a:pt x="763" y="0"/>
                    <a:pt x="624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7" name="Google Shape;2357;p34"/>
            <p:cNvSpPr/>
            <p:nvPr/>
          </p:nvSpPr>
          <p:spPr>
            <a:xfrm>
              <a:off x="5018325" y="1037425"/>
              <a:ext cx="21950" cy="26725"/>
            </a:xfrm>
            <a:custGeom>
              <a:avLst/>
              <a:gdLst/>
              <a:ahLst/>
              <a:cxnLst/>
              <a:rect l="l" t="t" r="r" b="b"/>
              <a:pathLst>
                <a:path w="878" h="1069" extrusionOk="0">
                  <a:moveTo>
                    <a:pt x="627" y="0"/>
                  </a:moveTo>
                  <a:cubicBezTo>
                    <a:pt x="564" y="0"/>
                    <a:pt x="495" y="20"/>
                    <a:pt x="426" y="58"/>
                  </a:cubicBezTo>
                  <a:cubicBezTo>
                    <a:pt x="175" y="209"/>
                    <a:pt x="0" y="509"/>
                    <a:pt x="0" y="760"/>
                  </a:cubicBezTo>
                  <a:cubicBezTo>
                    <a:pt x="0" y="969"/>
                    <a:pt x="96" y="1069"/>
                    <a:pt x="231" y="1069"/>
                  </a:cubicBezTo>
                  <a:cubicBezTo>
                    <a:pt x="290" y="1069"/>
                    <a:pt x="357" y="1049"/>
                    <a:pt x="426" y="1011"/>
                  </a:cubicBezTo>
                  <a:cubicBezTo>
                    <a:pt x="677" y="885"/>
                    <a:pt x="877" y="585"/>
                    <a:pt x="877" y="309"/>
                  </a:cubicBezTo>
                  <a:cubicBezTo>
                    <a:pt x="877" y="100"/>
                    <a:pt x="769" y="0"/>
                    <a:pt x="627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8" name="Google Shape;2358;p34"/>
            <p:cNvSpPr/>
            <p:nvPr/>
          </p:nvSpPr>
          <p:spPr>
            <a:xfrm>
              <a:off x="5114800" y="981775"/>
              <a:ext cx="21325" cy="26900"/>
            </a:xfrm>
            <a:custGeom>
              <a:avLst/>
              <a:gdLst/>
              <a:ahLst/>
              <a:cxnLst/>
              <a:rect l="l" t="t" r="r" b="b"/>
              <a:pathLst>
                <a:path w="853" h="1076" extrusionOk="0">
                  <a:moveTo>
                    <a:pt x="611" y="0"/>
                  </a:moveTo>
                  <a:cubicBezTo>
                    <a:pt x="554" y="0"/>
                    <a:pt x="491" y="18"/>
                    <a:pt x="427" y="54"/>
                  </a:cubicBezTo>
                  <a:cubicBezTo>
                    <a:pt x="176" y="204"/>
                    <a:pt x="1" y="530"/>
                    <a:pt x="1" y="780"/>
                  </a:cubicBezTo>
                  <a:cubicBezTo>
                    <a:pt x="1" y="969"/>
                    <a:pt x="95" y="1076"/>
                    <a:pt x="227" y="1076"/>
                  </a:cubicBezTo>
                  <a:cubicBezTo>
                    <a:pt x="287" y="1076"/>
                    <a:pt x="356" y="1053"/>
                    <a:pt x="427" y="1006"/>
                  </a:cubicBezTo>
                  <a:cubicBezTo>
                    <a:pt x="677" y="906"/>
                    <a:pt x="853" y="580"/>
                    <a:pt x="853" y="304"/>
                  </a:cubicBezTo>
                  <a:cubicBezTo>
                    <a:pt x="853" y="108"/>
                    <a:pt x="751" y="0"/>
                    <a:pt x="611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9" name="Google Shape;2359;p34"/>
            <p:cNvSpPr/>
            <p:nvPr/>
          </p:nvSpPr>
          <p:spPr>
            <a:xfrm>
              <a:off x="5210050" y="92600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1"/>
                  </a:moveTo>
                  <a:cubicBezTo>
                    <a:pt x="568" y="1"/>
                    <a:pt x="509" y="18"/>
                    <a:pt x="451" y="54"/>
                  </a:cubicBezTo>
                  <a:cubicBezTo>
                    <a:pt x="226" y="204"/>
                    <a:pt x="0" y="505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1" y="1032"/>
                  </a:cubicBezTo>
                  <a:cubicBezTo>
                    <a:pt x="677" y="906"/>
                    <a:pt x="877" y="580"/>
                    <a:pt x="877" y="305"/>
                  </a:cubicBezTo>
                  <a:cubicBezTo>
                    <a:pt x="877" y="108"/>
                    <a:pt x="763" y="1"/>
                    <a:pt x="624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0" name="Google Shape;2360;p34"/>
            <p:cNvSpPr/>
            <p:nvPr/>
          </p:nvSpPr>
          <p:spPr>
            <a:xfrm>
              <a:off x="5306525" y="870250"/>
              <a:ext cx="21975" cy="27125"/>
            </a:xfrm>
            <a:custGeom>
              <a:avLst/>
              <a:gdLst/>
              <a:ahLst/>
              <a:cxnLst/>
              <a:rect l="l" t="t" r="r" b="b"/>
              <a:pathLst>
                <a:path w="879" h="1085" extrusionOk="0">
                  <a:moveTo>
                    <a:pt x="616" y="0"/>
                  </a:moveTo>
                  <a:cubicBezTo>
                    <a:pt x="556" y="0"/>
                    <a:pt x="492" y="18"/>
                    <a:pt x="427" y="53"/>
                  </a:cubicBezTo>
                  <a:cubicBezTo>
                    <a:pt x="226" y="229"/>
                    <a:pt x="1" y="505"/>
                    <a:pt x="1" y="780"/>
                  </a:cubicBezTo>
                  <a:cubicBezTo>
                    <a:pt x="1" y="977"/>
                    <a:pt x="103" y="1084"/>
                    <a:pt x="243" y="1084"/>
                  </a:cubicBezTo>
                  <a:cubicBezTo>
                    <a:pt x="300" y="1084"/>
                    <a:pt x="362" y="1067"/>
                    <a:pt x="427" y="1031"/>
                  </a:cubicBezTo>
                  <a:cubicBezTo>
                    <a:pt x="678" y="906"/>
                    <a:pt x="878" y="605"/>
                    <a:pt x="878" y="304"/>
                  </a:cubicBezTo>
                  <a:cubicBezTo>
                    <a:pt x="878" y="108"/>
                    <a:pt x="763" y="0"/>
                    <a:pt x="616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1" name="Google Shape;2361;p34"/>
            <p:cNvSpPr/>
            <p:nvPr/>
          </p:nvSpPr>
          <p:spPr>
            <a:xfrm>
              <a:off x="4921825" y="1203450"/>
              <a:ext cx="21950" cy="26750"/>
            </a:xfrm>
            <a:custGeom>
              <a:avLst/>
              <a:gdLst/>
              <a:ahLst/>
              <a:cxnLst/>
              <a:rect l="l" t="t" r="r" b="b"/>
              <a:pathLst>
                <a:path w="878" h="1070" extrusionOk="0">
                  <a:moveTo>
                    <a:pt x="636" y="1"/>
                  </a:moveTo>
                  <a:cubicBezTo>
                    <a:pt x="577" y="1"/>
                    <a:pt x="513" y="20"/>
                    <a:pt x="452" y="59"/>
                  </a:cubicBezTo>
                  <a:cubicBezTo>
                    <a:pt x="226" y="209"/>
                    <a:pt x="25" y="510"/>
                    <a:pt x="0" y="761"/>
                  </a:cubicBezTo>
                  <a:cubicBezTo>
                    <a:pt x="0" y="969"/>
                    <a:pt x="109" y="1069"/>
                    <a:pt x="251" y="1069"/>
                  </a:cubicBezTo>
                  <a:cubicBezTo>
                    <a:pt x="313" y="1069"/>
                    <a:pt x="382" y="1050"/>
                    <a:pt x="452" y="1011"/>
                  </a:cubicBezTo>
                  <a:cubicBezTo>
                    <a:pt x="702" y="886"/>
                    <a:pt x="878" y="585"/>
                    <a:pt x="878" y="310"/>
                  </a:cubicBezTo>
                  <a:cubicBezTo>
                    <a:pt x="878" y="101"/>
                    <a:pt x="769" y="1"/>
                    <a:pt x="636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2" name="Google Shape;2362;p34"/>
            <p:cNvSpPr/>
            <p:nvPr/>
          </p:nvSpPr>
          <p:spPr>
            <a:xfrm>
              <a:off x="4922450" y="131385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35" y="1"/>
                  </a:moveTo>
                  <a:cubicBezTo>
                    <a:pt x="579" y="1"/>
                    <a:pt x="516" y="18"/>
                    <a:pt x="452" y="54"/>
                  </a:cubicBezTo>
                  <a:cubicBezTo>
                    <a:pt x="201" y="204"/>
                    <a:pt x="0" y="530"/>
                    <a:pt x="0" y="781"/>
                  </a:cubicBezTo>
                  <a:cubicBezTo>
                    <a:pt x="0" y="977"/>
                    <a:pt x="102" y="1085"/>
                    <a:pt x="252" y="1085"/>
                  </a:cubicBezTo>
                  <a:cubicBezTo>
                    <a:pt x="312" y="1085"/>
                    <a:pt x="380" y="1067"/>
                    <a:pt x="452" y="1031"/>
                  </a:cubicBezTo>
                  <a:cubicBezTo>
                    <a:pt x="702" y="906"/>
                    <a:pt x="878" y="580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3" name="Google Shape;2363;p34"/>
            <p:cNvSpPr/>
            <p:nvPr/>
          </p:nvSpPr>
          <p:spPr>
            <a:xfrm>
              <a:off x="4922450" y="142475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35" y="1"/>
                  </a:moveTo>
                  <a:cubicBezTo>
                    <a:pt x="579" y="1"/>
                    <a:pt x="516" y="18"/>
                    <a:pt x="452" y="54"/>
                  </a:cubicBezTo>
                  <a:cubicBezTo>
                    <a:pt x="226" y="179"/>
                    <a:pt x="51" y="505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2" y="1032"/>
                  </a:cubicBezTo>
                  <a:cubicBezTo>
                    <a:pt x="702" y="906"/>
                    <a:pt x="878" y="605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4" name="Google Shape;2364;p34"/>
            <p:cNvSpPr/>
            <p:nvPr/>
          </p:nvSpPr>
          <p:spPr>
            <a:xfrm>
              <a:off x="4923700" y="1535550"/>
              <a:ext cx="21325" cy="26725"/>
            </a:xfrm>
            <a:custGeom>
              <a:avLst/>
              <a:gdLst/>
              <a:ahLst/>
              <a:cxnLst/>
              <a:rect l="l" t="t" r="r" b="b"/>
              <a:pathLst>
                <a:path w="853" h="1069" extrusionOk="0">
                  <a:moveTo>
                    <a:pt x="622" y="0"/>
                  </a:moveTo>
                  <a:cubicBezTo>
                    <a:pt x="563" y="0"/>
                    <a:pt x="496" y="20"/>
                    <a:pt x="427" y="58"/>
                  </a:cubicBezTo>
                  <a:cubicBezTo>
                    <a:pt x="176" y="183"/>
                    <a:pt x="1" y="484"/>
                    <a:pt x="1" y="760"/>
                  </a:cubicBezTo>
                  <a:cubicBezTo>
                    <a:pt x="1" y="968"/>
                    <a:pt x="97" y="1069"/>
                    <a:pt x="231" y="1069"/>
                  </a:cubicBezTo>
                  <a:cubicBezTo>
                    <a:pt x="291" y="1069"/>
                    <a:pt x="357" y="1049"/>
                    <a:pt x="427" y="1011"/>
                  </a:cubicBezTo>
                  <a:cubicBezTo>
                    <a:pt x="677" y="885"/>
                    <a:pt x="853" y="584"/>
                    <a:pt x="853" y="309"/>
                  </a:cubicBezTo>
                  <a:cubicBezTo>
                    <a:pt x="853" y="100"/>
                    <a:pt x="756" y="0"/>
                    <a:pt x="622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5" name="Google Shape;2365;p34"/>
            <p:cNvSpPr/>
            <p:nvPr/>
          </p:nvSpPr>
          <p:spPr>
            <a:xfrm>
              <a:off x="5018325" y="1147800"/>
              <a:ext cx="21950" cy="27150"/>
            </a:xfrm>
            <a:custGeom>
              <a:avLst/>
              <a:gdLst/>
              <a:ahLst/>
              <a:cxnLst/>
              <a:rect l="l" t="t" r="r" b="b"/>
              <a:pathLst>
                <a:path w="878" h="1086" extrusionOk="0">
                  <a:moveTo>
                    <a:pt x="615" y="1"/>
                  </a:moveTo>
                  <a:cubicBezTo>
                    <a:pt x="556" y="1"/>
                    <a:pt x="491" y="18"/>
                    <a:pt x="426" y="54"/>
                  </a:cubicBezTo>
                  <a:cubicBezTo>
                    <a:pt x="201" y="205"/>
                    <a:pt x="0" y="480"/>
                    <a:pt x="0" y="781"/>
                  </a:cubicBezTo>
                  <a:cubicBezTo>
                    <a:pt x="0" y="978"/>
                    <a:pt x="102" y="1085"/>
                    <a:pt x="242" y="1085"/>
                  </a:cubicBezTo>
                  <a:cubicBezTo>
                    <a:pt x="299" y="1085"/>
                    <a:pt x="361" y="1068"/>
                    <a:pt x="426" y="1032"/>
                  </a:cubicBezTo>
                  <a:cubicBezTo>
                    <a:pt x="677" y="906"/>
                    <a:pt x="877" y="581"/>
                    <a:pt x="877" y="305"/>
                  </a:cubicBezTo>
                  <a:cubicBezTo>
                    <a:pt x="877" y="108"/>
                    <a:pt x="763" y="1"/>
                    <a:pt x="61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6" name="Google Shape;2366;p34"/>
            <p:cNvSpPr/>
            <p:nvPr/>
          </p:nvSpPr>
          <p:spPr>
            <a:xfrm>
              <a:off x="5114800" y="1092050"/>
              <a:ext cx="21325" cy="27125"/>
            </a:xfrm>
            <a:custGeom>
              <a:avLst/>
              <a:gdLst/>
              <a:ahLst/>
              <a:cxnLst/>
              <a:rect l="l" t="t" r="r" b="b"/>
              <a:pathLst>
                <a:path w="853" h="1085" extrusionOk="0">
                  <a:moveTo>
                    <a:pt x="611" y="0"/>
                  </a:moveTo>
                  <a:cubicBezTo>
                    <a:pt x="554" y="0"/>
                    <a:pt x="491" y="18"/>
                    <a:pt x="427" y="54"/>
                  </a:cubicBezTo>
                  <a:cubicBezTo>
                    <a:pt x="201" y="204"/>
                    <a:pt x="1" y="530"/>
                    <a:pt x="1" y="781"/>
                  </a:cubicBezTo>
                  <a:cubicBezTo>
                    <a:pt x="1" y="977"/>
                    <a:pt x="103" y="1085"/>
                    <a:pt x="243" y="1085"/>
                  </a:cubicBezTo>
                  <a:cubicBezTo>
                    <a:pt x="299" y="1085"/>
                    <a:pt x="362" y="1067"/>
                    <a:pt x="427" y="1031"/>
                  </a:cubicBezTo>
                  <a:cubicBezTo>
                    <a:pt x="677" y="906"/>
                    <a:pt x="853" y="580"/>
                    <a:pt x="853" y="304"/>
                  </a:cubicBezTo>
                  <a:cubicBezTo>
                    <a:pt x="853" y="108"/>
                    <a:pt x="751" y="0"/>
                    <a:pt x="611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7" name="Google Shape;2367;p34"/>
            <p:cNvSpPr/>
            <p:nvPr/>
          </p:nvSpPr>
          <p:spPr>
            <a:xfrm>
              <a:off x="5210675" y="103627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35" y="1"/>
                  </a:moveTo>
                  <a:cubicBezTo>
                    <a:pt x="579" y="1"/>
                    <a:pt x="516" y="18"/>
                    <a:pt x="451" y="54"/>
                  </a:cubicBezTo>
                  <a:cubicBezTo>
                    <a:pt x="201" y="230"/>
                    <a:pt x="0" y="530"/>
                    <a:pt x="0" y="781"/>
                  </a:cubicBezTo>
                  <a:cubicBezTo>
                    <a:pt x="0" y="978"/>
                    <a:pt x="115" y="1085"/>
                    <a:pt x="263" y="1085"/>
                  </a:cubicBezTo>
                  <a:cubicBezTo>
                    <a:pt x="322" y="1085"/>
                    <a:pt x="387" y="1068"/>
                    <a:pt x="451" y="1032"/>
                  </a:cubicBezTo>
                  <a:cubicBezTo>
                    <a:pt x="702" y="906"/>
                    <a:pt x="878" y="580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8" name="Google Shape;2368;p34"/>
            <p:cNvSpPr/>
            <p:nvPr/>
          </p:nvSpPr>
          <p:spPr>
            <a:xfrm>
              <a:off x="5307150" y="981775"/>
              <a:ext cx="21975" cy="26900"/>
            </a:xfrm>
            <a:custGeom>
              <a:avLst/>
              <a:gdLst/>
              <a:ahLst/>
              <a:cxnLst/>
              <a:rect l="l" t="t" r="r" b="b"/>
              <a:pathLst>
                <a:path w="879" h="1076" extrusionOk="0">
                  <a:moveTo>
                    <a:pt x="625" y="0"/>
                  </a:moveTo>
                  <a:cubicBezTo>
                    <a:pt x="569" y="0"/>
                    <a:pt x="510" y="18"/>
                    <a:pt x="452" y="54"/>
                  </a:cubicBezTo>
                  <a:cubicBezTo>
                    <a:pt x="201" y="179"/>
                    <a:pt x="1" y="480"/>
                    <a:pt x="1" y="780"/>
                  </a:cubicBezTo>
                  <a:cubicBezTo>
                    <a:pt x="1" y="969"/>
                    <a:pt x="107" y="1076"/>
                    <a:pt x="246" y="1076"/>
                  </a:cubicBezTo>
                  <a:cubicBezTo>
                    <a:pt x="310" y="1076"/>
                    <a:pt x="381" y="1053"/>
                    <a:pt x="452" y="1006"/>
                  </a:cubicBezTo>
                  <a:cubicBezTo>
                    <a:pt x="678" y="906"/>
                    <a:pt x="878" y="580"/>
                    <a:pt x="878" y="304"/>
                  </a:cubicBezTo>
                  <a:cubicBezTo>
                    <a:pt x="878" y="108"/>
                    <a:pt x="763" y="0"/>
                    <a:pt x="625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9" name="Google Shape;2369;p34"/>
            <p:cNvSpPr/>
            <p:nvPr/>
          </p:nvSpPr>
          <p:spPr>
            <a:xfrm>
              <a:off x="5018950" y="125810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0"/>
                  </a:moveTo>
                  <a:cubicBezTo>
                    <a:pt x="568" y="0"/>
                    <a:pt x="509" y="17"/>
                    <a:pt x="451" y="53"/>
                  </a:cubicBezTo>
                  <a:cubicBezTo>
                    <a:pt x="176" y="204"/>
                    <a:pt x="0" y="504"/>
                    <a:pt x="0" y="780"/>
                  </a:cubicBezTo>
                  <a:cubicBezTo>
                    <a:pt x="0" y="977"/>
                    <a:pt x="115" y="1084"/>
                    <a:pt x="262" y="1084"/>
                  </a:cubicBezTo>
                  <a:cubicBezTo>
                    <a:pt x="322" y="1084"/>
                    <a:pt x="387" y="1067"/>
                    <a:pt x="451" y="1031"/>
                  </a:cubicBezTo>
                  <a:cubicBezTo>
                    <a:pt x="702" y="905"/>
                    <a:pt x="877" y="580"/>
                    <a:pt x="877" y="304"/>
                  </a:cubicBezTo>
                  <a:cubicBezTo>
                    <a:pt x="877" y="107"/>
                    <a:pt x="763" y="0"/>
                    <a:pt x="624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0" name="Google Shape;2370;p34"/>
            <p:cNvSpPr/>
            <p:nvPr/>
          </p:nvSpPr>
          <p:spPr>
            <a:xfrm>
              <a:off x="5018950" y="1369225"/>
              <a:ext cx="21950" cy="27000"/>
            </a:xfrm>
            <a:custGeom>
              <a:avLst/>
              <a:gdLst/>
              <a:ahLst/>
              <a:cxnLst/>
              <a:rect l="l" t="t" r="r" b="b"/>
              <a:pathLst>
                <a:path w="878" h="1080" extrusionOk="0">
                  <a:moveTo>
                    <a:pt x="637" y="0"/>
                  </a:moveTo>
                  <a:cubicBezTo>
                    <a:pt x="578" y="0"/>
                    <a:pt x="513" y="23"/>
                    <a:pt x="451" y="70"/>
                  </a:cubicBezTo>
                  <a:cubicBezTo>
                    <a:pt x="176" y="195"/>
                    <a:pt x="0" y="496"/>
                    <a:pt x="0" y="771"/>
                  </a:cubicBezTo>
                  <a:cubicBezTo>
                    <a:pt x="0" y="980"/>
                    <a:pt x="109" y="1080"/>
                    <a:pt x="250" y="1080"/>
                  </a:cubicBezTo>
                  <a:cubicBezTo>
                    <a:pt x="313" y="1080"/>
                    <a:pt x="382" y="1060"/>
                    <a:pt x="451" y="1022"/>
                  </a:cubicBezTo>
                  <a:cubicBezTo>
                    <a:pt x="702" y="897"/>
                    <a:pt x="877" y="596"/>
                    <a:pt x="877" y="320"/>
                  </a:cubicBezTo>
                  <a:cubicBezTo>
                    <a:pt x="877" y="113"/>
                    <a:pt x="770" y="0"/>
                    <a:pt x="637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1" name="Google Shape;2371;p34"/>
            <p:cNvSpPr/>
            <p:nvPr/>
          </p:nvSpPr>
          <p:spPr>
            <a:xfrm>
              <a:off x="5018950" y="147990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0"/>
                  </a:moveTo>
                  <a:cubicBezTo>
                    <a:pt x="568" y="0"/>
                    <a:pt x="509" y="18"/>
                    <a:pt x="451" y="54"/>
                  </a:cubicBezTo>
                  <a:cubicBezTo>
                    <a:pt x="226" y="179"/>
                    <a:pt x="25" y="505"/>
                    <a:pt x="0" y="780"/>
                  </a:cubicBezTo>
                  <a:cubicBezTo>
                    <a:pt x="0" y="977"/>
                    <a:pt x="102" y="1084"/>
                    <a:pt x="251" y="1084"/>
                  </a:cubicBezTo>
                  <a:cubicBezTo>
                    <a:pt x="312" y="1084"/>
                    <a:pt x="379" y="1067"/>
                    <a:pt x="451" y="1031"/>
                  </a:cubicBezTo>
                  <a:cubicBezTo>
                    <a:pt x="702" y="906"/>
                    <a:pt x="877" y="580"/>
                    <a:pt x="877" y="304"/>
                  </a:cubicBezTo>
                  <a:cubicBezTo>
                    <a:pt x="877" y="108"/>
                    <a:pt x="763" y="0"/>
                    <a:pt x="624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2" name="Google Shape;2372;p34"/>
            <p:cNvSpPr/>
            <p:nvPr/>
          </p:nvSpPr>
          <p:spPr>
            <a:xfrm>
              <a:off x="5114800" y="1203450"/>
              <a:ext cx="21325" cy="26750"/>
            </a:xfrm>
            <a:custGeom>
              <a:avLst/>
              <a:gdLst/>
              <a:ahLst/>
              <a:cxnLst/>
              <a:rect l="l" t="t" r="r" b="b"/>
              <a:pathLst>
                <a:path w="853" h="1070" extrusionOk="0">
                  <a:moveTo>
                    <a:pt x="622" y="1"/>
                  </a:moveTo>
                  <a:cubicBezTo>
                    <a:pt x="563" y="1"/>
                    <a:pt x="496" y="20"/>
                    <a:pt x="427" y="59"/>
                  </a:cubicBezTo>
                  <a:cubicBezTo>
                    <a:pt x="201" y="184"/>
                    <a:pt x="26" y="485"/>
                    <a:pt x="1" y="761"/>
                  </a:cubicBezTo>
                  <a:cubicBezTo>
                    <a:pt x="1" y="969"/>
                    <a:pt x="85" y="1069"/>
                    <a:pt x="220" y="1069"/>
                  </a:cubicBezTo>
                  <a:cubicBezTo>
                    <a:pt x="280" y="1069"/>
                    <a:pt x="350" y="1050"/>
                    <a:pt x="427" y="1011"/>
                  </a:cubicBezTo>
                  <a:cubicBezTo>
                    <a:pt x="677" y="886"/>
                    <a:pt x="853" y="585"/>
                    <a:pt x="853" y="310"/>
                  </a:cubicBezTo>
                  <a:cubicBezTo>
                    <a:pt x="853" y="101"/>
                    <a:pt x="756" y="1"/>
                    <a:pt x="622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3" name="Google Shape;2373;p34"/>
            <p:cNvSpPr/>
            <p:nvPr/>
          </p:nvSpPr>
          <p:spPr>
            <a:xfrm>
              <a:off x="5210675" y="1147800"/>
              <a:ext cx="21950" cy="27150"/>
            </a:xfrm>
            <a:custGeom>
              <a:avLst/>
              <a:gdLst/>
              <a:ahLst/>
              <a:cxnLst/>
              <a:rect l="l" t="t" r="r" b="b"/>
              <a:pathLst>
                <a:path w="878" h="1086" extrusionOk="0">
                  <a:moveTo>
                    <a:pt x="635" y="1"/>
                  </a:moveTo>
                  <a:cubicBezTo>
                    <a:pt x="579" y="1"/>
                    <a:pt x="516" y="18"/>
                    <a:pt x="451" y="54"/>
                  </a:cubicBezTo>
                  <a:cubicBezTo>
                    <a:pt x="226" y="180"/>
                    <a:pt x="0" y="480"/>
                    <a:pt x="0" y="781"/>
                  </a:cubicBezTo>
                  <a:cubicBezTo>
                    <a:pt x="0" y="978"/>
                    <a:pt x="115" y="1085"/>
                    <a:pt x="263" y="1085"/>
                  </a:cubicBezTo>
                  <a:cubicBezTo>
                    <a:pt x="322" y="1085"/>
                    <a:pt x="387" y="1068"/>
                    <a:pt x="451" y="1032"/>
                  </a:cubicBezTo>
                  <a:cubicBezTo>
                    <a:pt x="702" y="906"/>
                    <a:pt x="878" y="581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4" name="Google Shape;2374;p34"/>
            <p:cNvSpPr/>
            <p:nvPr/>
          </p:nvSpPr>
          <p:spPr>
            <a:xfrm>
              <a:off x="5307150" y="1092050"/>
              <a:ext cx="21975" cy="27125"/>
            </a:xfrm>
            <a:custGeom>
              <a:avLst/>
              <a:gdLst/>
              <a:ahLst/>
              <a:cxnLst/>
              <a:rect l="l" t="t" r="r" b="b"/>
              <a:pathLst>
                <a:path w="879" h="1085" extrusionOk="0">
                  <a:moveTo>
                    <a:pt x="625" y="0"/>
                  </a:moveTo>
                  <a:cubicBezTo>
                    <a:pt x="569" y="0"/>
                    <a:pt x="510" y="18"/>
                    <a:pt x="452" y="54"/>
                  </a:cubicBezTo>
                  <a:cubicBezTo>
                    <a:pt x="227" y="179"/>
                    <a:pt x="26" y="530"/>
                    <a:pt x="1" y="781"/>
                  </a:cubicBezTo>
                  <a:cubicBezTo>
                    <a:pt x="1" y="977"/>
                    <a:pt x="116" y="1085"/>
                    <a:pt x="263" y="1085"/>
                  </a:cubicBezTo>
                  <a:cubicBezTo>
                    <a:pt x="323" y="1085"/>
                    <a:pt x="387" y="1067"/>
                    <a:pt x="452" y="1031"/>
                  </a:cubicBezTo>
                  <a:cubicBezTo>
                    <a:pt x="678" y="906"/>
                    <a:pt x="878" y="580"/>
                    <a:pt x="878" y="304"/>
                  </a:cubicBezTo>
                  <a:cubicBezTo>
                    <a:pt x="878" y="108"/>
                    <a:pt x="763" y="0"/>
                    <a:pt x="625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5" name="Google Shape;2375;p34"/>
            <p:cNvSpPr/>
            <p:nvPr/>
          </p:nvSpPr>
          <p:spPr>
            <a:xfrm>
              <a:off x="5115425" y="131385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16" y="1"/>
                  </a:moveTo>
                  <a:cubicBezTo>
                    <a:pt x="556" y="1"/>
                    <a:pt x="492" y="18"/>
                    <a:pt x="427" y="54"/>
                  </a:cubicBezTo>
                  <a:cubicBezTo>
                    <a:pt x="176" y="179"/>
                    <a:pt x="1" y="480"/>
                    <a:pt x="1" y="781"/>
                  </a:cubicBezTo>
                  <a:cubicBezTo>
                    <a:pt x="1" y="977"/>
                    <a:pt x="90" y="1085"/>
                    <a:pt x="232" y="1085"/>
                  </a:cubicBezTo>
                  <a:cubicBezTo>
                    <a:pt x="289" y="1085"/>
                    <a:pt x="355" y="1067"/>
                    <a:pt x="427" y="1031"/>
                  </a:cubicBezTo>
                  <a:cubicBezTo>
                    <a:pt x="677" y="906"/>
                    <a:pt x="878" y="580"/>
                    <a:pt x="878" y="305"/>
                  </a:cubicBezTo>
                  <a:cubicBezTo>
                    <a:pt x="878" y="108"/>
                    <a:pt x="763" y="1"/>
                    <a:pt x="616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6" name="Google Shape;2376;p34"/>
            <p:cNvSpPr/>
            <p:nvPr/>
          </p:nvSpPr>
          <p:spPr>
            <a:xfrm>
              <a:off x="5115425" y="142412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16" y="1"/>
                  </a:moveTo>
                  <a:cubicBezTo>
                    <a:pt x="556" y="1"/>
                    <a:pt x="492" y="18"/>
                    <a:pt x="427" y="54"/>
                  </a:cubicBezTo>
                  <a:cubicBezTo>
                    <a:pt x="226" y="179"/>
                    <a:pt x="26" y="530"/>
                    <a:pt x="1" y="781"/>
                  </a:cubicBezTo>
                  <a:cubicBezTo>
                    <a:pt x="1" y="977"/>
                    <a:pt x="90" y="1085"/>
                    <a:pt x="232" y="1085"/>
                  </a:cubicBezTo>
                  <a:cubicBezTo>
                    <a:pt x="289" y="1085"/>
                    <a:pt x="355" y="1067"/>
                    <a:pt x="427" y="1031"/>
                  </a:cubicBezTo>
                  <a:cubicBezTo>
                    <a:pt x="677" y="906"/>
                    <a:pt x="878" y="580"/>
                    <a:pt x="878" y="305"/>
                  </a:cubicBezTo>
                  <a:cubicBezTo>
                    <a:pt x="878" y="108"/>
                    <a:pt x="763" y="1"/>
                    <a:pt x="616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7" name="Google Shape;2377;p34"/>
            <p:cNvSpPr/>
            <p:nvPr/>
          </p:nvSpPr>
          <p:spPr>
            <a:xfrm>
              <a:off x="5211300" y="1258100"/>
              <a:ext cx="22575" cy="27125"/>
            </a:xfrm>
            <a:custGeom>
              <a:avLst/>
              <a:gdLst/>
              <a:ahLst/>
              <a:cxnLst/>
              <a:rect l="l" t="t" r="r" b="b"/>
              <a:pathLst>
                <a:path w="903" h="1085" extrusionOk="0">
                  <a:moveTo>
                    <a:pt x="640" y="0"/>
                  </a:moveTo>
                  <a:cubicBezTo>
                    <a:pt x="581" y="0"/>
                    <a:pt x="516" y="17"/>
                    <a:pt x="452" y="53"/>
                  </a:cubicBezTo>
                  <a:cubicBezTo>
                    <a:pt x="201" y="179"/>
                    <a:pt x="0" y="530"/>
                    <a:pt x="25" y="780"/>
                  </a:cubicBezTo>
                  <a:cubicBezTo>
                    <a:pt x="25" y="977"/>
                    <a:pt x="115" y="1084"/>
                    <a:pt x="257" y="1084"/>
                  </a:cubicBezTo>
                  <a:cubicBezTo>
                    <a:pt x="314" y="1084"/>
                    <a:pt x="380" y="1067"/>
                    <a:pt x="452" y="1031"/>
                  </a:cubicBezTo>
                  <a:cubicBezTo>
                    <a:pt x="702" y="905"/>
                    <a:pt x="903" y="580"/>
                    <a:pt x="903" y="304"/>
                  </a:cubicBezTo>
                  <a:cubicBezTo>
                    <a:pt x="903" y="107"/>
                    <a:pt x="788" y="0"/>
                    <a:pt x="640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8" name="Google Shape;2378;p34"/>
            <p:cNvSpPr/>
            <p:nvPr/>
          </p:nvSpPr>
          <p:spPr>
            <a:xfrm>
              <a:off x="5307150" y="1202325"/>
              <a:ext cx="21975" cy="27125"/>
            </a:xfrm>
            <a:custGeom>
              <a:avLst/>
              <a:gdLst/>
              <a:ahLst/>
              <a:cxnLst/>
              <a:rect l="l" t="t" r="r" b="b"/>
              <a:pathLst>
                <a:path w="879" h="1085" extrusionOk="0">
                  <a:moveTo>
                    <a:pt x="625" y="0"/>
                  </a:moveTo>
                  <a:cubicBezTo>
                    <a:pt x="569" y="0"/>
                    <a:pt x="510" y="18"/>
                    <a:pt x="452" y="54"/>
                  </a:cubicBezTo>
                  <a:cubicBezTo>
                    <a:pt x="227" y="179"/>
                    <a:pt x="26" y="530"/>
                    <a:pt x="1" y="781"/>
                  </a:cubicBezTo>
                  <a:cubicBezTo>
                    <a:pt x="1" y="977"/>
                    <a:pt x="116" y="1085"/>
                    <a:pt x="263" y="1085"/>
                  </a:cubicBezTo>
                  <a:cubicBezTo>
                    <a:pt x="323" y="1085"/>
                    <a:pt x="387" y="1067"/>
                    <a:pt x="452" y="1031"/>
                  </a:cubicBezTo>
                  <a:cubicBezTo>
                    <a:pt x="678" y="906"/>
                    <a:pt x="878" y="605"/>
                    <a:pt x="878" y="304"/>
                  </a:cubicBezTo>
                  <a:cubicBezTo>
                    <a:pt x="878" y="108"/>
                    <a:pt x="763" y="0"/>
                    <a:pt x="625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9" name="Google Shape;2379;p34"/>
            <p:cNvSpPr/>
            <p:nvPr/>
          </p:nvSpPr>
          <p:spPr>
            <a:xfrm>
              <a:off x="5307800" y="1313100"/>
              <a:ext cx="21950" cy="26750"/>
            </a:xfrm>
            <a:custGeom>
              <a:avLst/>
              <a:gdLst/>
              <a:ahLst/>
              <a:cxnLst/>
              <a:rect l="l" t="t" r="r" b="b"/>
              <a:pathLst>
                <a:path w="878" h="1070" extrusionOk="0">
                  <a:moveTo>
                    <a:pt x="647" y="1"/>
                  </a:moveTo>
                  <a:cubicBezTo>
                    <a:pt x="587" y="1"/>
                    <a:pt x="520" y="20"/>
                    <a:pt x="451" y="59"/>
                  </a:cubicBezTo>
                  <a:cubicBezTo>
                    <a:pt x="201" y="184"/>
                    <a:pt x="0" y="510"/>
                    <a:pt x="0" y="761"/>
                  </a:cubicBezTo>
                  <a:cubicBezTo>
                    <a:pt x="0" y="969"/>
                    <a:pt x="108" y="1069"/>
                    <a:pt x="250" y="1069"/>
                  </a:cubicBezTo>
                  <a:cubicBezTo>
                    <a:pt x="313" y="1069"/>
                    <a:pt x="382" y="1050"/>
                    <a:pt x="451" y="1011"/>
                  </a:cubicBezTo>
                  <a:cubicBezTo>
                    <a:pt x="702" y="886"/>
                    <a:pt x="877" y="585"/>
                    <a:pt x="877" y="310"/>
                  </a:cubicBezTo>
                  <a:cubicBezTo>
                    <a:pt x="877" y="101"/>
                    <a:pt x="781" y="1"/>
                    <a:pt x="647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0" name="Google Shape;2380;p34"/>
            <p:cNvSpPr/>
            <p:nvPr/>
          </p:nvSpPr>
          <p:spPr>
            <a:xfrm>
              <a:off x="5211300" y="1368375"/>
              <a:ext cx="22575" cy="27125"/>
            </a:xfrm>
            <a:custGeom>
              <a:avLst/>
              <a:gdLst/>
              <a:ahLst/>
              <a:cxnLst/>
              <a:rect l="l" t="t" r="r" b="b"/>
              <a:pathLst>
                <a:path w="903" h="1085" extrusionOk="0">
                  <a:moveTo>
                    <a:pt x="640" y="0"/>
                  </a:moveTo>
                  <a:cubicBezTo>
                    <a:pt x="581" y="0"/>
                    <a:pt x="516" y="17"/>
                    <a:pt x="452" y="53"/>
                  </a:cubicBezTo>
                  <a:cubicBezTo>
                    <a:pt x="226" y="179"/>
                    <a:pt x="0" y="530"/>
                    <a:pt x="25" y="780"/>
                  </a:cubicBezTo>
                  <a:cubicBezTo>
                    <a:pt x="25" y="977"/>
                    <a:pt x="127" y="1084"/>
                    <a:pt x="268" y="1084"/>
                  </a:cubicBezTo>
                  <a:cubicBezTo>
                    <a:pt x="324" y="1084"/>
                    <a:pt x="387" y="1067"/>
                    <a:pt x="452" y="1031"/>
                  </a:cubicBezTo>
                  <a:cubicBezTo>
                    <a:pt x="702" y="906"/>
                    <a:pt x="903" y="605"/>
                    <a:pt x="903" y="304"/>
                  </a:cubicBezTo>
                  <a:cubicBezTo>
                    <a:pt x="903" y="107"/>
                    <a:pt x="788" y="0"/>
                    <a:pt x="640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1" name="Google Shape;2381;p34"/>
            <p:cNvSpPr/>
            <p:nvPr/>
          </p:nvSpPr>
          <p:spPr>
            <a:xfrm>
              <a:off x="4921825" y="1642050"/>
              <a:ext cx="21950" cy="26750"/>
            </a:xfrm>
            <a:custGeom>
              <a:avLst/>
              <a:gdLst/>
              <a:ahLst/>
              <a:cxnLst/>
              <a:rect l="l" t="t" r="r" b="b"/>
              <a:pathLst>
                <a:path w="878" h="1070" extrusionOk="0">
                  <a:moveTo>
                    <a:pt x="636" y="1"/>
                  </a:moveTo>
                  <a:cubicBezTo>
                    <a:pt x="577" y="1"/>
                    <a:pt x="513" y="20"/>
                    <a:pt x="452" y="59"/>
                  </a:cubicBezTo>
                  <a:cubicBezTo>
                    <a:pt x="201" y="184"/>
                    <a:pt x="0" y="510"/>
                    <a:pt x="0" y="761"/>
                  </a:cubicBezTo>
                  <a:cubicBezTo>
                    <a:pt x="0" y="969"/>
                    <a:pt x="109" y="1069"/>
                    <a:pt x="251" y="1069"/>
                  </a:cubicBezTo>
                  <a:cubicBezTo>
                    <a:pt x="313" y="1069"/>
                    <a:pt x="382" y="1050"/>
                    <a:pt x="452" y="1011"/>
                  </a:cubicBezTo>
                  <a:cubicBezTo>
                    <a:pt x="702" y="886"/>
                    <a:pt x="878" y="585"/>
                    <a:pt x="878" y="309"/>
                  </a:cubicBezTo>
                  <a:cubicBezTo>
                    <a:pt x="878" y="101"/>
                    <a:pt x="769" y="1"/>
                    <a:pt x="636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2" name="Google Shape;2382;p34"/>
            <p:cNvSpPr/>
            <p:nvPr/>
          </p:nvSpPr>
          <p:spPr>
            <a:xfrm>
              <a:off x="5018325" y="1586400"/>
              <a:ext cx="21950" cy="27150"/>
            </a:xfrm>
            <a:custGeom>
              <a:avLst/>
              <a:gdLst/>
              <a:ahLst/>
              <a:cxnLst/>
              <a:rect l="l" t="t" r="r" b="b"/>
              <a:pathLst>
                <a:path w="878" h="1086" extrusionOk="0">
                  <a:moveTo>
                    <a:pt x="615" y="1"/>
                  </a:moveTo>
                  <a:cubicBezTo>
                    <a:pt x="556" y="1"/>
                    <a:pt x="491" y="18"/>
                    <a:pt x="426" y="54"/>
                  </a:cubicBezTo>
                  <a:cubicBezTo>
                    <a:pt x="175" y="180"/>
                    <a:pt x="0" y="480"/>
                    <a:pt x="0" y="781"/>
                  </a:cubicBezTo>
                  <a:cubicBezTo>
                    <a:pt x="0" y="978"/>
                    <a:pt x="89" y="1085"/>
                    <a:pt x="231" y="1085"/>
                  </a:cubicBezTo>
                  <a:cubicBezTo>
                    <a:pt x="288" y="1085"/>
                    <a:pt x="354" y="1068"/>
                    <a:pt x="426" y="1032"/>
                  </a:cubicBezTo>
                  <a:cubicBezTo>
                    <a:pt x="677" y="906"/>
                    <a:pt x="877" y="581"/>
                    <a:pt x="877" y="305"/>
                  </a:cubicBezTo>
                  <a:cubicBezTo>
                    <a:pt x="877" y="108"/>
                    <a:pt x="763" y="1"/>
                    <a:pt x="61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3" name="Google Shape;2383;p34"/>
            <p:cNvSpPr/>
            <p:nvPr/>
          </p:nvSpPr>
          <p:spPr>
            <a:xfrm>
              <a:off x="5114800" y="1530650"/>
              <a:ext cx="21325" cy="27125"/>
            </a:xfrm>
            <a:custGeom>
              <a:avLst/>
              <a:gdLst/>
              <a:ahLst/>
              <a:cxnLst/>
              <a:rect l="l" t="t" r="r" b="b"/>
              <a:pathLst>
                <a:path w="853" h="1085" extrusionOk="0">
                  <a:moveTo>
                    <a:pt x="611" y="0"/>
                  </a:moveTo>
                  <a:cubicBezTo>
                    <a:pt x="554" y="0"/>
                    <a:pt x="491" y="18"/>
                    <a:pt x="427" y="54"/>
                  </a:cubicBezTo>
                  <a:cubicBezTo>
                    <a:pt x="176" y="179"/>
                    <a:pt x="1" y="530"/>
                    <a:pt x="1" y="780"/>
                  </a:cubicBezTo>
                  <a:cubicBezTo>
                    <a:pt x="1" y="977"/>
                    <a:pt x="90" y="1084"/>
                    <a:pt x="232" y="1084"/>
                  </a:cubicBezTo>
                  <a:cubicBezTo>
                    <a:pt x="289" y="1084"/>
                    <a:pt x="355" y="1067"/>
                    <a:pt x="427" y="1031"/>
                  </a:cubicBezTo>
                  <a:cubicBezTo>
                    <a:pt x="677" y="906"/>
                    <a:pt x="853" y="580"/>
                    <a:pt x="853" y="304"/>
                  </a:cubicBezTo>
                  <a:cubicBezTo>
                    <a:pt x="853" y="108"/>
                    <a:pt x="751" y="0"/>
                    <a:pt x="611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4" name="Google Shape;2384;p34"/>
            <p:cNvSpPr/>
            <p:nvPr/>
          </p:nvSpPr>
          <p:spPr>
            <a:xfrm>
              <a:off x="5210050" y="147487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1"/>
                  </a:moveTo>
                  <a:cubicBezTo>
                    <a:pt x="568" y="1"/>
                    <a:pt x="509" y="18"/>
                    <a:pt x="451" y="54"/>
                  </a:cubicBezTo>
                  <a:cubicBezTo>
                    <a:pt x="226" y="179"/>
                    <a:pt x="0" y="505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1" y="1032"/>
                  </a:cubicBezTo>
                  <a:cubicBezTo>
                    <a:pt x="677" y="906"/>
                    <a:pt x="877" y="605"/>
                    <a:pt x="877" y="305"/>
                  </a:cubicBezTo>
                  <a:cubicBezTo>
                    <a:pt x="877" y="108"/>
                    <a:pt x="763" y="1"/>
                    <a:pt x="624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5" name="Google Shape;2385;p34"/>
            <p:cNvSpPr/>
            <p:nvPr/>
          </p:nvSpPr>
          <p:spPr>
            <a:xfrm>
              <a:off x="5306525" y="1419625"/>
              <a:ext cx="21975" cy="26725"/>
            </a:xfrm>
            <a:custGeom>
              <a:avLst/>
              <a:gdLst/>
              <a:ahLst/>
              <a:cxnLst/>
              <a:rect l="l" t="t" r="r" b="b"/>
              <a:pathLst>
                <a:path w="879" h="1069" extrusionOk="0">
                  <a:moveTo>
                    <a:pt x="628" y="1"/>
                  </a:moveTo>
                  <a:cubicBezTo>
                    <a:pt x="565" y="1"/>
                    <a:pt x="496" y="20"/>
                    <a:pt x="427" y="59"/>
                  </a:cubicBezTo>
                  <a:cubicBezTo>
                    <a:pt x="226" y="184"/>
                    <a:pt x="1" y="485"/>
                    <a:pt x="1" y="760"/>
                  </a:cubicBezTo>
                  <a:cubicBezTo>
                    <a:pt x="1" y="969"/>
                    <a:pt x="97" y="1069"/>
                    <a:pt x="232" y="1069"/>
                  </a:cubicBezTo>
                  <a:cubicBezTo>
                    <a:pt x="291" y="1069"/>
                    <a:pt x="358" y="1049"/>
                    <a:pt x="427" y="1011"/>
                  </a:cubicBezTo>
                  <a:cubicBezTo>
                    <a:pt x="678" y="886"/>
                    <a:pt x="878" y="585"/>
                    <a:pt x="878" y="309"/>
                  </a:cubicBezTo>
                  <a:cubicBezTo>
                    <a:pt x="878" y="101"/>
                    <a:pt x="770" y="1"/>
                    <a:pt x="628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5DE5FE91-A37E-FA00-624B-2012E6112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1784" y="-160230"/>
            <a:ext cx="10353762" cy="970450"/>
          </a:xfrm>
        </p:spPr>
        <p:txBody>
          <a:bodyPr/>
          <a:lstStyle/>
          <a:p>
            <a:pPr algn="l"/>
            <a:r>
              <a:rPr lang="en-IN" sz="2000" b="1" dirty="0">
                <a:latin typeface="BankGothic Lt BT" panose="020B0607020203060204" pitchFamily="34" charset="0"/>
              </a:rPr>
              <a:t>Product Category Performance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87C39CE-D8D9-2B6A-91B1-A8D2E2D64D16}"/>
              </a:ext>
            </a:extLst>
          </p:cNvPr>
          <p:cNvSpPr txBox="1">
            <a:spLocks/>
          </p:cNvSpPr>
          <p:nvPr/>
        </p:nvSpPr>
        <p:spPr>
          <a:xfrm>
            <a:off x="496560" y="506949"/>
            <a:ext cx="8226487" cy="741458"/>
          </a:xfrm>
          <a:prstGeom prst="rect">
            <a:avLst/>
          </a:prstGeom>
          <a:solidFill>
            <a:schemeClr val="accent1">
              <a:lumMod val="90000"/>
            </a:schemeClr>
          </a:solidFill>
        </p:spPr>
        <p:txBody>
          <a:bodyPr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BankGothic Lt BT" panose="020B0607020203060204" pitchFamily="34" charset="0"/>
              </a:rPr>
              <a:t>Bar chart displaying performance by category (e.g., notebooks, mobiles, etc.).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BankGothic Lt BT" panose="020B0607020203060204" pitchFamily="34" charset="0"/>
              </a:rPr>
              <a:t>Recommendations for high-performing and low-performing categories.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A674842A-4A93-8EA3-E21C-9AEEBC991C0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98137039"/>
              </p:ext>
            </p:extLst>
          </p:nvPr>
        </p:nvGraphicFramePr>
        <p:xfrm>
          <a:off x="119702" y="1427874"/>
          <a:ext cx="4955626" cy="32691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044EE2E-E181-E8BE-DBAD-775A6ED9B1A9}"/>
              </a:ext>
            </a:extLst>
          </p:cNvPr>
          <p:cNvSpPr txBox="1"/>
          <p:nvPr/>
        </p:nvSpPr>
        <p:spPr>
          <a:xfrm>
            <a:off x="5126270" y="1353390"/>
            <a:ext cx="4462256" cy="338419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nkGothic Lt BT" panose="020B0607020203060204" pitchFamily="34" charset="0"/>
              </a:rPr>
              <a:t>Product Category Performance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nkGothic Lt BT" panose="020B0607020203060204" pitchFamily="34" charset="0"/>
              </a:rPr>
              <a:t>Description: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nkGothic Lt BT" panose="020B0607020203060204" pitchFamily="34" charset="0"/>
              </a:rPr>
            </a:b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nkGothic Lt BT" panose="020B0607020203060204" pitchFamily="34" charset="0"/>
            </a:endParaRP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b="1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nkGothic Lt BT" panose="020B0607020203060204" pitchFamily="34" charset="0"/>
            </a:endParaRP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nkGothic Lt BT" panose="020B0607020203060204" pitchFamily="34" charset="0"/>
              </a:rPr>
              <a:t>Key Insight: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BankGothic Lt BT" panose="020B0607020203060204" pitchFamily="34" charset="0"/>
              </a:rPr>
              <a:t>Shows customer retention trends.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BankGothic Lt BT" panose="020B0607020203060204" pitchFamily="34" charset="0"/>
              </a:rPr>
              <a:t>Helps identify periods of high churn for corrective actions.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0A860F4E-ED0E-48FF-DF22-5B32ADADEA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9693" y="2467824"/>
            <a:ext cx="4891532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nkGothic Lt BT" panose="020B0607020203060204" pitchFamily="34" charset="0"/>
              </a:rPr>
              <a:t>Compares revenue performance across different product categories (e.g., notebooks, mobiles).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nkGothic Lt BT" panose="020B060702020306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2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1098EB0A-04C1-6F57-EF2C-60FB59EF2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27" y="-242612"/>
            <a:ext cx="10353762" cy="970450"/>
          </a:xfrm>
        </p:spPr>
        <p:txBody>
          <a:bodyPr/>
          <a:lstStyle/>
          <a:p>
            <a:pPr algn="l"/>
            <a:r>
              <a:rPr lang="en-IN" sz="2000" b="1" dirty="0">
                <a:latin typeface="BankGothic Lt BT" panose="020B0607020203060204" pitchFamily="34" charset="0"/>
              </a:rPr>
              <a:t>Gender-Based Revenue Analysis</a:t>
            </a: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2B7FB5A8-47AF-440C-24EC-1AF285E686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6227" y="396938"/>
            <a:ext cx="6609502" cy="830997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  <a:effectLst/>
        </p:spPr>
        <p:txBody>
          <a:bodyPr spcFirstLastPara="1"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None/>
              <a:defRPr sz="1800" b="0" i="0" u="none" strike="noStrike" cap="none">
                <a:solidFill>
                  <a:srgbClr val="666666"/>
                </a:solidFill>
                <a:latin typeface="Abel"/>
                <a:ea typeface="Abel"/>
                <a:cs typeface="Abel"/>
                <a:sym typeface="Abe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None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None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None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None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None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None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None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bel"/>
              <a:buNone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pPr marL="285750" indent="-28575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BankGothic Lt BT" panose="020B0607020203060204" pitchFamily="34" charset="0"/>
              </a:rPr>
              <a:t>Horizontal bar chart visualizing revenue distribution.</a:t>
            </a:r>
          </a:p>
          <a:p>
            <a:pPr marL="285750" indent="-28575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BankGothic Lt BT" panose="020B0607020203060204" pitchFamily="34" charset="0"/>
              </a:rPr>
              <a:t>Mention any disparities and improvement strategies. </a:t>
            </a:r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23455828-86BF-F428-A5AE-36C1929FF58C}"/>
              </a:ext>
              <a:ext uri="{147F2762-F138-4A5C-976F-8EAC2B608ADB}">
                <a16:predDERef xmlns:a16="http://schemas.microsoft.com/office/drawing/2014/main" pred="{D926BDBE-A888-75C7-7AE3-B1930AF228C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04722299"/>
              </p:ext>
            </p:extLst>
          </p:nvPr>
        </p:nvGraphicFramePr>
        <p:xfrm>
          <a:off x="446227" y="1516565"/>
          <a:ext cx="4036324" cy="32299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C01E190C-0917-CACE-75CE-54E1ED3AC543}"/>
              </a:ext>
            </a:extLst>
          </p:cNvPr>
          <p:cNvSpPr txBox="1"/>
          <p:nvPr/>
        </p:nvSpPr>
        <p:spPr>
          <a:xfrm>
            <a:off x="4572000" y="1367388"/>
            <a:ext cx="4427097" cy="2899320"/>
          </a:xfrm>
          <a:prstGeom prst="rect">
            <a:avLst/>
          </a:prstGeom>
          <a:solidFill>
            <a:schemeClr val="accent2">
              <a:lumMod val="9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IN" sz="1800" b="1" dirty="0">
                <a:latin typeface="BankGothic Lt BT" panose="020B0607020203060204" pitchFamily="34" charset="0"/>
              </a:rPr>
              <a:t>Gender-Based Revenue Analysis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nkGothic Lt BT" panose="020B0607020203060204" pitchFamily="34" charset="0"/>
            </a:endParaRP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nkGothic Lt BT" panose="020B0607020203060204" pitchFamily="34" charset="0"/>
              </a:rPr>
              <a:t>Description: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BankGothic Lt BT" panose="020B0607020203060204" pitchFamily="34" charset="0"/>
              </a:rPr>
              <a:t>Shows the revenue contribution from male and female customers across online and offline channels.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nkGothic Lt BT" panose="020B0607020203060204" pitchFamily="34" charset="0"/>
            </a:endParaRP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nkGothic Lt BT" panose="020B0607020203060204" pitchFamily="34" charset="0"/>
              </a:rPr>
              <a:t>Key Insight: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b="1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nkGothic Lt BT" panose="020B0607020203060204" pitchFamily="34" charset="0"/>
            </a:endParaRP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dirty="0"/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B828E34D-9F25-E754-B339-3D60FA3D32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3649851"/>
            <a:ext cx="4427097" cy="1029705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nkGothic Lt BT" panose="020B0607020203060204" pitchFamily="34" charset="0"/>
              </a:rPr>
              <a:t>Highlights any gender-based preferences or disparities.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nkGothic Lt BT" panose="020B0607020203060204" pitchFamily="34" charset="0"/>
              </a:rPr>
              <a:t>Guides targeted marketing campaigns.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99" name="Google Shape;2399;p36"/>
          <p:cNvGrpSpPr/>
          <p:nvPr/>
        </p:nvGrpSpPr>
        <p:grpSpPr>
          <a:xfrm>
            <a:off x="8464832" y="1407759"/>
            <a:ext cx="579743" cy="1134819"/>
            <a:chOff x="4921825" y="870250"/>
            <a:chExt cx="407925" cy="798550"/>
          </a:xfrm>
        </p:grpSpPr>
        <p:sp>
          <p:nvSpPr>
            <p:cNvPr id="2400" name="Google Shape;2400;p36"/>
            <p:cNvSpPr/>
            <p:nvPr/>
          </p:nvSpPr>
          <p:spPr>
            <a:xfrm>
              <a:off x="4921825" y="109267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0"/>
                  </a:moveTo>
                  <a:cubicBezTo>
                    <a:pt x="569" y="0"/>
                    <a:pt x="509" y="18"/>
                    <a:pt x="452" y="54"/>
                  </a:cubicBezTo>
                  <a:cubicBezTo>
                    <a:pt x="201" y="179"/>
                    <a:pt x="0" y="530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2" y="1031"/>
                  </a:cubicBezTo>
                  <a:cubicBezTo>
                    <a:pt x="702" y="906"/>
                    <a:pt x="878" y="580"/>
                    <a:pt x="878" y="304"/>
                  </a:cubicBezTo>
                  <a:cubicBezTo>
                    <a:pt x="878" y="108"/>
                    <a:pt x="763" y="0"/>
                    <a:pt x="624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1" name="Google Shape;2401;p36"/>
            <p:cNvSpPr/>
            <p:nvPr/>
          </p:nvSpPr>
          <p:spPr>
            <a:xfrm>
              <a:off x="5018325" y="1037425"/>
              <a:ext cx="21950" cy="26725"/>
            </a:xfrm>
            <a:custGeom>
              <a:avLst/>
              <a:gdLst/>
              <a:ahLst/>
              <a:cxnLst/>
              <a:rect l="l" t="t" r="r" b="b"/>
              <a:pathLst>
                <a:path w="878" h="1069" extrusionOk="0">
                  <a:moveTo>
                    <a:pt x="627" y="0"/>
                  </a:moveTo>
                  <a:cubicBezTo>
                    <a:pt x="564" y="0"/>
                    <a:pt x="495" y="20"/>
                    <a:pt x="426" y="58"/>
                  </a:cubicBezTo>
                  <a:cubicBezTo>
                    <a:pt x="175" y="209"/>
                    <a:pt x="0" y="509"/>
                    <a:pt x="0" y="760"/>
                  </a:cubicBezTo>
                  <a:cubicBezTo>
                    <a:pt x="0" y="969"/>
                    <a:pt x="96" y="1069"/>
                    <a:pt x="231" y="1069"/>
                  </a:cubicBezTo>
                  <a:cubicBezTo>
                    <a:pt x="290" y="1069"/>
                    <a:pt x="357" y="1049"/>
                    <a:pt x="426" y="1011"/>
                  </a:cubicBezTo>
                  <a:cubicBezTo>
                    <a:pt x="677" y="885"/>
                    <a:pt x="877" y="585"/>
                    <a:pt x="877" y="309"/>
                  </a:cubicBezTo>
                  <a:cubicBezTo>
                    <a:pt x="877" y="100"/>
                    <a:pt x="769" y="0"/>
                    <a:pt x="627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2" name="Google Shape;2402;p36"/>
            <p:cNvSpPr/>
            <p:nvPr/>
          </p:nvSpPr>
          <p:spPr>
            <a:xfrm>
              <a:off x="5114800" y="981775"/>
              <a:ext cx="21325" cy="26900"/>
            </a:xfrm>
            <a:custGeom>
              <a:avLst/>
              <a:gdLst/>
              <a:ahLst/>
              <a:cxnLst/>
              <a:rect l="l" t="t" r="r" b="b"/>
              <a:pathLst>
                <a:path w="853" h="1076" extrusionOk="0">
                  <a:moveTo>
                    <a:pt x="611" y="0"/>
                  </a:moveTo>
                  <a:cubicBezTo>
                    <a:pt x="554" y="0"/>
                    <a:pt x="491" y="18"/>
                    <a:pt x="427" y="54"/>
                  </a:cubicBezTo>
                  <a:cubicBezTo>
                    <a:pt x="176" y="204"/>
                    <a:pt x="1" y="530"/>
                    <a:pt x="1" y="780"/>
                  </a:cubicBezTo>
                  <a:cubicBezTo>
                    <a:pt x="1" y="969"/>
                    <a:pt x="95" y="1076"/>
                    <a:pt x="227" y="1076"/>
                  </a:cubicBezTo>
                  <a:cubicBezTo>
                    <a:pt x="287" y="1076"/>
                    <a:pt x="356" y="1053"/>
                    <a:pt x="427" y="1006"/>
                  </a:cubicBezTo>
                  <a:cubicBezTo>
                    <a:pt x="677" y="906"/>
                    <a:pt x="853" y="580"/>
                    <a:pt x="853" y="304"/>
                  </a:cubicBezTo>
                  <a:cubicBezTo>
                    <a:pt x="853" y="108"/>
                    <a:pt x="751" y="0"/>
                    <a:pt x="611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3" name="Google Shape;2403;p36"/>
            <p:cNvSpPr/>
            <p:nvPr/>
          </p:nvSpPr>
          <p:spPr>
            <a:xfrm>
              <a:off x="5210050" y="92600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1"/>
                  </a:moveTo>
                  <a:cubicBezTo>
                    <a:pt x="568" y="1"/>
                    <a:pt x="509" y="18"/>
                    <a:pt x="451" y="54"/>
                  </a:cubicBezTo>
                  <a:cubicBezTo>
                    <a:pt x="226" y="204"/>
                    <a:pt x="0" y="505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1" y="1032"/>
                  </a:cubicBezTo>
                  <a:cubicBezTo>
                    <a:pt x="677" y="906"/>
                    <a:pt x="877" y="580"/>
                    <a:pt x="877" y="305"/>
                  </a:cubicBezTo>
                  <a:cubicBezTo>
                    <a:pt x="877" y="108"/>
                    <a:pt x="763" y="1"/>
                    <a:pt x="624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4" name="Google Shape;2404;p36"/>
            <p:cNvSpPr/>
            <p:nvPr/>
          </p:nvSpPr>
          <p:spPr>
            <a:xfrm>
              <a:off x="5306525" y="870250"/>
              <a:ext cx="21975" cy="27125"/>
            </a:xfrm>
            <a:custGeom>
              <a:avLst/>
              <a:gdLst/>
              <a:ahLst/>
              <a:cxnLst/>
              <a:rect l="l" t="t" r="r" b="b"/>
              <a:pathLst>
                <a:path w="879" h="1085" extrusionOk="0">
                  <a:moveTo>
                    <a:pt x="616" y="0"/>
                  </a:moveTo>
                  <a:cubicBezTo>
                    <a:pt x="556" y="0"/>
                    <a:pt x="492" y="18"/>
                    <a:pt x="427" y="53"/>
                  </a:cubicBezTo>
                  <a:cubicBezTo>
                    <a:pt x="226" y="229"/>
                    <a:pt x="1" y="505"/>
                    <a:pt x="1" y="780"/>
                  </a:cubicBezTo>
                  <a:cubicBezTo>
                    <a:pt x="1" y="977"/>
                    <a:pt x="103" y="1084"/>
                    <a:pt x="243" y="1084"/>
                  </a:cubicBezTo>
                  <a:cubicBezTo>
                    <a:pt x="300" y="1084"/>
                    <a:pt x="362" y="1067"/>
                    <a:pt x="427" y="1031"/>
                  </a:cubicBezTo>
                  <a:cubicBezTo>
                    <a:pt x="678" y="906"/>
                    <a:pt x="878" y="605"/>
                    <a:pt x="878" y="304"/>
                  </a:cubicBezTo>
                  <a:cubicBezTo>
                    <a:pt x="878" y="108"/>
                    <a:pt x="763" y="0"/>
                    <a:pt x="616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5" name="Google Shape;2405;p36"/>
            <p:cNvSpPr/>
            <p:nvPr/>
          </p:nvSpPr>
          <p:spPr>
            <a:xfrm>
              <a:off x="4921825" y="1203450"/>
              <a:ext cx="21950" cy="26750"/>
            </a:xfrm>
            <a:custGeom>
              <a:avLst/>
              <a:gdLst/>
              <a:ahLst/>
              <a:cxnLst/>
              <a:rect l="l" t="t" r="r" b="b"/>
              <a:pathLst>
                <a:path w="878" h="1070" extrusionOk="0">
                  <a:moveTo>
                    <a:pt x="636" y="1"/>
                  </a:moveTo>
                  <a:cubicBezTo>
                    <a:pt x="577" y="1"/>
                    <a:pt x="513" y="20"/>
                    <a:pt x="452" y="59"/>
                  </a:cubicBezTo>
                  <a:cubicBezTo>
                    <a:pt x="226" y="209"/>
                    <a:pt x="25" y="510"/>
                    <a:pt x="0" y="761"/>
                  </a:cubicBezTo>
                  <a:cubicBezTo>
                    <a:pt x="0" y="969"/>
                    <a:pt x="109" y="1069"/>
                    <a:pt x="251" y="1069"/>
                  </a:cubicBezTo>
                  <a:cubicBezTo>
                    <a:pt x="313" y="1069"/>
                    <a:pt x="382" y="1050"/>
                    <a:pt x="452" y="1011"/>
                  </a:cubicBezTo>
                  <a:cubicBezTo>
                    <a:pt x="702" y="886"/>
                    <a:pt x="878" y="585"/>
                    <a:pt x="878" y="310"/>
                  </a:cubicBezTo>
                  <a:cubicBezTo>
                    <a:pt x="878" y="101"/>
                    <a:pt x="769" y="1"/>
                    <a:pt x="636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6" name="Google Shape;2406;p36"/>
            <p:cNvSpPr/>
            <p:nvPr/>
          </p:nvSpPr>
          <p:spPr>
            <a:xfrm>
              <a:off x="4922450" y="131385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35" y="1"/>
                  </a:moveTo>
                  <a:cubicBezTo>
                    <a:pt x="579" y="1"/>
                    <a:pt x="516" y="18"/>
                    <a:pt x="452" y="54"/>
                  </a:cubicBezTo>
                  <a:cubicBezTo>
                    <a:pt x="201" y="204"/>
                    <a:pt x="0" y="530"/>
                    <a:pt x="0" y="781"/>
                  </a:cubicBezTo>
                  <a:cubicBezTo>
                    <a:pt x="0" y="977"/>
                    <a:pt x="102" y="1085"/>
                    <a:pt x="252" y="1085"/>
                  </a:cubicBezTo>
                  <a:cubicBezTo>
                    <a:pt x="312" y="1085"/>
                    <a:pt x="380" y="1067"/>
                    <a:pt x="452" y="1031"/>
                  </a:cubicBezTo>
                  <a:cubicBezTo>
                    <a:pt x="702" y="906"/>
                    <a:pt x="878" y="580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7" name="Google Shape;2407;p36"/>
            <p:cNvSpPr/>
            <p:nvPr/>
          </p:nvSpPr>
          <p:spPr>
            <a:xfrm>
              <a:off x="4922450" y="142475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35" y="1"/>
                  </a:moveTo>
                  <a:cubicBezTo>
                    <a:pt x="579" y="1"/>
                    <a:pt x="516" y="18"/>
                    <a:pt x="452" y="54"/>
                  </a:cubicBezTo>
                  <a:cubicBezTo>
                    <a:pt x="226" y="179"/>
                    <a:pt x="51" y="505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2" y="1032"/>
                  </a:cubicBezTo>
                  <a:cubicBezTo>
                    <a:pt x="702" y="906"/>
                    <a:pt x="878" y="605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8" name="Google Shape;2408;p36"/>
            <p:cNvSpPr/>
            <p:nvPr/>
          </p:nvSpPr>
          <p:spPr>
            <a:xfrm>
              <a:off x="4923700" y="1535550"/>
              <a:ext cx="21325" cy="26725"/>
            </a:xfrm>
            <a:custGeom>
              <a:avLst/>
              <a:gdLst/>
              <a:ahLst/>
              <a:cxnLst/>
              <a:rect l="l" t="t" r="r" b="b"/>
              <a:pathLst>
                <a:path w="853" h="1069" extrusionOk="0">
                  <a:moveTo>
                    <a:pt x="622" y="0"/>
                  </a:moveTo>
                  <a:cubicBezTo>
                    <a:pt x="563" y="0"/>
                    <a:pt x="496" y="20"/>
                    <a:pt x="427" y="58"/>
                  </a:cubicBezTo>
                  <a:cubicBezTo>
                    <a:pt x="176" y="183"/>
                    <a:pt x="1" y="484"/>
                    <a:pt x="1" y="760"/>
                  </a:cubicBezTo>
                  <a:cubicBezTo>
                    <a:pt x="1" y="968"/>
                    <a:pt x="97" y="1069"/>
                    <a:pt x="231" y="1069"/>
                  </a:cubicBezTo>
                  <a:cubicBezTo>
                    <a:pt x="291" y="1069"/>
                    <a:pt x="357" y="1049"/>
                    <a:pt x="427" y="1011"/>
                  </a:cubicBezTo>
                  <a:cubicBezTo>
                    <a:pt x="677" y="885"/>
                    <a:pt x="853" y="584"/>
                    <a:pt x="853" y="309"/>
                  </a:cubicBezTo>
                  <a:cubicBezTo>
                    <a:pt x="853" y="100"/>
                    <a:pt x="756" y="0"/>
                    <a:pt x="622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9" name="Google Shape;2409;p36"/>
            <p:cNvSpPr/>
            <p:nvPr/>
          </p:nvSpPr>
          <p:spPr>
            <a:xfrm>
              <a:off x="5018325" y="1147800"/>
              <a:ext cx="21950" cy="27150"/>
            </a:xfrm>
            <a:custGeom>
              <a:avLst/>
              <a:gdLst/>
              <a:ahLst/>
              <a:cxnLst/>
              <a:rect l="l" t="t" r="r" b="b"/>
              <a:pathLst>
                <a:path w="878" h="1086" extrusionOk="0">
                  <a:moveTo>
                    <a:pt x="615" y="1"/>
                  </a:moveTo>
                  <a:cubicBezTo>
                    <a:pt x="556" y="1"/>
                    <a:pt x="491" y="18"/>
                    <a:pt x="426" y="54"/>
                  </a:cubicBezTo>
                  <a:cubicBezTo>
                    <a:pt x="201" y="205"/>
                    <a:pt x="0" y="480"/>
                    <a:pt x="0" y="781"/>
                  </a:cubicBezTo>
                  <a:cubicBezTo>
                    <a:pt x="0" y="978"/>
                    <a:pt x="102" y="1085"/>
                    <a:pt x="242" y="1085"/>
                  </a:cubicBezTo>
                  <a:cubicBezTo>
                    <a:pt x="299" y="1085"/>
                    <a:pt x="361" y="1068"/>
                    <a:pt x="426" y="1032"/>
                  </a:cubicBezTo>
                  <a:cubicBezTo>
                    <a:pt x="677" y="906"/>
                    <a:pt x="877" y="581"/>
                    <a:pt x="877" y="305"/>
                  </a:cubicBezTo>
                  <a:cubicBezTo>
                    <a:pt x="877" y="108"/>
                    <a:pt x="763" y="1"/>
                    <a:pt x="61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0" name="Google Shape;2410;p36"/>
            <p:cNvSpPr/>
            <p:nvPr/>
          </p:nvSpPr>
          <p:spPr>
            <a:xfrm>
              <a:off x="5114800" y="1092050"/>
              <a:ext cx="21325" cy="27125"/>
            </a:xfrm>
            <a:custGeom>
              <a:avLst/>
              <a:gdLst/>
              <a:ahLst/>
              <a:cxnLst/>
              <a:rect l="l" t="t" r="r" b="b"/>
              <a:pathLst>
                <a:path w="853" h="1085" extrusionOk="0">
                  <a:moveTo>
                    <a:pt x="611" y="0"/>
                  </a:moveTo>
                  <a:cubicBezTo>
                    <a:pt x="554" y="0"/>
                    <a:pt x="491" y="18"/>
                    <a:pt x="427" y="54"/>
                  </a:cubicBezTo>
                  <a:cubicBezTo>
                    <a:pt x="201" y="204"/>
                    <a:pt x="1" y="530"/>
                    <a:pt x="1" y="781"/>
                  </a:cubicBezTo>
                  <a:cubicBezTo>
                    <a:pt x="1" y="977"/>
                    <a:pt x="103" y="1085"/>
                    <a:pt x="243" y="1085"/>
                  </a:cubicBezTo>
                  <a:cubicBezTo>
                    <a:pt x="299" y="1085"/>
                    <a:pt x="362" y="1067"/>
                    <a:pt x="427" y="1031"/>
                  </a:cubicBezTo>
                  <a:cubicBezTo>
                    <a:pt x="677" y="906"/>
                    <a:pt x="853" y="580"/>
                    <a:pt x="853" y="304"/>
                  </a:cubicBezTo>
                  <a:cubicBezTo>
                    <a:pt x="853" y="108"/>
                    <a:pt x="751" y="0"/>
                    <a:pt x="611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1" name="Google Shape;2411;p36"/>
            <p:cNvSpPr/>
            <p:nvPr/>
          </p:nvSpPr>
          <p:spPr>
            <a:xfrm>
              <a:off x="5210675" y="103627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35" y="1"/>
                  </a:moveTo>
                  <a:cubicBezTo>
                    <a:pt x="579" y="1"/>
                    <a:pt x="516" y="18"/>
                    <a:pt x="451" y="54"/>
                  </a:cubicBezTo>
                  <a:cubicBezTo>
                    <a:pt x="201" y="230"/>
                    <a:pt x="0" y="530"/>
                    <a:pt x="0" y="781"/>
                  </a:cubicBezTo>
                  <a:cubicBezTo>
                    <a:pt x="0" y="978"/>
                    <a:pt x="115" y="1085"/>
                    <a:pt x="263" y="1085"/>
                  </a:cubicBezTo>
                  <a:cubicBezTo>
                    <a:pt x="322" y="1085"/>
                    <a:pt x="387" y="1068"/>
                    <a:pt x="451" y="1032"/>
                  </a:cubicBezTo>
                  <a:cubicBezTo>
                    <a:pt x="702" y="906"/>
                    <a:pt x="878" y="580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2" name="Google Shape;2412;p36"/>
            <p:cNvSpPr/>
            <p:nvPr/>
          </p:nvSpPr>
          <p:spPr>
            <a:xfrm>
              <a:off x="5307150" y="981775"/>
              <a:ext cx="21975" cy="26900"/>
            </a:xfrm>
            <a:custGeom>
              <a:avLst/>
              <a:gdLst/>
              <a:ahLst/>
              <a:cxnLst/>
              <a:rect l="l" t="t" r="r" b="b"/>
              <a:pathLst>
                <a:path w="879" h="1076" extrusionOk="0">
                  <a:moveTo>
                    <a:pt x="625" y="0"/>
                  </a:moveTo>
                  <a:cubicBezTo>
                    <a:pt x="569" y="0"/>
                    <a:pt x="510" y="18"/>
                    <a:pt x="452" y="54"/>
                  </a:cubicBezTo>
                  <a:cubicBezTo>
                    <a:pt x="201" y="179"/>
                    <a:pt x="1" y="480"/>
                    <a:pt x="1" y="780"/>
                  </a:cubicBezTo>
                  <a:cubicBezTo>
                    <a:pt x="1" y="969"/>
                    <a:pt x="107" y="1076"/>
                    <a:pt x="246" y="1076"/>
                  </a:cubicBezTo>
                  <a:cubicBezTo>
                    <a:pt x="310" y="1076"/>
                    <a:pt x="381" y="1053"/>
                    <a:pt x="452" y="1006"/>
                  </a:cubicBezTo>
                  <a:cubicBezTo>
                    <a:pt x="678" y="906"/>
                    <a:pt x="878" y="580"/>
                    <a:pt x="878" y="304"/>
                  </a:cubicBezTo>
                  <a:cubicBezTo>
                    <a:pt x="878" y="108"/>
                    <a:pt x="763" y="0"/>
                    <a:pt x="625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3" name="Google Shape;2413;p36"/>
            <p:cNvSpPr/>
            <p:nvPr/>
          </p:nvSpPr>
          <p:spPr>
            <a:xfrm>
              <a:off x="5018950" y="125810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0"/>
                  </a:moveTo>
                  <a:cubicBezTo>
                    <a:pt x="568" y="0"/>
                    <a:pt x="509" y="17"/>
                    <a:pt x="451" y="53"/>
                  </a:cubicBezTo>
                  <a:cubicBezTo>
                    <a:pt x="176" y="204"/>
                    <a:pt x="0" y="504"/>
                    <a:pt x="0" y="780"/>
                  </a:cubicBezTo>
                  <a:cubicBezTo>
                    <a:pt x="0" y="977"/>
                    <a:pt x="115" y="1084"/>
                    <a:pt x="262" y="1084"/>
                  </a:cubicBezTo>
                  <a:cubicBezTo>
                    <a:pt x="322" y="1084"/>
                    <a:pt x="387" y="1067"/>
                    <a:pt x="451" y="1031"/>
                  </a:cubicBezTo>
                  <a:cubicBezTo>
                    <a:pt x="702" y="905"/>
                    <a:pt x="877" y="580"/>
                    <a:pt x="877" y="304"/>
                  </a:cubicBezTo>
                  <a:cubicBezTo>
                    <a:pt x="877" y="107"/>
                    <a:pt x="763" y="0"/>
                    <a:pt x="624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4" name="Google Shape;2414;p36"/>
            <p:cNvSpPr/>
            <p:nvPr/>
          </p:nvSpPr>
          <p:spPr>
            <a:xfrm>
              <a:off x="5018950" y="1369225"/>
              <a:ext cx="21950" cy="27000"/>
            </a:xfrm>
            <a:custGeom>
              <a:avLst/>
              <a:gdLst/>
              <a:ahLst/>
              <a:cxnLst/>
              <a:rect l="l" t="t" r="r" b="b"/>
              <a:pathLst>
                <a:path w="878" h="1080" extrusionOk="0">
                  <a:moveTo>
                    <a:pt x="637" y="0"/>
                  </a:moveTo>
                  <a:cubicBezTo>
                    <a:pt x="578" y="0"/>
                    <a:pt x="513" y="23"/>
                    <a:pt x="451" y="70"/>
                  </a:cubicBezTo>
                  <a:cubicBezTo>
                    <a:pt x="176" y="195"/>
                    <a:pt x="0" y="496"/>
                    <a:pt x="0" y="771"/>
                  </a:cubicBezTo>
                  <a:cubicBezTo>
                    <a:pt x="0" y="980"/>
                    <a:pt x="109" y="1080"/>
                    <a:pt x="250" y="1080"/>
                  </a:cubicBezTo>
                  <a:cubicBezTo>
                    <a:pt x="313" y="1080"/>
                    <a:pt x="382" y="1060"/>
                    <a:pt x="451" y="1022"/>
                  </a:cubicBezTo>
                  <a:cubicBezTo>
                    <a:pt x="702" y="897"/>
                    <a:pt x="877" y="596"/>
                    <a:pt x="877" y="320"/>
                  </a:cubicBezTo>
                  <a:cubicBezTo>
                    <a:pt x="877" y="113"/>
                    <a:pt x="770" y="0"/>
                    <a:pt x="637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5" name="Google Shape;2415;p36"/>
            <p:cNvSpPr/>
            <p:nvPr/>
          </p:nvSpPr>
          <p:spPr>
            <a:xfrm>
              <a:off x="5018950" y="147990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0"/>
                  </a:moveTo>
                  <a:cubicBezTo>
                    <a:pt x="568" y="0"/>
                    <a:pt x="509" y="18"/>
                    <a:pt x="451" y="54"/>
                  </a:cubicBezTo>
                  <a:cubicBezTo>
                    <a:pt x="226" y="179"/>
                    <a:pt x="25" y="505"/>
                    <a:pt x="0" y="780"/>
                  </a:cubicBezTo>
                  <a:cubicBezTo>
                    <a:pt x="0" y="977"/>
                    <a:pt x="102" y="1084"/>
                    <a:pt x="251" y="1084"/>
                  </a:cubicBezTo>
                  <a:cubicBezTo>
                    <a:pt x="312" y="1084"/>
                    <a:pt x="379" y="1067"/>
                    <a:pt x="451" y="1031"/>
                  </a:cubicBezTo>
                  <a:cubicBezTo>
                    <a:pt x="702" y="906"/>
                    <a:pt x="877" y="580"/>
                    <a:pt x="877" y="304"/>
                  </a:cubicBezTo>
                  <a:cubicBezTo>
                    <a:pt x="877" y="108"/>
                    <a:pt x="763" y="0"/>
                    <a:pt x="624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6" name="Google Shape;2416;p36"/>
            <p:cNvSpPr/>
            <p:nvPr/>
          </p:nvSpPr>
          <p:spPr>
            <a:xfrm>
              <a:off x="5114800" y="1203450"/>
              <a:ext cx="21325" cy="26750"/>
            </a:xfrm>
            <a:custGeom>
              <a:avLst/>
              <a:gdLst/>
              <a:ahLst/>
              <a:cxnLst/>
              <a:rect l="l" t="t" r="r" b="b"/>
              <a:pathLst>
                <a:path w="853" h="1070" extrusionOk="0">
                  <a:moveTo>
                    <a:pt x="622" y="1"/>
                  </a:moveTo>
                  <a:cubicBezTo>
                    <a:pt x="563" y="1"/>
                    <a:pt x="496" y="20"/>
                    <a:pt x="427" y="59"/>
                  </a:cubicBezTo>
                  <a:cubicBezTo>
                    <a:pt x="201" y="184"/>
                    <a:pt x="26" y="485"/>
                    <a:pt x="1" y="761"/>
                  </a:cubicBezTo>
                  <a:cubicBezTo>
                    <a:pt x="1" y="969"/>
                    <a:pt x="85" y="1069"/>
                    <a:pt x="220" y="1069"/>
                  </a:cubicBezTo>
                  <a:cubicBezTo>
                    <a:pt x="280" y="1069"/>
                    <a:pt x="350" y="1050"/>
                    <a:pt x="427" y="1011"/>
                  </a:cubicBezTo>
                  <a:cubicBezTo>
                    <a:pt x="677" y="886"/>
                    <a:pt x="853" y="585"/>
                    <a:pt x="853" y="310"/>
                  </a:cubicBezTo>
                  <a:cubicBezTo>
                    <a:pt x="853" y="101"/>
                    <a:pt x="756" y="1"/>
                    <a:pt x="622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7" name="Google Shape;2417;p36"/>
            <p:cNvSpPr/>
            <p:nvPr/>
          </p:nvSpPr>
          <p:spPr>
            <a:xfrm>
              <a:off x="5210675" y="1147800"/>
              <a:ext cx="21950" cy="27150"/>
            </a:xfrm>
            <a:custGeom>
              <a:avLst/>
              <a:gdLst/>
              <a:ahLst/>
              <a:cxnLst/>
              <a:rect l="l" t="t" r="r" b="b"/>
              <a:pathLst>
                <a:path w="878" h="1086" extrusionOk="0">
                  <a:moveTo>
                    <a:pt x="635" y="1"/>
                  </a:moveTo>
                  <a:cubicBezTo>
                    <a:pt x="579" y="1"/>
                    <a:pt x="516" y="18"/>
                    <a:pt x="451" y="54"/>
                  </a:cubicBezTo>
                  <a:cubicBezTo>
                    <a:pt x="226" y="180"/>
                    <a:pt x="0" y="480"/>
                    <a:pt x="0" y="781"/>
                  </a:cubicBezTo>
                  <a:cubicBezTo>
                    <a:pt x="0" y="978"/>
                    <a:pt x="115" y="1085"/>
                    <a:pt x="263" y="1085"/>
                  </a:cubicBezTo>
                  <a:cubicBezTo>
                    <a:pt x="322" y="1085"/>
                    <a:pt x="387" y="1068"/>
                    <a:pt x="451" y="1032"/>
                  </a:cubicBezTo>
                  <a:cubicBezTo>
                    <a:pt x="702" y="906"/>
                    <a:pt x="878" y="581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8" name="Google Shape;2418;p36"/>
            <p:cNvSpPr/>
            <p:nvPr/>
          </p:nvSpPr>
          <p:spPr>
            <a:xfrm>
              <a:off x="5307150" y="1092050"/>
              <a:ext cx="21975" cy="27125"/>
            </a:xfrm>
            <a:custGeom>
              <a:avLst/>
              <a:gdLst/>
              <a:ahLst/>
              <a:cxnLst/>
              <a:rect l="l" t="t" r="r" b="b"/>
              <a:pathLst>
                <a:path w="879" h="1085" extrusionOk="0">
                  <a:moveTo>
                    <a:pt x="625" y="0"/>
                  </a:moveTo>
                  <a:cubicBezTo>
                    <a:pt x="569" y="0"/>
                    <a:pt x="510" y="18"/>
                    <a:pt x="452" y="54"/>
                  </a:cubicBezTo>
                  <a:cubicBezTo>
                    <a:pt x="227" y="179"/>
                    <a:pt x="26" y="530"/>
                    <a:pt x="1" y="781"/>
                  </a:cubicBezTo>
                  <a:cubicBezTo>
                    <a:pt x="1" y="977"/>
                    <a:pt x="116" y="1085"/>
                    <a:pt x="263" y="1085"/>
                  </a:cubicBezTo>
                  <a:cubicBezTo>
                    <a:pt x="323" y="1085"/>
                    <a:pt x="387" y="1067"/>
                    <a:pt x="452" y="1031"/>
                  </a:cubicBezTo>
                  <a:cubicBezTo>
                    <a:pt x="678" y="906"/>
                    <a:pt x="878" y="580"/>
                    <a:pt x="878" y="304"/>
                  </a:cubicBezTo>
                  <a:cubicBezTo>
                    <a:pt x="878" y="108"/>
                    <a:pt x="763" y="0"/>
                    <a:pt x="625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9" name="Google Shape;2419;p36"/>
            <p:cNvSpPr/>
            <p:nvPr/>
          </p:nvSpPr>
          <p:spPr>
            <a:xfrm>
              <a:off x="5115425" y="131385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16" y="1"/>
                  </a:moveTo>
                  <a:cubicBezTo>
                    <a:pt x="556" y="1"/>
                    <a:pt x="492" y="18"/>
                    <a:pt x="427" y="54"/>
                  </a:cubicBezTo>
                  <a:cubicBezTo>
                    <a:pt x="176" y="179"/>
                    <a:pt x="1" y="480"/>
                    <a:pt x="1" y="781"/>
                  </a:cubicBezTo>
                  <a:cubicBezTo>
                    <a:pt x="1" y="977"/>
                    <a:pt x="90" y="1085"/>
                    <a:pt x="232" y="1085"/>
                  </a:cubicBezTo>
                  <a:cubicBezTo>
                    <a:pt x="289" y="1085"/>
                    <a:pt x="355" y="1067"/>
                    <a:pt x="427" y="1031"/>
                  </a:cubicBezTo>
                  <a:cubicBezTo>
                    <a:pt x="677" y="906"/>
                    <a:pt x="878" y="580"/>
                    <a:pt x="878" y="305"/>
                  </a:cubicBezTo>
                  <a:cubicBezTo>
                    <a:pt x="878" y="108"/>
                    <a:pt x="763" y="1"/>
                    <a:pt x="616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0" name="Google Shape;2420;p36"/>
            <p:cNvSpPr/>
            <p:nvPr/>
          </p:nvSpPr>
          <p:spPr>
            <a:xfrm>
              <a:off x="5115425" y="142412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16" y="1"/>
                  </a:moveTo>
                  <a:cubicBezTo>
                    <a:pt x="556" y="1"/>
                    <a:pt x="492" y="18"/>
                    <a:pt x="427" y="54"/>
                  </a:cubicBezTo>
                  <a:cubicBezTo>
                    <a:pt x="226" y="179"/>
                    <a:pt x="26" y="530"/>
                    <a:pt x="1" y="781"/>
                  </a:cubicBezTo>
                  <a:cubicBezTo>
                    <a:pt x="1" y="977"/>
                    <a:pt x="90" y="1085"/>
                    <a:pt x="232" y="1085"/>
                  </a:cubicBezTo>
                  <a:cubicBezTo>
                    <a:pt x="289" y="1085"/>
                    <a:pt x="355" y="1067"/>
                    <a:pt x="427" y="1031"/>
                  </a:cubicBezTo>
                  <a:cubicBezTo>
                    <a:pt x="677" y="906"/>
                    <a:pt x="878" y="580"/>
                    <a:pt x="878" y="305"/>
                  </a:cubicBezTo>
                  <a:cubicBezTo>
                    <a:pt x="878" y="108"/>
                    <a:pt x="763" y="1"/>
                    <a:pt x="616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1" name="Google Shape;2421;p36"/>
            <p:cNvSpPr/>
            <p:nvPr/>
          </p:nvSpPr>
          <p:spPr>
            <a:xfrm>
              <a:off x="5211300" y="1258100"/>
              <a:ext cx="22575" cy="27125"/>
            </a:xfrm>
            <a:custGeom>
              <a:avLst/>
              <a:gdLst/>
              <a:ahLst/>
              <a:cxnLst/>
              <a:rect l="l" t="t" r="r" b="b"/>
              <a:pathLst>
                <a:path w="903" h="1085" extrusionOk="0">
                  <a:moveTo>
                    <a:pt x="640" y="0"/>
                  </a:moveTo>
                  <a:cubicBezTo>
                    <a:pt x="581" y="0"/>
                    <a:pt x="516" y="17"/>
                    <a:pt x="452" y="53"/>
                  </a:cubicBezTo>
                  <a:cubicBezTo>
                    <a:pt x="201" y="179"/>
                    <a:pt x="0" y="530"/>
                    <a:pt x="25" y="780"/>
                  </a:cubicBezTo>
                  <a:cubicBezTo>
                    <a:pt x="25" y="977"/>
                    <a:pt x="115" y="1084"/>
                    <a:pt x="257" y="1084"/>
                  </a:cubicBezTo>
                  <a:cubicBezTo>
                    <a:pt x="314" y="1084"/>
                    <a:pt x="380" y="1067"/>
                    <a:pt x="452" y="1031"/>
                  </a:cubicBezTo>
                  <a:cubicBezTo>
                    <a:pt x="702" y="905"/>
                    <a:pt x="903" y="580"/>
                    <a:pt x="903" y="304"/>
                  </a:cubicBezTo>
                  <a:cubicBezTo>
                    <a:pt x="903" y="107"/>
                    <a:pt x="788" y="0"/>
                    <a:pt x="640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2" name="Google Shape;2422;p36"/>
            <p:cNvSpPr/>
            <p:nvPr/>
          </p:nvSpPr>
          <p:spPr>
            <a:xfrm>
              <a:off x="5307150" y="1202325"/>
              <a:ext cx="21975" cy="27125"/>
            </a:xfrm>
            <a:custGeom>
              <a:avLst/>
              <a:gdLst/>
              <a:ahLst/>
              <a:cxnLst/>
              <a:rect l="l" t="t" r="r" b="b"/>
              <a:pathLst>
                <a:path w="879" h="1085" extrusionOk="0">
                  <a:moveTo>
                    <a:pt x="625" y="0"/>
                  </a:moveTo>
                  <a:cubicBezTo>
                    <a:pt x="569" y="0"/>
                    <a:pt x="510" y="18"/>
                    <a:pt x="452" y="54"/>
                  </a:cubicBezTo>
                  <a:cubicBezTo>
                    <a:pt x="227" y="179"/>
                    <a:pt x="26" y="530"/>
                    <a:pt x="1" y="781"/>
                  </a:cubicBezTo>
                  <a:cubicBezTo>
                    <a:pt x="1" y="977"/>
                    <a:pt x="116" y="1085"/>
                    <a:pt x="263" y="1085"/>
                  </a:cubicBezTo>
                  <a:cubicBezTo>
                    <a:pt x="323" y="1085"/>
                    <a:pt x="387" y="1067"/>
                    <a:pt x="452" y="1031"/>
                  </a:cubicBezTo>
                  <a:cubicBezTo>
                    <a:pt x="678" y="906"/>
                    <a:pt x="878" y="605"/>
                    <a:pt x="878" y="304"/>
                  </a:cubicBezTo>
                  <a:cubicBezTo>
                    <a:pt x="878" y="108"/>
                    <a:pt x="763" y="0"/>
                    <a:pt x="625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3" name="Google Shape;2423;p36"/>
            <p:cNvSpPr/>
            <p:nvPr/>
          </p:nvSpPr>
          <p:spPr>
            <a:xfrm>
              <a:off x="5307800" y="1313100"/>
              <a:ext cx="21950" cy="26750"/>
            </a:xfrm>
            <a:custGeom>
              <a:avLst/>
              <a:gdLst/>
              <a:ahLst/>
              <a:cxnLst/>
              <a:rect l="l" t="t" r="r" b="b"/>
              <a:pathLst>
                <a:path w="878" h="1070" extrusionOk="0">
                  <a:moveTo>
                    <a:pt x="647" y="1"/>
                  </a:moveTo>
                  <a:cubicBezTo>
                    <a:pt x="587" y="1"/>
                    <a:pt x="520" y="20"/>
                    <a:pt x="451" y="59"/>
                  </a:cubicBezTo>
                  <a:cubicBezTo>
                    <a:pt x="201" y="184"/>
                    <a:pt x="0" y="510"/>
                    <a:pt x="0" y="761"/>
                  </a:cubicBezTo>
                  <a:cubicBezTo>
                    <a:pt x="0" y="969"/>
                    <a:pt x="108" y="1069"/>
                    <a:pt x="250" y="1069"/>
                  </a:cubicBezTo>
                  <a:cubicBezTo>
                    <a:pt x="313" y="1069"/>
                    <a:pt x="382" y="1050"/>
                    <a:pt x="451" y="1011"/>
                  </a:cubicBezTo>
                  <a:cubicBezTo>
                    <a:pt x="702" y="886"/>
                    <a:pt x="877" y="585"/>
                    <a:pt x="877" y="310"/>
                  </a:cubicBezTo>
                  <a:cubicBezTo>
                    <a:pt x="877" y="101"/>
                    <a:pt x="781" y="1"/>
                    <a:pt x="647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4" name="Google Shape;2424;p36"/>
            <p:cNvSpPr/>
            <p:nvPr/>
          </p:nvSpPr>
          <p:spPr>
            <a:xfrm>
              <a:off x="5211300" y="1368375"/>
              <a:ext cx="22575" cy="27125"/>
            </a:xfrm>
            <a:custGeom>
              <a:avLst/>
              <a:gdLst/>
              <a:ahLst/>
              <a:cxnLst/>
              <a:rect l="l" t="t" r="r" b="b"/>
              <a:pathLst>
                <a:path w="903" h="1085" extrusionOk="0">
                  <a:moveTo>
                    <a:pt x="640" y="0"/>
                  </a:moveTo>
                  <a:cubicBezTo>
                    <a:pt x="581" y="0"/>
                    <a:pt x="516" y="17"/>
                    <a:pt x="452" y="53"/>
                  </a:cubicBezTo>
                  <a:cubicBezTo>
                    <a:pt x="226" y="179"/>
                    <a:pt x="0" y="530"/>
                    <a:pt x="25" y="780"/>
                  </a:cubicBezTo>
                  <a:cubicBezTo>
                    <a:pt x="25" y="977"/>
                    <a:pt x="127" y="1084"/>
                    <a:pt x="268" y="1084"/>
                  </a:cubicBezTo>
                  <a:cubicBezTo>
                    <a:pt x="324" y="1084"/>
                    <a:pt x="387" y="1067"/>
                    <a:pt x="452" y="1031"/>
                  </a:cubicBezTo>
                  <a:cubicBezTo>
                    <a:pt x="702" y="906"/>
                    <a:pt x="903" y="605"/>
                    <a:pt x="903" y="304"/>
                  </a:cubicBezTo>
                  <a:cubicBezTo>
                    <a:pt x="903" y="107"/>
                    <a:pt x="788" y="0"/>
                    <a:pt x="640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5" name="Google Shape;2425;p36"/>
            <p:cNvSpPr/>
            <p:nvPr/>
          </p:nvSpPr>
          <p:spPr>
            <a:xfrm>
              <a:off x="4921825" y="1642050"/>
              <a:ext cx="21950" cy="26750"/>
            </a:xfrm>
            <a:custGeom>
              <a:avLst/>
              <a:gdLst/>
              <a:ahLst/>
              <a:cxnLst/>
              <a:rect l="l" t="t" r="r" b="b"/>
              <a:pathLst>
                <a:path w="878" h="1070" extrusionOk="0">
                  <a:moveTo>
                    <a:pt x="636" y="1"/>
                  </a:moveTo>
                  <a:cubicBezTo>
                    <a:pt x="577" y="1"/>
                    <a:pt x="513" y="20"/>
                    <a:pt x="452" y="59"/>
                  </a:cubicBezTo>
                  <a:cubicBezTo>
                    <a:pt x="201" y="184"/>
                    <a:pt x="0" y="510"/>
                    <a:pt x="0" y="761"/>
                  </a:cubicBezTo>
                  <a:cubicBezTo>
                    <a:pt x="0" y="969"/>
                    <a:pt x="109" y="1069"/>
                    <a:pt x="251" y="1069"/>
                  </a:cubicBezTo>
                  <a:cubicBezTo>
                    <a:pt x="313" y="1069"/>
                    <a:pt x="382" y="1050"/>
                    <a:pt x="452" y="1011"/>
                  </a:cubicBezTo>
                  <a:cubicBezTo>
                    <a:pt x="702" y="886"/>
                    <a:pt x="878" y="585"/>
                    <a:pt x="878" y="309"/>
                  </a:cubicBezTo>
                  <a:cubicBezTo>
                    <a:pt x="878" y="101"/>
                    <a:pt x="769" y="1"/>
                    <a:pt x="636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6" name="Google Shape;2426;p36"/>
            <p:cNvSpPr/>
            <p:nvPr/>
          </p:nvSpPr>
          <p:spPr>
            <a:xfrm>
              <a:off x="5018325" y="1586400"/>
              <a:ext cx="21950" cy="27150"/>
            </a:xfrm>
            <a:custGeom>
              <a:avLst/>
              <a:gdLst/>
              <a:ahLst/>
              <a:cxnLst/>
              <a:rect l="l" t="t" r="r" b="b"/>
              <a:pathLst>
                <a:path w="878" h="1086" extrusionOk="0">
                  <a:moveTo>
                    <a:pt x="615" y="1"/>
                  </a:moveTo>
                  <a:cubicBezTo>
                    <a:pt x="556" y="1"/>
                    <a:pt x="491" y="18"/>
                    <a:pt x="426" y="54"/>
                  </a:cubicBezTo>
                  <a:cubicBezTo>
                    <a:pt x="175" y="180"/>
                    <a:pt x="0" y="480"/>
                    <a:pt x="0" y="781"/>
                  </a:cubicBezTo>
                  <a:cubicBezTo>
                    <a:pt x="0" y="978"/>
                    <a:pt x="89" y="1085"/>
                    <a:pt x="231" y="1085"/>
                  </a:cubicBezTo>
                  <a:cubicBezTo>
                    <a:pt x="288" y="1085"/>
                    <a:pt x="354" y="1068"/>
                    <a:pt x="426" y="1032"/>
                  </a:cubicBezTo>
                  <a:cubicBezTo>
                    <a:pt x="677" y="906"/>
                    <a:pt x="877" y="581"/>
                    <a:pt x="877" y="305"/>
                  </a:cubicBezTo>
                  <a:cubicBezTo>
                    <a:pt x="877" y="108"/>
                    <a:pt x="763" y="1"/>
                    <a:pt x="61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7" name="Google Shape;2427;p36"/>
            <p:cNvSpPr/>
            <p:nvPr/>
          </p:nvSpPr>
          <p:spPr>
            <a:xfrm>
              <a:off x="5114800" y="1530650"/>
              <a:ext cx="21325" cy="27125"/>
            </a:xfrm>
            <a:custGeom>
              <a:avLst/>
              <a:gdLst/>
              <a:ahLst/>
              <a:cxnLst/>
              <a:rect l="l" t="t" r="r" b="b"/>
              <a:pathLst>
                <a:path w="853" h="1085" extrusionOk="0">
                  <a:moveTo>
                    <a:pt x="611" y="0"/>
                  </a:moveTo>
                  <a:cubicBezTo>
                    <a:pt x="554" y="0"/>
                    <a:pt x="491" y="18"/>
                    <a:pt x="427" y="54"/>
                  </a:cubicBezTo>
                  <a:cubicBezTo>
                    <a:pt x="176" y="179"/>
                    <a:pt x="1" y="530"/>
                    <a:pt x="1" y="780"/>
                  </a:cubicBezTo>
                  <a:cubicBezTo>
                    <a:pt x="1" y="977"/>
                    <a:pt x="90" y="1084"/>
                    <a:pt x="232" y="1084"/>
                  </a:cubicBezTo>
                  <a:cubicBezTo>
                    <a:pt x="289" y="1084"/>
                    <a:pt x="355" y="1067"/>
                    <a:pt x="427" y="1031"/>
                  </a:cubicBezTo>
                  <a:cubicBezTo>
                    <a:pt x="677" y="906"/>
                    <a:pt x="853" y="580"/>
                    <a:pt x="853" y="304"/>
                  </a:cubicBezTo>
                  <a:cubicBezTo>
                    <a:pt x="853" y="108"/>
                    <a:pt x="751" y="0"/>
                    <a:pt x="611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8" name="Google Shape;2428;p36"/>
            <p:cNvSpPr/>
            <p:nvPr/>
          </p:nvSpPr>
          <p:spPr>
            <a:xfrm>
              <a:off x="5210050" y="147487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1"/>
                  </a:moveTo>
                  <a:cubicBezTo>
                    <a:pt x="568" y="1"/>
                    <a:pt x="509" y="18"/>
                    <a:pt x="451" y="54"/>
                  </a:cubicBezTo>
                  <a:cubicBezTo>
                    <a:pt x="226" y="179"/>
                    <a:pt x="0" y="505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1" y="1032"/>
                  </a:cubicBezTo>
                  <a:cubicBezTo>
                    <a:pt x="677" y="906"/>
                    <a:pt x="877" y="605"/>
                    <a:pt x="877" y="305"/>
                  </a:cubicBezTo>
                  <a:cubicBezTo>
                    <a:pt x="877" y="108"/>
                    <a:pt x="763" y="1"/>
                    <a:pt x="624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9" name="Google Shape;2429;p36"/>
            <p:cNvSpPr/>
            <p:nvPr/>
          </p:nvSpPr>
          <p:spPr>
            <a:xfrm>
              <a:off x="5306525" y="1419625"/>
              <a:ext cx="21975" cy="26725"/>
            </a:xfrm>
            <a:custGeom>
              <a:avLst/>
              <a:gdLst/>
              <a:ahLst/>
              <a:cxnLst/>
              <a:rect l="l" t="t" r="r" b="b"/>
              <a:pathLst>
                <a:path w="879" h="1069" extrusionOk="0">
                  <a:moveTo>
                    <a:pt x="628" y="1"/>
                  </a:moveTo>
                  <a:cubicBezTo>
                    <a:pt x="565" y="1"/>
                    <a:pt x="496" y="20"/>
                    <a:pt x="427" y="59"/>
                  </a:cubicBezTo>
                  <a:cubicBezTo>
                    <a:pt x="226" y="184"/>
                    <a:pt x="1" y="485"/>
                    <a:pt x="1" y="760"/>
                  </a:cubicBezTo>
                  <a:cubicBezTo>
                    <a:pt x="1" y="969"/>
                    <a:pt x="97" y="1069"/>
                    <a:pt x="232" y="1069"/>
                  </a:cubicBezTo>
                  <a:cubicBezTo>
                    <a:pt x="291" y="1069"/>
                    <a:pt x="358" y="1049"/>
                    <a:pt x="427" y="1011"/>
                  </a:cubicBezTo>
                  <a:cubicBezTo>
                    <a:pt x="678" y="886"/>
                    <a:pt x="878" y="585"/>
                    <a:pt x="878" y="309"/>
                  </a:cubicBezTo>
                  <a:cubicBezTo>
                    <a:pt x="878" y="101"/>
                    <a:pt x="770" y="1"/>
                    <a:pt x="628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30" name="Google Shape;2430;p36"/>
          <p:cNvGrpSpPr/>
          <p:nvPr/>
        </p:nvGrpSpPr>
        <p:grpSpPr>
          <a:xfrm>
            <a:off x="962892" y="310954"/>
            <a:ext cx="579743" cy="1134819"/>
            <a:chOff x="4921825" y="870250"/>
            <a:chExt cx="407925" cy="798550"/>
          </a:xfrm>
        </p:grpSpPr>
        <p:sp>
          <p:nvSpPr>
            <p:cNvPr id="2431" name="Google Shape;2431;p36"/>
            <p:cNvSpPr/>
            <p:nvPr/>
          </p:nvSpPr>
          <p:spPr>
            <a:xfrm>
              <a:off x="4921825" y="109267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0"/>
                  </a:moveTo>
                  <a:cubicBezTo>
                    <a:pt x="569" y="0"/>
                    <a:pt x="509" y="18"/>
                    <a:pt x="452" y="54"/>
                  </a:cubicBezTo>
                  <a:cubicBezTo>
                    <a:pt x="201" y="179"/>
                    <a:pt x="0" y="530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2" y="1031"/>
                  </a:cubicBezTo>
                  <a:cubicBezTo>
                    <a:pt x="702" y="906"/>
                    <a:pt x="878" y="580"/>
                    <a:pt x="878" y="304"/>
                  </a:cubicBezTo>
                  <a:cubicBezTo>
                    <a:pt x="878" y="108"/>
                    <a:pt x="763" y="0"/>
                    <a:pt x="624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2" name="Google Shape;2432;p36"/>
            <p:cNvSpPr/>
            <p:nvPr/>
          </p:nvSpPr>
          <p:spPr>
            <a:xfrm>
              <a:off x="5018325" y="1037425"/>
              <a:ext cx="21950" cy="26725"/>
            </a:xfrm>
            <a:custGeom>
              <a:avLst/>
              <a:gdLst/>
              <a:ahLst/>
              <a:cxnLst/>
              <a:rect l="l" t="t" r="r" b="b"/>
              <a:pathLst>
                <a:path w="878" h="1069" extrusionOk="0">
                  <a:moveTo>
                    <a:pt x="627" y="0"/>
                  </a:moveTo>
                  <a:cubicBezTo>
                    <a:pt x="564" y="0"/>
                    <a:pt x="495" y="20"/>
                    <a:pt x="426" y="58"/>
                  </a:cubicBezTo>
                  <a:cubicBezTo>
                    <a:pt x="175" y="209"/>
                    <a:pt x="0" y="509"/>
                    <a:pt x="0" y="760"/>
                  </a:cubicBezTo>
                  <a:cubicBezTo>
                    <a:pt x="0" y="969"/>
                    <a:pt x="96" y="1069"/>
                    <a:pt x="231" y="1069"/>
                  </a:cubicBezTo>
                  <a:cubicBezTo>
                    <a:pt x="290" y="1069"/>
                    <a:pt x="357" y="1049"/>
                    <a:pt x="426" y="1011"/>
                  </a:cubicBezTo>
                  <a:cubicBezTo>
                    <a:pt x="677" y="885"/>
                    <a:pt x="877" y="585"/>
                    <a:pt x="877" y="309"/>
                  </a:cubicBezTo>
                  <a:cubicBezTo>
                    <a:pt x="877" y="100"/>
                    <a:pt x="769" y="0"/>
                    <a:pt x="627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3" name="Google Shape;2433;p36"/>
            <p:cNvSpPr/>
            <p:nvPr/>
          </p:nvSpPr>
          <p:spPr>
            <a:xfrm>
              <a:off x="5114800" y="981775"/>
              <a:ext cx="21325" cy="26900"/>
            </a:xfrm>
            <a:custGeom>
              <a:avLst/>
              <a:gdLst/>
              <a:ahLst/>
              <a:cxnLst/>
              <a:rect l="l" t="t" r="r" b="b"/>
              <a:pathLst>
                <a:path w="853" h="1076" extrusionOk="0">
                  <a:moveTo>
                    <a:pt x="611" y="0"/>
                  </a:moveTo>
                  <a:cubicBezTo>
                    <a:pt x="554" y="0"/>
                    <a:pt x="491" y="18"/>
                    <a:pt x="427" y="54"/>
                  </a:cubicBezTo>
                  <a:cubicBezTo>
                    <a:pt x="176" y="204"/>
                    <a:pt x="1" y="530"/>
                    <a:pt x="1" y="780"/>
                  </a:cubicBezTo>
                  <a:cubicBezTo>
                    <a:pt x="1" y="969"/>
                    <a:pt x="95" y="1076"/>
                    <a:pt x="227" y="1076"/>
                  </a:cubicBezTo>
                  <a:cubicBezTo>
                    <a:pt x="287" y="1076"/>
                    <a:pt x="356" y="1053"/>
                    <a:pt x="427" y="1006"/>
                  </a:cubicBezTo>
                  <a:cubicBezTo>
                    <a:pt x="677" y="906"/>
                    <a:pt x="853" y="580"/>
                    <a:pt x="853" y="304"/>
                  </a:cubicBezTo>
                  <a:cubicBezTo>
                    <a:pt x="853" y="108"/>
                    <a:pt x="751" y="0"/>
                    <a:pt x="611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4" name="Google Shape;2434;p36"/>
            <p:cNvSpPr/>
            <p:nvPr/>
          </p:nvSpPr>
          <p:spPr>
            <a:xfrm>
              <a:off x="5210050" y="92600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1"/>
                  </a:moveTo>
                  <a:cubicBezTo>
                    <a:pt x="568" y="1"/>
                    <a:pt x="509" y="18"/>
                    <a:pt x="451" y="54"/>
                  </a:cubicBezTo>
                  <a:cubicBezTo>
                    <a:pt x="226" y="204"/>
                    <a:pt x="0" y="505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1" y="1032"/>
                  </a:cubicBezTo>
                  <a:cubicBezTo>
                    <a:pt x="677" y="906"/>
                    <a:pt x="877" y="580"/>
                    <a:pt x="877" y="305"/>
                  </a:cubicBezTo>
                  <a:cubicBezTo>
                    <a:pt x="877" y="108"/>
                    <a:pt x="763" y="1"/>
                    <a:pt x="624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5" name="Google Shape;2435;p36"/>
            <p:cNvSpPr/>
            <p:nvPr/>
          </p:nvSpPr>
          <p:spPr>
            <a:xfrm>
              <a:off x="5306525" y="870250"/>
              <a:ext cx="21975" cy="27125"/>
            </a:xfrm>
            <a:custGeom>
              <a:avLst/>
              <a:gdLst/>
              <a:ahLst/>
              <a:cxnLst/>
              <a:rect l="l" t="t" r="r" b="b"/>
              <a:pathLst>
                <a:path w="879" h="1085" extrusionOk="0">
                  <a:moveTo>
                    <a:pt x="616" y="0"/>
                  </a:moveTo>
                  <a:cubicBezTo>
                    <a:pt x="556" y="0"/>
                    <a:pt x="492" y="18"/>
                    <a:pt x="427" y="53"/>
                  </a:cubicBezTo>
                  <a:cubicBezTo>
                    <a:pt x="226" y="229"/>
                    <a:pt x="1" y="505"/>
                    <a:pt x="1" y="780"/>
                  </a:cubicBezTo>
                  <a:cubicBezTo>
                    <a:pt x="1" y="977"/>
                    <a:pt x="103" y="1084"/>
                    <a:pt x="243" y="1084"/>
                  </a:cubicBezTo>
                  <a:cubicBezTo>
                    <a:pt x="300" y="1084"/>
                    <a:pt x="362" y="1067"/>
                    <a:pt x="427" y="1031"/>
                  </a:cubicBezTo>
                  <a:cubicBezTo>
                    <a:pt x="678" y="906"/>
                    <a:pt x="878" y="605"/>
                    <a:pt x="878" y="304"/>
                  </a:cubicBezTo>
                  <a:cubicBezTo>
                    <a:pt x="878" y="108"/>
                    <a:pt x="763" y="0"/>
                    <a:pt x="616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6" name="Google Shape;2436;p36"/>
            <p:cNvSpPr/>
            <p:nvPr/>
          </p:nvSpPr>
          <p:spPr>
            <a:xfrm>
              <a:off x="4921825" y="1203450"/>
              <a:ext cx="21950" cy="26750"/>
            </a:xfrm>
            <a:custGeom>
              <a:avLst/>
              <a:gdLst/>
              <a:ahLst/>
              <a:cxnLst/>
              <a:rect l="l" t="t" r="r" b="b"/>
              <a:pathLst>
                <a:path w="878" h="1070" extrusionOk="0">
                  <a:moveTo>
                    <a:pt x="636" y="1"/>
                  </a:moveTo>
                  <a:cubicBezTo>
                    <a:pt x="577" y="1"/>
                    <a:pt x="513" y="20"/>
                    <a:pt x="452" y="59"/>
                  </a:cubicBezTo>
                  <a:cubicBezTo>
                    <a:pt x="226" y="209"/>
                    <a:pt x="25" y="510"/>
                    <a:pt x="0" y="761"/>
                  </a:cubicBezTo>
                  <a:cubicBezTo>
                    <a:pt x="0" y="969"/>
                    <a:pt x="109" y="1069"/>
                    <a:pt x="251" y="1069"/>
                  </a:cubicBezTo>
                  <a:cubicBezTo>
                    <a:pt x="313" y="1069"/>
                    <a:pt x="382" y="1050"/>
                    <a:pt x="452" y="1011"/>
                  </a:cubicBezTo>
                  <a:cubicBezTo>
                    <a:pt x="702" y="886"/>
                    <a:pt x="878" y="585"/>
                    <a:pt x="878" y="310"/>
                  </a:cubicBezTo>
                  <a:cubicBezTo>
                    <a:pt x="878" y="101"/>
                    <a:pt x="769" y="1"/>
                    <a:pt x="636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7" name="Google Shape;2437;p36"/>
            <p:cNvSpPr/>
            <p:nvPr/>
          </p:nvSpPr>
          <p:spPr>
            <a:xfrm>
              <a:off x="4922450" y="131385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35" y="1"/>
                  </a:moveTo>
                  <a:cubicBezTo>
                    <a:pt x="579" y="1"/>
                    <a:pt x="516" y="18"/>
                    <a:pt x="452" y="54"/>
                  </a:cubicBezTo>
                  <a:cubicBezTo>
                    <a:pt x="201" y="204"/>
                    <a:pt x="0" y="530"/>
                    <a:pt x="0" y="781"/>
                  </a:cubicBezTo>
                  <a:cubicBezTo>
                    <a:pt x="0" y="977"/>
                    <a:pt x="102" y="1085"/>
                    <a:pt x="252" y="1085"/>
                  </a:cubicBezTo>
                  <a:cubicBezTo>
                    <a:pt x="312" y="1085"/>
                    <a:pt x="380" y="1067"/>
                    <a:pt x="452" y="1031"/>
                  </a:cubicBezTo>
                  <a:cubicBezTo>
                    <a:pt x="702" y="906"/>
                    <a:pt x="878" y="580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8" name="Google Shape;2438;p36"/>
            <p:cNvSpPr/>
            <p:nvPr/>
          </p:nvSpPr>
          <p:spPr>
            <a:xfrm>
              <a:off x="4922450" y="142475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35" y="1"/>
                  </a:moveTo>
                  <a:cubicBezTo>
                    <a:pt x="579" y="1"/>
                    <a:pt x="516" y="18"/>
                    <a:pt x="452" y="54"/>
                  </a:cubicBezTo>
                  <a:cubicBezTo>
                    <a:pt x="226" y="179"/>
                    <a:pt x="51" y="505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2" y="1032"/>
                  </a:cubicBezTo>
                  <a:cubicBezTo>
                    <a:pt x="702" y="906"/>
                    <a:pt x="878" y="605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9" name="Google Shape;2439;p36"/>
            <p:cNvSpPr/>
            <p:nvPr/>
          </p:nvSpPr>
          <p:spPr>
            <a:xfrm>
              <a:off x="4923700" y="1535550"/>
              <a:ext cx="21325" cy="26725"/>
            </a:xfrm>
            <a:custGeom>
              <a:avLst/>
              <a:gdLst/>
              <a:ahLst/>
              <a:cxnLst/>
              <a:rect l="l" t="t" r="r" b="b"/>
              <a:pathLst>
                <a:path w="853" h="1069" extrusionOk="0">
                  <a:moveTo>
                    <a:pt x="622" y="0"/>
                  </a:moveTo>
                  <a:cubicBezTo>
                    <a:pt x="563" y="0"/>
                    <a:pt x="496" y="20"/>
                    <a:pt x="427" y="58"/>
                  </a:cubicBezTo>
                  <a:cubicBezTo>
                    <a:pt x="176" y="183"/>
                    <a:pt x="1" y="484"/>
                    <a:pt x="1" y="760"/>
                  </a:cubicBezTo>
                  <a:cubicBezTo>
                    <a:pt x="1" y="968"/>
                    <a:pt x="97" y="1069"/>
                    <a:pt x="231" y="1069"/>
                  </a:cubicBezTo>
                  <a:cubicBezTo>
                    <a:pt x="291" y="1069"/>
                    <a:pt x="357" y="1049"/>
                    <a:pt x="427" y="1011"/>
                  </a:cubicBezTo>
                  <a:cubicBezTo>
                    <a:pt x="677" y="885"/>
                    <a:pt x="853" y="584"/>
                    <a:pt x="853" y="309"/>
                  </a:cubicBezTo>
                  <a:cubicBezTo>
                    <a:pt x="853" y="100"/>
                    <a:pt x="756" y="0"/>
                    <a:pt x="622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0" name="Google Shape;2440;p36"/>
            <p:cNvSpPr/>
            <p:nvPr/>
          </p:nvSpPr>
          <p:spPr>
            <a:xfrm>
              <a:off x="5018325" y="1147800"/>
              <a:ext cx="21950" cy="27150"/>
            </a:xfrm>
            <a:custGeom>
              <a:avLst/>
              <a:gdLst/>
              <a:ahLst/>
              <a:cxnLst/>
              <a:rect l="l" t="t" r="r" b="b"/>
              <a:pathLst>
                <a:path w="878" h="1086" extrusionOk="0">
                  <a:moveTo>
                    <a:pt x="615" y="1"/>
                  </a:moveTo>
                  <a:cubicBezTo>
                    <a:pt x="556" y="1"/>
                    <a:pt x="491" y="18"/>
                    <a:pt x="426" y="54"/>
                  </a:cubicBezTo>
                  <a:cubicBezTo>
                    <a:pt x="201" y="205"/>
                    <a:pt x="0" y="480"/>
                    <a:pt x="0" y="781"/>
                  </a:cubicBezTo>
                  <a:cubicBezTo>
                    <a:pt x="0" y="978"/>
                    <a:pt x="102" y="1085"/>
                    <a:pt x="242" y="1085"/>
                  </a:cubicBezTo>
                  <a:cubicBezTo>
                    <a:pt x="299" y="1085"/>
                    <a:pt x="361" y="1068"/>
                    <a:pt x="426" y="1032"/>
                  </a:cubicBezTo>
                  <a:cubicBezTo>
                    <a:pt x="677" y="906"/>
                    <a:pt x="877" y="581"/>
                    <a:pt x="877" y="305"/>
                  </a:cubicBezTo>
                  <a:cubicBezTo>
                    <a:pt x="877" y="108"/>
                    <a:pt x="763" y="1"/>
                    <a:pt x="61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1" name="Google Shape;2441;p36"/>
            <p:cNvSpPr/>
            <p:nvPr/>
          </p:nvSpPr>
          <p:spPr>
            <a:xfrm>
              <a:off x="5114800" y="1092050"/>
              <a:ext cx="21325" cy="27125"/>
            </a:xfrm>
            <a:custGeom>
              <a:avLst/>
              <a:gdLst/>
              <a:ahLst/>
              <a:cxnLst/>
              <a:rect l="l" t="t" r="r" b="b"/>
              <a:pathLst>
                <a:path w="853" h="1085" extrusionOk="0">
                  <a:moveTo>
                    <a:pt x="611" y="0"/>
                  </a:moveTo>
                  <a:cubicBezTo>
                    <a:pt x="554" y="0"/>
                    <a:pt x="491" y="18"/>
                    <a:pt x="427" y="54"/>
                  </a:cubicBezTo>
                  <a:cubicBezTo>
                    <a:pt x="201" y="204"/>
                    <a:pt x="1" y="530"/>
                    <a:pt x="1" y="781"/>
                  </a:cubicBezTo>
                  <a:cubicBezTo>
                    <a:pt x="1" y="977"/>
                    <a:pt x="103" y="1085"/>
                    <a:pt x="243" y="1085"/>
                  </a:cubicBezTo>
                  <a:cubicBezTo>
                    <a:pt x="299" y="1085"/>
                    <a:pt x="362" y="1067"/>
                    <a:pt x="427" y="1031"/>
                  </a:cubicBezTo>
                  <a:cubicBezTo>
                    <a:pt x="677" y="906"/>
                    <a:pt x="853" y="580"/>
                    <a:pt x="853" y="304"/>
                  </a:cubicBezTo>
                  <a:cubicBezTo>
                    <a:pt x="853" y="108"/>
                    <a:pt x="751" y="0"/>
                    <a:pt x="611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2" name="Google Shape;2442;p36"/>
            <p:cNvSpPr/>
            <p:nvPr/>
          </p:nvSpPr>
          <p:spPr>
            <a:xfrm>
              <a:off x="5210675" y="103627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35" y="1"/>
                  </a:moveTo>
                  <a:cubicBezTo>
                    <a:pt x="579" y="1"/>
                    <a:pt x="516" y="18"/>
                    <a:pt x="451" y="54"/>
                  </a:cubicBezTo>
                  <a:cubicBezTo>
                    <a:pt x="201" y="230"/>
                    <a:pt x="0" y="530"/>
                    <a:pt x="0" y="781"/>
                  </a:cubicBezTo>
                  <a:cubicBezTo>
                    <a:pt x="0" y="978"/>
                    <a:pt x="115" y="1085"/>
                    <a:pt x="263" y="1085"/>
                  </a:cubicBezTo>
                  <a:cubicBezTo>
                    <a:pt x="322" y="1085"/>
                    <a:pt x="387" y="1068"/>
                    <a:pt x="451" y="1032"/>
                  </a:cubicBezTo>
                  <a:cubicBezTo>
                    <a:pt x="702" y="906"/>
                    <a:pt x="878" y="580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3" name="Google Shape;2443;p36"/>
            <p:cNvSpPr/>
            <p:nvPr/>
          </p:nvSpPr>
          <p:spPr>
            <a:xfrm>
              <a:off x="5307150" y="981775"/>
              <a:ext cx="21975" cy="26900"/>
            </a:xfrm>
            <a:custGeom>
              <a:avLst/>
              <a:gdLst/>
              <a:ahLst/>
              <a:cxnLst/>
              <a:rect l="l" t="t" r="r" b="b"/>
              <a:pathLst>
                <a:path w="879" h="1076" extrusionOk="0">
                  <a:moveTo>
                    <a:pt x="625" y="0"/>
                  </a:moveTo>
                  <a:cubicBezTo>
                    <a:pt x="569" y="0"/>
                    <a:pt x="510" y="18"/>
                    <a:pt x="452" y="54"/>
                  </a:cubicBezTo>
                  <a:cubicBezTo>
                    <a:pt x="201" y="179"/>
                    <a:pt x="1" y="480"/>
                    <a:pt x="1" y="780"/>
                  </a:cubicBezTo>
                  <a:cubicBezTo>
                    <a:pt x="1" y="969"/>
                    <a:pt x="107" y="1076"/>
                    <a:pt x="246" y="1076"/>
                  </a:cubicBezTo>
                  <a:cubicBezTo>
                    <a:pt x="310" y="1076"/>
                    <a:pt x="381" y="1053"/>
                    <a:pt x="452" y="1006"/>
                  </a:cubicBezTo>
                  <a:cubicBezTo>
                    <a:pt x="678" y="906"/>
                    <a:pt x="878" y="580"/>
                    <a:pt x="878" y="304"/>
                  </a:cubicBezTo>
                  <a:cubicBezTo>
                    <a:pt x="878" y="108"/>
                    <a:pt x="763" y="0"/>
                    <a:pt x="625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4" name="Google Shape;2444;p36"/>
            <p:cNvSpPr/>
            <p:nvPr/>
          </p:nvSpPr>
          <p:spPr>
            <a:xfrm>
              <a:off x="5018950" y="125810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0"/>
                  </a:moveTo>
                  <a:cubicBezTo>
                    <a:pt x="568" y="0"/>
                    <a:pt x="509" y="17"/>
                    <a:pt x="451" y="53"/>
                  </a:cubicBezTo>
                  <a:cubicBezTo>
                    <a:pt x="176" y="204"/>
                    <a:pt x="0" y="504"/>
                    <a:pt x="0" y="780"/>
                  </a:cubicBezTo>
                  <a:cubicBezTo>
                    <a:pt x="0" y="977"/>
                    <a:pt x="115" y="1084"/>
                    <a:pt x="262" y="1084"/>
                  </a:cubicBezTo>
                  <a:cubicBezTo>
                    <a:pt x="322" y="1084"/>
                    <a:pt x="387" y="1067"/>
                    <a:pt x="451" y="1031"/>
                  </a:cubicBezTo>
                  <a:cubicBezTo>
                    <a:pt x="702" y="905"/>
                    <a:pt x="877" y="580"/>
                    <a:pt x="877" y="304"/>
                  </a:cubicBezTo>
                  <a:cubicBezTo>
                    <a:pt x="877" y="107"/>
                    <a:pt x="763" y="0"/>
                    <a:pt x="624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5" name="Google Shape;2445;p36"/>
            <p:cNvSpPr/>
            <p:nvPr/>
          </p:nvSpPr>
          <p:spPr>
            <a:xfrm>
              <a:off x="5018950" y="1369225"/>
              <a:ext cx="21950" cy="27000"/>
            </a:xfrm>
            <a:custGeom>
              <a:avLst/>
              <a:gdLst/>
              <a:ahLst/>
              <a:cxnLst/>
              <a:rect l="l" t="t" r="r" b="b"/>
              <a:pathLst>
                <a:path w="878" h="1080" extrusionOk="0">
                  <a:moveTo>
                    <a:pt x="637" y="0"/>
                  </a:moveTo>
                  <a:cubicBezTo>
                    <a:pt x="578" y="0"/>
                    <a:pt x="513" y="23"/>
                    <a:pt x="451" y="70"/>
                  </a:cubicBezTo>
                  <a:cubicBezTo>
                    <a:pt x="176" y="195"/>
                    <a:pt x="0" y="496"/>
                    <a:pt x="0" y="771"/>
                  </a:cubicBezTo>
                  <a:cubicBezTo>
                    <a:pt x="0" y="980"/>
                    <a:pt x="109" y="1080"/>
                    <a:pt x="250" y="1080"/>
                  </a:cubicBezTo>
                  <a:cubicBezTo>
                    <a:pt x="313" y="1080"/>
                    <a:pt x="382" y="1060"/>
                    <a:pt x="451" y="1022"/>
                  </a:cubicBezTo>
                  <a:cubicBezTo>
                    <a:pt x="702" y="897"/>
                    <a:pt x="877" y="596"/>
                    <a:pt x="877" y="320"/>
                  </a:cubicBezTo>
                  <a:cubicBezTo>
                    <a:pt x="877" y="113"/>
                    <a:pt x="770" y="0"/>
                    <a:pt x="637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6" name="Google Shape;2446;p36"/>
            <p:cNvSpPr/>
            <p:nvPr/>
          </p:nvSpPr>
          <p:spPr>
            <a:xfrm>
              <a:off x="5018950" y="147990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0"/>
                  </a:moveTo>
                  <a:cubicBezTo>
                    <a:pt x="568" y="0"/>
                    <a:pt x="509" y="18"/>
                    <a:pt x="451" y="54"/>
                  </a:cubicBezTo>
                  <a:cubicBezTo>
                    <a:pt x="226" y="179"/>
                    <a:pt x="25" y="505"/>
                    <a:pt x="0" y="780"/>
                  </a:cubicBezTo>
                  <a:cubicBezTo>
                    <a:pt x="0" y="977"/>
                    <a:pt x="102" y="1084"/>
                    <a:pt x="251" y="1084"/>
                  </a:cubicBezTo>
                  <a:cubicBezTo>
                    <a:pt x="312" y="1084"/>
                    <a:pt x="379" y="1067"/>
                    <a:pt x="451" y="1031"/>
                  </a:cubicBezTo>
                  <a:cubicBezTo>
                    <a:pt x="702" y="906"/>
                    <a:pt x="877" y="580"/>
                    <a:pt x="877" y="304"/>
                  </a:cubicBezTo>
                  <a:cubicBezTo>
                    <a:pt x="877" y="108"/>
                    <a:pt x="763" y="0"/>
                    <a:pt x="624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7" name="Google Shape;2447;p36"/>
            <p:cNvSpPr/>
            <p:nvPr/>
          </p:nvSpPr>
          <p:spPr>
            <a:xfrm>
              <a:off x="5114800" y="1203450"/>
              <a:ext cx="21325" cy="26750"/>
            </a:xfrm>
            <a:custGeom>
              <a:avLst/>
              <a:gdLst/>
              <a:ahLst/>
              <a:cxnLst/>
              <a:rect l="l" t="t" r="r" b="b"/>
              <a:pathLst>
                <a:path w="853" h="1070" extrusionOk="0">
                  <a:moveTo>
                    <a:pt x="622" y="1"/>
                  </a:moveTo>
                  <a:cubicBezTo>
                    <a:pt x="563" y="1"/>
                    <a:pt x="496" y="20"/>
                    <a:pt x="427" y="59"/>
                  </a:cubicBezTo>
                  <a:cubicBezTo>
                    <a:pt x="201" y="184"/>
                    <a:pt x="26" y="485"/>
                    <a:pt x="1" y="761"/>
                  </a:cubicBezTo>
                  <a:cubicBezTo>
                    <a:pt x="1" y="969"/>
                    <a:pt x="85" y="1069"/>
                    <a:pt x="220" y="1069"/>
                  </a:cubicBezTo>
                  <a:cubicBezTo>
                    <a:pt x="280" y="1069"/>
                    <a:pt x="350" y="1050"/>
                    <a:pt x="427" y="1011"/>
                  </a:cubicBezTo>
                  <a:cubicBezTo>
                    <a:pt x="677" y="886"/>
                    <a:pt x="853" y="585"/>
                    <a:pt x="853" y="310"/>
                  </a:cubicBezTo>
                  <a:cubicBezTo>
                    <a:pt x="853" y="101"/>
                    <a:pt x="756" y="1"/>
                    <a:pt x="622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8" name="Google Shape;2448;p36"/>
            <p:cNvSpPr/>
            <p:nvPr/>
          </p:nvSpPr>
          <p:spPr>
            <a:xfrm>
              <a:off x="5210675" y="1147800"/>
              <a:ext cx="21950" cy="27150"/>
            </a:xfrm>
            <a:custGeom>
              <a:avLst/>
              <a:gdLst/>
              <a:ahLst/>
              <a:cxnLst/>
              <a:rect l="l" t="t" r="r" b="b"/>
              <a:pathLst>
                <a:path w="878" h="1086" extrusionOk="0">
                  <a:moveTo>
                    <a:pt x="635" y="1"/>
                  </a:moveTo>
                  <a:cubicBezTo>
                    <a:pt x="579" y="1"/>
                    <a:pt x="516" y="18"/>
                    <a:pt x="451" y="54"/>
                  </a:cubicBezTo>
                  <a:cubicBezTo>
                    <a:pt x="226" y="180"/>
                    <a:pt x="0" y="480"/>
                    <a:pt x="0" y="781"/>
                  </a:cubicBezTo>
                  <a:cubicBezTo>
                    <a:pt x="0" y="978"/>
                    <a:pt x="115" y="1085"/>
                    <a:pt x="263" y="1085"/>
                  </a:cubicBezTo>
                  <a:cubicBezTo>
                    <a:pt x="322" y="1085"/>
                    <a:pt x="387" y="1068"/>
                    <a:pt x="451" y="1032"/>
                  </a:cubicBezTo>
                  <a:cubicBezTo>
                    <a:pt x="702" y="906"/>
                    <a:pt x="878" y="581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9" name="Google Shape;2449;p36"/>
            <p:cNvSpPr/>
            <p:nvPr/>
          </p:nvSpPr>
          <p:spPr>
            <a:xfrm>
              <a:off x="5307150" y="1092050"/>
              <a:ext cx="21975" cy="27125"/>
            </a:xfrm>
            <a:custGeom>
              <a:avLst/>
              <a:gdLst/>
              <a:ahLst/>
              <a:cxnLst/>
              <a:rect l="l" t="t" r="r" b="b"/>
              <a:pathLst>
                <a:path w="879" h="1085" extrusionOk="0">
                  <a:moveTo>
                    <a:pt x="625" y="0"/>
                  </a:moveTo>
                  <a:cubicBezTo>
                    <a:pt x="569" y="0"/>
                    <a:pt x="510" y="18"/>
                    <a:pt x="452" y="54"/>
                  </a:cubicBezTo>
                  <a:cubicBezTo>
                    <a:pt x="227" y="179"/>
                    <a:pt x="26" y="530"/>
                    <a:pt x="1" y="781"/>
                  </a:cubicBezTo>
                  <a:cubicBezTo>
                    <a:pt x="1" y="977"/>
                    <a:pt x="116" y="1085"/>
                    <a:pt x="263" y="1085"/>
                  </a:cubicBezTo>
                  <a:cubicBezTo>
                    <a:pt x="323" y="1085"/>
                    <a:pt x="387" y="1067"/>
                    <a:pt x="452" y="1031"/>
                  </a:cubicBezTo>
                  <a:cubicBezTo>
                    <a:pt x="678" y="906"/>
                    <a:pt x="878" y="580"/>
                    <a:pt x="878" y="304"/>
                  </a:cubicBezTo>
                  <a:cubicBezTo>
                    <a:pt x="878" y="108"/>
                    <a:pt x="763" y="0"/>
                    <a:pt x="625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0" name="Google Shape;2450;p36"/>
            <p:cNvSpPr/>
            <p:nvPr/>
          </p:nvSpPr>
          <p:spPr>
            <a:xfrm>
              <a:off x="5115425" y="131385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16" y="1"/>
                  </a:moveTo>
                  <a:cubicBezTo>
                    <a:pt x="556" y="1"/>
                    <a:pt x="492" y="18"/>
                    <a:pt x="427" y="54"/>
                  </a:cubicBezTo>
                  <a:cubicBezTo>
                    <a:pt x="176" y="179"/>
                    <a:pt x="1" y="480"/>
                    <a:pt x="1" y="781"/>
                  </a:cubicBezTo>
                  <a:cubicBezTo>
                    <a:pt x="1" y="977"/>
                    <a:pt x="90" y="1085"/>
                    <a:pt x="232" y="1085"/>
                  </a:cubicBezTo>
                  <a:cubicBezTo>
                    <a:pt x="289" y="1085"/>
                    <a:pt x="355" y="1067"/>
                    <a:pt x="427" y="1031"/>
                  </a:cubicBezTo>
                  <a:cubicBezTo>
                    <a:pt x="677" y="906"/>
                    <a:pt x="878" y="580"/>
                    <a:pt x="878" y="305"/>
                  </a:cubicBezTo>
                  <a:cubicBezTo>
                    <a:pt x="878" y="108"/>
                    <a:pt x="763" y="1"/>
                    <a:pt x="616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1" name="Google Shape;2451;p36"/>
            <p:cNvSpPr/>
            <p:nvPr/>
          </p:nvSpPr>
          <p:spPr>
            <a:xfrm>
              <a:off x="5115425" y="142412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16" y="1"/>
                  </a:moveTo>
                  <a:cubicBezTo>
                    <a:pt x="556" y="1"/>
                    <a:pt x="492" y="18"/>
                    <a:pt x="427" y="54"/>
                  </a:cubicBezTo>
                  <a:cubicBezTo>
                    <a:pt x="226" y="179"/>
                    <a:pt x="26" y="530"/>
                    <a:pt x="1" y="781"/>
                  </a:cubicBezTo>
                  <a:cubicBezTo>
                    <a:pt x="1" y="977"/>
                    <a:pt x="90" y="1085"/>
                    <a:pt x="232" y="1085"/>
                  </a:cubicBezTo>
                  <a:cubicBezTo>
                    <a:pt x="289" y="1085"/>
                    <a:pt x="355" y="1067"/>
                    <a:pt x="427" y="1031"/>
                  </a:cubicBezTo>
                  <a:cubicBezTo>
                    <a:pt x="677" y="906"/>
                    <a:pt x="878" y="580"/>
                    <a:pt x="878" y="305"/>
                  </a:cubicBezTo>
                  <a:cubicBezTo>
                    <a:pt x="878" y="108"/>
                    <a:pt x="763" y="1"/>
                    <a:pt x="616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2" name="Google Shape;2452;p36"/>
            <p:cNvSpPr/>
            <p:nvPr/>
          </p:nvSpPr>
          <p:spPr>
            <a:xfrm>
              <a:off x="5211300" y="1258100"/>
              <a:ext cx="22575" cy="27125"/>
            </a:xfrm>
            <a:custGeom>
              <a:avLst/>
              <a:gdLst/>
              <a:ahLst/>
              <a:cxnLst/>
              <a:rect l="l" t="t" r="r" b="b"/>
              <a:pathLst>
                <a:path w="903" h="1085" extrusionOk="0">
                  <a:moveTo>
                    <a:pt x="640" y="0"/>
                  </a:moveTo>
                  <a:cubicBezTo>
                    <a:pt x="581" y="0"/>
                    <a:pt x="516" y="17"/>
                    <a:pt x="452" y="53"/>
                  </a:cubicBezTo>
                  <a:cubicBezTo>
                    <a:pt x="201" y="179"/>
                    <a:pt x="0" y="530"/>
                    <a:pt x="25" y="780"/>
                  </a:cubicBezTo>
                  <a:cubicBezTo>
                    <a:pt x="25" y="977"/>
                    <a:pt x="115" y="1084"/>
                    <a:pt x="257" y="1084"/>
                  </a:cubicBezTo>
                  <a:cubicBezTo>
                    <a:pt x="314" y="1084"/>
                    <a:pt x="380" y="1067"/>
                    <a:pt x="452" y="1031"/>
                  </a:cubicBezTo>
                  <a:cubicBezTo>
                    <a:pt x="702" y="905"/>
                    <a:pt x="903" y="580"/>
                    <a:pt x="903" y="304"/>
                  </a:cubicBezTo>
                  <a:cubicBezTo>
                    <a:pt x="903" y="107"/>
                    <a:pt x="788" y="0"/>
                    <a:pt x="640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" name="Google Shape;2453;p36"/>
            <p:cNvSpPr/>
            <p:nvPr/>
          </p:nvSpPr>
          <p:spPr>
            <a:xfrm>
              <a:off x="5307150" y="1202325"/>
              <a:ext cx="21975" cy="27125"/>
            </a:xfrm>
            <a:custGeom>
              <a:avLst/>
              <a:gdLst/>
              <a:ahLst/>
              <a:cxnLst/>
              <a:rect l="l" t="t" r="r" b="b"/>
              <a:pathLst>
                <a:path w="879" h="1085" extrusionOk="0">
                  <a:moveTo>
                    <a:pt x="625" y="0"/>
                  </a:moveTo>
                  <a:cubicBezTo>
                    <a:pt x="569" y="0"/>
                    <a:pt x="510" y="18"/>
                    <a:pt x="452" y="54"/>
                  </a:cubicBezTo>
                  <a:cubicBezTo>
                    <a:pt x="227" y="179"/>
                    <a:pt x="26" y="530"/>
                    <a:pt x="1" y="781"/>
                  </a:cubicBezTo>
                  <a:cubicBezTo>
                    <a:pt x="1" y="977"/>
                    <a:pt x="116" y="1085"/>
                    <a:pt x="263" y="1085"/>
                  </a:cubicBezTo>
                  <a:cubicBezTo>
                    <a:pt x="323" y="1085"/>
                    <a:pt x="387" y="1067"/>
                    <a:pt x="452" y="1031"/>
                  </a:cubicBezTo>
                  <a:cubicBezTo>
                    <a:pt x="678" y="906"/>
                    <a:pt x="878" y="605"/>
                    <a:pt x="878" y="304"/>
                  </a:cubicBezTo>
                  <a:cubicBezTo>
                    <a:pt x="878" y="108"/>
                    <a:pt x="763" y="0"/>
                    <a:pt x="625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4" name="Google Shape;2454;p36"/>
            <p:cNvSpPr/>
            <p:nvPr/>
          </p:nvSpPr>
          <p:spPr>
            <a:xfrm>
              <a:off x="5307800" y="1313100"/>
              <a:ext cx="21950" cy="26750"/>
            </a:xfrm>
            <a:custGeom>
              <a:avLst/>
              <a:gdLst/>
              <a:ahLst/>
              <a:cxnLst/>
              <a:rect l="l" t="t" r="r" b="b"/>
              <a:pathLst>
                <a:path w="878" h="1070" extrusionOk="0">
                  <a:moveTo>
                    <a:pt x="647" y="1"/>
                  </a:moveTo>
                  <a:cubicBezTo>
                    <a:pt x="587" y="1"/>
                    <a:pt x="520" y="20"/>
                    <a:pt x="451" y="59"/>
                  </a:cubicBezTo>
                  <a:cubicBezTo>
                    <a:pt x="201" y="184"/>
                    <a:pt x="0" y="510"/>
                    <a:pt x="0" y="761"/>
                  </a:cubicBezTo>
                  <a:cubicBezTo>
                    <a:pt x="0" y="969"/>
                    <a:pt x="108" y="1069"/>
                    <a:pt x="250" y="1069"/>
                  </a:cubicBezTo>
                  <a:cubicBezTo>
                    <a:pt x="313" y="1069"/>
                    <a:pt x="382" y="1050"/>
                    <a:pt x="451" y="1011"/>
                  </a:cubicBezTo>
                  <a:cubicBezTo>
                    <a:pt x="702" y="886"/>
                    <a:pt x="877" y="585"/>
                    <a:pt x="877" y="310"/>
                  </a:cubicBezTo>
                  <a:cubicBezTo>
                    <a:pt x="877" y="101"/>
                    <a:pt x="781" y="1"/>
                    <a:pt x="647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5" name="Google Shape;2455;p36"/>
            <p:cNvSpPr/>
            <p:nvPr/>
          </p:nvSpPr>
          <p:spPr>
            <a:xfrm>
              <a:off x="5211300" y="1368375"/>
              <a:ext cx="22575" cy="27125"/>
            </a:xfrm>
            <a:custGeom>
              <a:avLst/>
              <a:gdLst/>
              <a:ahLst/>
              <a:cxnLst/>
              <a:rect l="l" t="t" r="r" b="b"/>
              <a:pathLst>
                <a:path w="903" h="1085" extrusionOk="0">
                  <a:moveTo>
                    <a:pt x="640" y="0"/>
                  </a:moveTo>
                  <a:cubicBezTo>
                    <a:pt x="581" y="0"/>
                    <a:pt x="516" y="17"/>
                    <a:pt x="452" y="53"/>
                  </a:cubicBezTo>
                  <a:cubicBezTo>
                    <a:pt x="226" y="179"/>
                    <a:pt x="0" y="530"/>
                    <a:pt x="25" y="780"/>
                  </a:cubicBezTo>
                  <a:cubicBezTo>
                    <a:pt x="25" y="977"/>
                    <a:pt x="127" y="1084"/>
                    <a:pt x="268" y="1084"/>
                  </a:cubicBezTo>
                  <a:cubicBezTo>
                    <a:pt x="324" y="1084"/>
                    <a:pt x="387" y="1067"/>
                    <a:pt x="452" y="1031"/>
                  </a:cubicBezTo>
                  <a:cubicBezTo>
                    <a:pt x="702" y="906"/>
                    <a:pt x="903" y="605"/>
                    <a:pt x="903" y="304"/>
                  </a:cubicBezTo>
                  <a:cubicBezTo>
                    <a:pt x="903" y="107"/>
                    <a:pt x="788" y="0"/>
                    <a:pt x="640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6" name="Google Shape;2456;p36"/>
            <p:cNvSpPr/>
            <p:nvPr/>
          </p:nvSpPr>
          <p:spPr>
            <a:xfrm>
              <a:off x="4921825" y="1642050"/>
              <a:ext cx="21950" cy="26750"/>
            </a:xfrm>
            <a:custGeom>
              <a:avLst/>
              <a:gdLst/>
              <a:ahLst/>
              <a:cxnLst/>
              <a:rect l="l" t="t" r="r" b="b"/>
              <a:pathLst>
                <a:path w="878" h="1070" extrusionOk="0">
                  <a:moveTo>
                    <a:pt x="636" y="1"/>
                  </a:moveTo>
                  <a:cubicBezTo>
                    <a:pt x="577" y="1"/>
                    <a:pt x="513" y="20"/>
                    <a:pt x="452" y="59"/>
                  </a:cubicBezTo>
                  <a:cubicBezTo>
                    <a:pt x="201" y="184"/>
                    <a:pt x="0" y="510"/>
                    <a:pt x="0" y="761"/>
                  </a:cubicBezTo>
                  <a:cubicBezTo>
                    <a:pt x="0" y="969"/>
                    <a:pt x="109" y="1069"/>
                    <a:pt x="251" y="1069"/>
                  </a:cubicBezTo>
                  <a:cubicBezTo>
                    <a:pt x="313" y="1069"/>
                    <a:pt x="382" y="1050"/>
                    <a:pt x="452" y="1011"/>
                  </a:cubicBezTo>
                  <a:cubicBezTo>
                    <a:pt x="702" y="886"/>
                    <a:pt x="878" y="585"/>
                    <a:pt x="878" y="309"/>
                  </a:cubicBezTo>
                  <a:cubicBezTo>
                    <a:pt x="878" y="101"/>
                    <a:pt x="769" y="1"/>
                    <a:pt x="636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7" name="Google Shape;2457;p36"/>
            <p:cNvSpPr/>
            <p:nvPr/>
          </p:nvSpPr>
          <p:spPr>
            <a:xfrm>
              <a:off x="5018325" y="1586400"/>
              <a:ext cx="21950" cy="27150"/>
            </a:xfrm>
            <a:custGeom>
              <a:avLst/>
              <a:gdLst/>
              <a:ahLst/>
              <a:cxnLst/>
              <a:rect l="l" t="t" r="r" b="b"/>
              <a:pathLst>
                <a:path w="878" h="1086" extrusionOk="0">
                  <a:moveTo>
                    <a:pt x="615" y="1"/>
                  </a:moveTo>
                  <a:cubicBezTo>
                    <a:pt x="556" y="1"/>
                    <a:pt x="491" y="18"/>
                    <a:pt x="426" y="54"/>
                  </a:cubicBezTo>
                  <a:cubicBezTo>
                    <a:pt x="175" y="180"/>
                    <a:pt x="0" y="480"/>
                    <a:pt x="0" y="781"/>
                  </a:cubicBezTo>
                  <a:cubicBezTo>
                    <a:pt x="0" y="978"/>
                    <a:pt x="89" y="1085"/>
                    <a:pt x="231" y="1085"/>
                  </a:cubicBezTo>
                  <a:cubicBezTo>
                    <a:pt x="288" y="1085"/>
                    <a:pt x="354" y="1068"/>
                    <a:pt x="426" y="1032"/>
                  </a:cubicBezTo>
                  <a:cubicBezTo>
                    <a:pt x="677" y="906"/>
                    <a:pt x="877" y="581"/>
                    <a:pt x="877" y="305"/>
                  </a:cubicBezTo>
                  <a:cubicBezTo>
                    <a:pt x="877" y="108"/>
                    <a:pt x="763" y="1"/>
                    <a:pt x="61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8" name="Google Shape;2458;p36"/>
            <p:cNvSpPr/>
            <p:nvPr/>
          </p:nvSpPr>
          <p:spPr>
            <a:xfrm>
              <a:off x="5114800" y="1530650"/>
              <a:ext cx="21325" cy="27125"/>
            </a:xfrm>
            <a:custGeom>
              <a:avLst/>
              <a:gdLst/>
              <a:ahLst/>
              <a:cxnLst/>
              <a:rect l="l" t="t" r="r" b="b"/>
              <a:pathLst>
                <a:path w="853" h="1085" extrusionOk="0">
                  <a:moveTo>
                    <a:pt x="611" y="0"/>
                  </a:moveTo>
                  <a:cubicBezTo>
                    <a:pt x="554" y="0"/>
                    <a:pt x="491" y="18"/>
                    <a:pt x="427" y="54"/>
                  </a:cubicBezTo>
                  <a:cubicBezTo>
                    <a:pt x="176" y="179"/>
                    <a:pt x="1" y="530"/>
                    <a:pt x="1" y="780"/>
                  </a:cubicBezTo>
                  <a:cubicBezTo>
                    <a:pt x="1" y="977"/>
                    <a:pt x="90" y="1084"/>
                    <a:pt x="232" y="1084"/>
                  </a:cubicBezTo>
                  <a:cubicBezTo>
                    <a:pt x="289" y="1084"/>
                    <a:pt x="355" y="1067"/>
                    <a:pt x="427" y="1031"/>
                  </a:cubicBezTo>
                  <a:cubicBezTo>
                    <a:pt x="677" y="906"/>
                    <a:pt x="853" y="580"/>
                    <a:pt x="853" y="304"/>
                  </a:cubicBezTo>
                  <a:cubicBezTo>
                    <a:pt x="853" y="108"/>
                    <a:pt x="751" y="0"/>
                    <a:pt x="611" y="0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9" name="Google Shape;2459;p36"/>
            <p:cNvSpPr/>
            <p:nvPr/>
          </p:nvSpPr>
          <p:spPr>
            <a:xfrm>
              <a:off x="5210050" y="147487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1"/>
                  </a:moveTo>
                  <a:cubicBezTo>
                    <a:pt x="568" y="1"/>
                    <a:pt x="509" y="18"/>
                    <a:pt x="451" y="54"/>
                  </a:cubicBezTo>
                  <a:cubicBezTo>
                    <a:pt x="226" y="179"/>
                    <a:pt x="0" y="505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1" y="1032"/>
                  </a:cubicBezTo>
                  <a:cubicBezTo>
                    <a:pt x="677" y="906"/>
                    <a:pt x="877" y="605"/>
                    <a:pt x="877" y="305"/>
                  </a:cubicBezTo>
                  <a:cubicBezTo>
                    <a:pt x="877" y="108"/>
                    <a:pt x="763" y="1"/>
                    <a:pt x="624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0" name="Google Shape;2460;p36"/>
            <p:cNvSpPr/>
            <p:nvPr/>
          </p:nvSpPr>
          <p:spPr>
            <a:xfrm>
              <a:off x="5306525" y="1419625"/>
              <a:ext cx="21975" cy="26725"/>
            </a:xfrm>
            <a:custGeom>
              <a:avLst/>
              <a:gdLst/>
              <a:ahLst/>
              <a:cxnLst/>
              <a:rect l="l" t="t" r="r" b="b"/>
              <a:pathLst>
                <a:path w="879" h="1069" extrusionOk="0">
                  <a:moveTo>
                    <a:pt x="628" y="1"/>
                  </a:moveTo>
                  <a:cubicBezTo>
                    <a:pt x="565" y="1"/>
                    <a:pt x="496" y="20"/>
                    <a:pt x="427" y="59"/>
                  </a:cubicBezTo>
                  <a:cubicBezTo>
                    <a:pt x="226" y="184"/>
                    <a:pt x="1" y="485"/>
                    <a:pt x="1" y="760"/>
                  </a:cubicBezTo>
                  <a:cubicBezTo>
                    <a:pt x="1" y="969"/>
                    <a:pt x="97" y="1069"/>
                    <a:pt x="232" y="1069"/>
                  </a:cubicBezTo>
                  <a:cubicBezTo>
                    <a:pt x="291" y="1069"/>
                    <a:pt x="358" y="1049"/>
                    <a:pt x="427" y="1011"/>
                  </a:cubicBezTo>
                  <a:cubicBezTo>
                    <a:pt x="678" y="886"/>
                    <a:pt x="878" y="585"/>
                    <a:pt x="878" y="309"/>
                  </a:cubicBezTo>
                  <a:cubicBezTo>
                    <a:pt x="878" y="101"/>
                    <a:pt x="770" y="1"/>
                    <a:pt x="628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FE50796-2B05-DAAB-5317-BCE3544DFFDB}"/>
              </a:ext>
            </a:extLst>
          </p:cNvPr>
          <p:cNvSpPr txBox="1">
            <a:spLocks/>
          </p:cNvSpPr>
          <p:nvPr/>
        </p:nvSpPr>
        <p:spPr>
          <a:xfrm>
            <a:off x="583318" y="249836"/>
            <a:ext cx="3374440" cy="42760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Questrial"/>
              <a:buNone/>
              <a:defRPr sz="3000" b="0" i="0" u="none" strike="noStrike" cap="none">
                <a:solidFill>
                  <a:srgbClr val="21212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Bebas Neue"/>
              <a:buNone/>
              <a:defRPr sz="1600" b="0" i="0" u="none" strike="noStrike" cap="none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Bebas Neue"/>
              <a:buNone/>
              <a:defRPr sz="1600" b="0" i="0" u="none" strike="noStrike" cap="none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Bebas Neue"/>
              <a:buNone/>
              <a:defRPr sz="1600" b="0" i="0" u="none" strike="noStrike" cap="none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Bebas Neue"/>
              <a:buNone/>
              <a:defRPr sz="1600" b="0" i="0" u="none" strike="noStrike" cap="none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Bebas Neue"/>
              <a:buNone/>
              <a:defRPr sz="1600" b="0" i="0" u="none" strike="noStrike" cap="none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Bebas Neue"/>
              <a:buNone/>
              <a:defRPr sz="1600" b="0" i="0" u="none" strike="noStrike" cap="none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Bebas Neue"/>
              <a:buNone/>
              <a:defRPr sz="1600" b="0" i="0" u="none" strike="noStrike" cap="none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Bebas Neue"/>
              <a:buNone/>
              <a:defRPr sz="1600" b="0" i="0" u="none" strike="noStrike" cap="none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IN" sz="2000" b="1" dirty="0">
                <a:latin typeface="BankGothic Lt BT" panose="020B0607020203060204" pitchFamily="34" charset="0"/>
              </a:rPr>
              <a:t>Regional Performance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A811A3B-2D51-1584-1C5D-4467D359A2C2}"/>
              </a:ext>
            </a:extLst>
          </p:cNvPr>
          <p:cNvSpPr txBox="1">
            <a:spLocks/>
          </p:cNvSpPr>
          <p:nvPr/>
        </p:nvSpPr>
        <p:spPr>
          <a:xfrm>
            <a:off x="314868" y="746145"/>
            <a:ext cx="7984312" cy="654280"/>
          </a:xfrm>
          <a:prstGeom prst="rect">
            <a:avLst/>
          </a:prstGeom>
          <a:solidFill>
            <a:schemeClr val="tx2">
              <a:lumMod val="9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bel"/>
              <a:buNone/>
              <a:defRPr sz="1400" b="0" i="0" u="none" strike="noStrike" cap="non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bel"/>
              <a:buNone/>
              <a:defRPr sz="1400" b="0" i="0" u="none" strike="noStrike" cap="none">
                <a:solidFill>
                  <a:srgbClr val="000000"/>
                </a:solidFill>
                <a:latin typeface="Abel"/>
                <a:ea typeface="Abel"/>
                <a:cs typeface="Abel"/>
                <a:sym typeface="Abe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bel"/>
              <a:buNone/>
              <a:defRPr sz="1400" b="0" i="0" u="none" strike="noStrike" cap="none">
                <a:solidFill>
                  <a:srgbClr val="000000"/>
                </a:solidFill>
                <a:latin typeface="Abel"/>
                <a:ea typeface="Abel"/>
                <a:cs typeface="Abel"/>
                <a:sym typeface="Abe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bel"/>
              <a:buNone/>
              <a:defRPr sz="1400" b="0" i="0" u="none" strike="noStrike" cap="none">
                <a:solidFill>
                  <a:srgbClr val="000000"/>
                </a:solidFill>
                <a:latin typeface="Abel"/>
                <a:ea typeface="Abel"/>
                <a:cs typeface="Abel"/>
                <a:sym typeface="Abe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bel"/>
              <a:buNone/>
              <a:defRPr sz="1400" b="0" i="0" u="none" strike="noStrike" cap="none">
                <a:solidFill>
                  <a:srgbClr val="000000"/>
                </a:solidFill>
                <a:latin typeface="Abel"/>
                <a:ea typeface="Abel"/>
                <a:cs typeface="Abel"/>
                <a:sym typeface="Abe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bel"/>
              <a:buNone/>
              <a:defRPr sz="1400" b="0" i="0" u="none" strike="noStrike" cap="none">
                <a:solidFill>
                  <a:srgbClr val="000000"/>
                </a:solidFill>
                <a:latin typeface="Abel"/>
                <a:ea typeface="Abel"/>
                <a:cs typeface="Abel"/>
                <a:sym typeface="Abe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bel"/>
              <a:buNone/>
              <a:defRPr sz="1400" b="0" i="0" u="none" strike="noStrike" cap="none">
                <a:solidFill>
                  <a:srgbClr val="000000"/>
                </a:solidFill>
                <a:latin typeface="Abel"/>
                <a:ea typeface="Abel"/>
                <a:cs typeface="Abel"/>
                <a:sym typeface="Abe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bel"/>
              <a:buNone/>
              <a:defRPr sz="1400" b="0" i="0" u="none" strike="noStrike" cap="none">
                <a:solidFill>
                  <a:srgbClr val="000000"/>
                </a:solidFill>
                <a:latin typeface="Abel"/>
                <a:ea typeface="Abel"/>
                <a:cs typeface="Abel"/>
                <a:sym typeface="Abe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bel"/>
              <a:buNone/>
              <a:defRPr sz="1400" b="0" i="0" u="none" strike="noStrike" cap="none">
                <a:solidFill>
                  <a:srgbClr val="000000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BankGothic Lt BT" panose="020B0607020203060204" pitchFamily="34" charset="0"/>
              </a:rPr>
              <a:t>Highlight revenue performance by regions (e.g., California, Chicago, etc.).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BankGothic Lt BT" panose="020B0607020203060204" pitchFamily="34" charset="0"/>
              </a:rPr>
              <a:t>Insights on region-specific campaigns or promotions.</a:t>
            </a:r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8" name="Chart 7">
                <a:extLst>
                  <a:ext uri="{FF2B5EF4-FFF2-40B4-BE49-F238E27FC236}">
                    <a16:creationId xmlns:a16="http://schemas.microsoft.com/office/drawing/2014/main" id="{6A937ECB-AD22-8A91-2B00-71A0CA4252AA}"/>
                  </a:ext>
                  <a:ext uri="{147F2762-F138-4A5C-976F-8EAC2B608ADB}">
                    <a16:predDERef xmlns:a16="http://schemas.microsoft.com/office/drawing/2014/main" pred="{F1EDDA86-50D5-3DF4-60DD-D780740C4A7C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4131357613"/>
                  </p:ext>
                </p:extLst>
              </p:nvPr>
            </p:nvGraphicFramePr>
            <p:xfrm>
              <a:off x="119365" y="1761506"/>
              <a:ext cx="4452635" cy="280259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8" name="Chart 7">
                <a:extLst>
                  <a:ext uri="{FF2B5EF4-FFF2-40B4-BE49-F238E27FC236}">
                    <a16:creationId xmlns:a16="http://schemas.microsoft.com/office/drawing/2014/main" id="{6A937ECB-AD22-8A91-2B00-71A0CA4252AA}"/>
                  </a:ext>
                  <a:ext uri="{147F2762-F138-4A5C-976F-8EAC2B608ADB}">
                    <a16:predDERef xmlns:a16="http://schemas.microsoft.com/office/drawing/2014/main" pred="{F1EDDA86-50D5-3DF4-60DD-D780740C4A7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9365" y="1761506"/>
                <a:ext cx="4452635" cy="2802594"/>
              </a:xfrm>
              <a:prstGeom prst="rect">
                <a:avLst/>
              </a:prstGeom>
            </p:spPr>
          </p:pic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D828BF3D-1285-2B76-D26D-017AFAAE1637}"/>
              </a:ext>
            </a:extLst>
          </p:cNvPr>
          <p:cNvSpPr txBox="1"/>
          <p:nvPr/>
        </p:nvSpPr>
        <p:spPr>
          <a:xfrm>
            <a:off x="4572000" y="1833467"/>
            <a:ext cx="609361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2000" b="1" dirty="0">
                <a:latin typeface="BankGothic Lt BT" panose="020B0607020203060204" pitchFamily="34" charset="0"/>
              </a:rPr>
              <a:t>R</a:t>
            </a:r>
            <a:r>
              <a:rPr lang="en-IN" sz="2000" b="1" dirty="0">
                <a:latin typeface="BankGothic Lt BT" panose="020B0607020203060204" pitchFamily="34" charset="0"/>
              </a:rPr>
              <a:t>egional Performance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86CEC4-3EEC-7388-775A-6190CAA13F66}"/>
              </a:ext>
            </a:extLst>
          </p:cNvPr>
          <p:cNvSpPr txBox="1"/>
          <p:nvPr/>
        </p:nvSpPr>
        <p:spPr>
          <a:xfrm>
            <a:off x="4556847" y="2351006"/>
            <a:ext cx="419739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>
                <a:latin typeface="BankGothic Lt BT" panose="020B0607020203060204" pitchFamily="34" charset="0"/>
              </a:rPr>
              <a:t>Description:</a:t>
            </a:r>
            <a:br>
              <a:rPr lang="en-US" dirty="0">
                <a:latin typeface="BankGothic Lt BT" panose="020B0607020203060204" pitchFamily="34" charset="0"/>
              </a:rPr>
            </a:br>
            <a:r>
              <a:rPr lang="en-US" dirty="0">
                <a:latin typeface="BankGothic Lt BT" panose="020B0607020203060204" pitchFamily="34" charset="0"/>
              </a:rPr>
              <a:t>A heat map showcasing revenue performance by different regions (e.g., California, Chicago, New York).</a:t>
            </a:r>
            <a:endParaRPr lang="en-IN" dirty="0">
              <a:latin typeface="BankGothic Lt BT" panose="020B060702020306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55CD28-C483-359D-465C-083D91F7BE46}"/>
              </a:ext>
            </a:extLst>
          </p:cNvPr>
          <p:cNvSpPr txBox="1"/>
          <p:nvPr/>
        </p:nvSpPr>
        <p:spPr>
          <a:xfrm>
            <a:off x="4572000" y="3295866"/>
            <a:ext cx="6365080" cy="1295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u="sng" dirty="0">
                <a:latin typeface="BankGothic Lt BT" panose="020B0607020203060204" pitchFamily="34" charset="0"/>
              </a:rPr>
              <a:t>Key Insight: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BankGothic Lt BT" panose="020B0607020203060204" pitchFamily="34" charset="0"/>
              </a:rPr>
              <a:t>Identifies strong and weak regions.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BankGothic Lt BT" panose="020B0607020203060204" pitchFamily="34" charset="0"/>
              </a:rPr>
              <a:t>Helps in region-specific decision-making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9" name="Google Shape;2469;p37"/>
          <p:cNvSpPr/>
          <p:nvPr/>
        </p:nvSpPr>
        <p:spPr>
          <a:xfrm rot="10800000" flipH="1">
            <a:off x="1435951" y="1664775"/>
            <a:ext cx="592800" cy="11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92" name="Google Shape;2492;p37"/>
          <p:cNvGrpSpPr/>
          <p:nvPr/>
        </p:nvGrpSpPr>
        <p:grpSpPr>
          <a:xfrm>
            <a:off x="386091" y="3663336"/>
            <a:ext cx="593164" cy="1161172"/>
            <a:chOff x="4921825" y="870250"/>
            <a:chExt cx="407925" cy="798550"/>
          </a:xfrm>
        </p:grpSpPr>
        <p:sp>
          <p:nvSpPr>
            <p:cNvPr id="2493" name="Google Shape;2493;p37"/>
            <p:cNvSpPr/>
            <p:nvPr/>
          </p:nvSpPr>
          <p:spPr>
            <a:xfrm>
              <a:off x="4921825" y="109267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0"/>
                  </a:moveTo>
                  <a:cubicBezTo>
                    <a:pt x="569" y="0"/>
                    <a:pt x="509" y="18"/>
                    <a:pt x="452" y="54"/>
                  </a:cubicBezTo>
                  <a:cubicBezTo>
                    <a:pt x="201" y="179"/>
                    <a:pt x="0" y="530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2" y="1031"/>
                  </a:cubicBezTo>
                  <a:cubicBezTo>
                    <a:pt x="702" y="906"/>
                    <a:pt x="878" y="580"/>
                    <a:pt x="878" y="304"/>
                  </a:cubicBezTo>
                  <a:cubicBezTo>
                    <a:pt x="878" y="108"/>
                    <a:pt x="763" y="0"/>
                    <a:pt x="6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" name="Google Shape;2494;p37"/>
            <p:cNvSpPr/>
            <p:nvPr/>
          </p:nvSpPr>
          <p:spPr>
            <a:xfrm>
              <a:off x="5018325" y="1037425"/>
              <a:ext cx="21950" cy="26725"/>
            </a:xfrm>
            <a:custGeom>
              <a:avLst/>
              <a:gdLst/>
              <a:ahLst/>
              <a:cxnLst/>
              <a:rect l="l" t="t" r="r" b="b"/>
              <a:pathLst>
                <a:path w="878" h="1069" extrusionOk="0">
                  <a:moveTo>
                    <a:pt x="627" y="0"/>
                  </a:moveTo>
                  <a:cubicBezTo>
                    <a:pt x="564" y="0"/>
                    <a:pt x="495" y="20"/>
                    <a:pt x="426" y="58"/>
                  </a:cubicBezTo>
                  <a:cubicBezTo>
                    <a:pt x="175" y="209"/>
                    <a:pt x="0" y="509"/>
                    <a:pt x="0" y="760"/>
                  </a:cubicBezTo>
                  <a:cubicBezTo>
                    <a:pt x="0" y="969"/>
                    <a:pt x="96" y="1069"/>
                    <a:pt x="231" y="1069"/>
                  </a:cubicBezTo>
                  <a:cubicBezTo>
                    <a:pt x="290" y="1069"/>
                    <a:pt x="357" y="1049"/>
                    <a:pt x="426" y="1011"/>
                  </a:cubicBezTo>
                  <a:cubicBezTo>
                    <a:pt x="677" y="885"/>
                    <a:pt x="877" y="585"/>
                    <a:pt x="877" y="309"/>
                  </a:cubicBezTo>
                  <a:cubicBezTo>
                    <a:pt x="877" y="100"/>
                    <a:pt x="769" y="0"/>
                    <a:pt x="6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5" name="Google Shape;2495;p37"/>
            <p:cNvSpPr/>
            <p:nvPr/>
          </p:nvSpPr>
          <p:spPr>
            <a:xfrm>
              <a:off x="5114800" y="981775"/>
              <a:ext cx="21325" cy="26900"/>
            </a:xfrm>
            <a:custGeom>
              <a:avLst/>
              <a:gdLst/>
              <a:ahLst/>
              <a:cxnLst/>
              <a:rect l="l" t="t" r="r" b="b"/>
              <a:pathLst>
                <a:path w="853" h="1076" extrusionOk="0">
                  <a:moveTo>
                    <a:pt x="611" y="0"/>
                  </a:moveTo>
                  <a:cubicBezTo>
                    <a:pt x="554" y="0"/>
                    <a:pt x="491" y="18"/>
                    <a:pt x="427" y="54"/>
                  </a:cubicBezTo>
                  <a:cubicBezTo>
                    <a:pt x="176" y="204"/>
                    <a:pt x="1" y="530"/>
                    <a:pt x="1" y="780"/>
                  </a:cubicBezTo>
                  <a:cubicBezTo>
                    <a:pt x="1" y="969"/>
                    <a:pt x="95" y="1076"/>
                    <a:pt x="227" y="1076"/>
                  </a:cubicBezTo>
                  <a:cubicBezTo>
                    <a:pt x="287" y="1076"/>
                    <a:pt x="356" y="1053"/>
                    <a:pt x="427" y="1006"/>
                  </a:cubicBezTo>
                  <a:cubicBezTo>
                    <a:pt x="677" y="906"/>
                    <a:pt x="853" y="580"/>
                    <a:pt x="853" y="304"/>
                  </a:cubicBezTo>
                  <a:cubicBezTo>
                    <a:pt x="853" y="108"/>
                    <a:pt x="751" y="0"/>
                    <a:pt x="6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6" name="Google Shape;2496;p37"/>
            <p:cNvSpPr/>
            <p:nvPr/>
          </p:nvSpPr>
          <p:spPr>
            <a:xfrm>
              <a:off x="5210050" y="92600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1"/>
                  </a:moveTo>
                  <a:cubicBezTo>
                    <a:pt x="568" y="1"/>
                    <a:pt x="509" y="18"/>
                    <a:pt x="451" y="54"/>
                  </a:cubicBezTo>
                  <a:cubicBezTo>
                    <a:pt x="226" y="204"/>
                    <a:pt x="0" y="505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1" y="1032"/>
                  </a:cubicBezTo>
                  <a:cubicBezTo>
                    <a:pt x="677" y="906"/>
                    <a:pt x="877" y="580"/>
                    <a:pt x="877" y="305"/>
                  </a:cubicBezTo>
                  <a:cubicBezTo>
                    <a:pt x="877" y="108"/>
                    <a:pt x="763" y="1"/>
                    <a:pt x="6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" name="Google Shape;2497;p37"/>
            <p:cNvSpPr/>
            <p:nvPr/>
          </p:nvSpPr>
          <p:spPr>
            <a:xfrm>
              <a:off x="5306525" y="870250"/>
              <a:ext cx="21975" cy="27125"/>
            </a:xfrm>
            <a:custGeom>
              <a:avLst/>
              <a:gdLst/>
              <a:ahLst/>
              <a:cxnLst/>
              <a:rect l="l" t="t" r="r" b="b"/>
              <a:pathLst>
                <a:path w="879" h="1085" extrusionOk="0">
                  <a:moveTo>
                    <a:pt x="616" y="0"/>
                  </a:moveTo>
                  <a:cubicBezTo>
                    <a:pt x="556" y="0"/>
                    <a:pt x="492" y="18"/>
                    <a:pt x="427" y="53"/>
                  </a:cubicBezTo>
                  <a:cubicBezTo>
                    <a:pt x="226" y="229"/>
                    <a:pt x="1" y="505"/>
                    <a:pt x="1" y="780"/>
                  </a:cubicBezTo>
                  <a:cubicBezTo>
                    <a:pt x="1" y="977"/>
                    <a:pt x="103" y="1084"/>
                    <a:pt x="243" y="1084"/>
                  </a:cubicBezTo>
                  <a:cubicBezTo>
                    <a:pt x="300" y="1084"/>
                    <a:pt x="362" y="1067"/>
                    <a:pt x="427" y="1031"/>
                  </a:cubicBezTo>
                  <a:cubicBezTo>
                    <a:pt x="678" y="906"/>
                    <a:pt x="878" y="605"/>
                    <a:pt x="878" y="304"/>
                  </a:cubicBezTo>
                  <a:cubicBezTo>
                    <a:pt x="878" y="108"/>
                    <a:pt x="763" y="0"/>
                    <a:pt x="6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" name="Google Shape;2498;p37"/>
            <p:cNvSpPr/>
            <p:nvPr/>
          </p:nvSpPr>
          <p:spPr>
            <a:xfrm>
              <a:off x="4921825" y="1203450"/>
              <a:ext cx="21950" cy="26750"/>
            </a:xfrm>
            <a:custGeom>
              <a:avLst/>
              <a:gdLst/>
              <a:ahLst/>
              <a:cxnLst/>
              <a:rect l="l" t="t" r="r" b="b"/>
              <a:pathLst>
                <a:path w="878" h="1070" extrusionOk="0">
                  <a:moveTo>
                    <a:pt x="636" y="1"/>
                  </a:moveTo>
                  <a:cubicBezTo>
                    <a:pt x="577" y="1"/>
                    <a:pt x="513" y="20"/>
                    <a:pt x="452" y="59"/>
                  </a:cubicBezTo>
                  <a:cubicBezTo>
                    <a:pt x="226" y="209"/>
                    <a:pt x="25" y="510"/>
                    <a:pt x="0" y="761"/>
                  </a:cubicBezTo>
                  <a:cubicBezTo>
                    <a:pt x="0" y="969"/>
                    <a:pt x="109" y="1069"/>
                    <a:pt x="251" y="1069"/>
                  </a:cubicBezTo>
                  <a:cubicBezTo>
                    <a:pt x="313" y="1069"/>
                    <a:pt x="382" y="1050"/>
                    <a:pt x="452" y="1011"/>
                  </a:cubicBezTo>
                  <a:cubicBezTo>
                    <a:pt x="702" y="886"/>
                    <a:pt x="878" y="585"/>
                    <a:pt x="878" y="310"/>
                  </a:cubicBezTo>
                  <a:cubicBezTo>
                    <a:pt x="878" y="101"/>
                    <a:pt x="769" y="1"/>
                    <a:pt x="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9" name="Google Shape;2499;p37"/>
            <p:cNvSpPr/>
            <p:nvPr/>
          </p:nvSpPr>
          <p:spPr>
            <a:xfrm>
              <a:off x="4922450" y="131385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35" y="1"/>
                  </a:moveTo>
                  <a:cubicBezTo>
                    <a:pt x="579" y="1"/>
                    <a:pt x="516" y="18"/>
                    <a:pt x="452" y="54"/>
                  </a:cubicBezTo>
                  <a:cubicBezTo>
                    <a:pt x="201" y="204"/>
                    <a:pt x="0" y="530"/>
                    <a:pt x="0" y="781"/>
                  </a:cubicBezTo>
                  <a:cubicBezTo>
                    <a:pt x="0" y="977"/>
                    <a:pt x="102" y="1085"/>
                    <a:pt x="252" y="1085"/>
                  </a:cubicBezTo>
                  <a:cubicBezTo>
                    <a:pt x="312" y="1085"/>
                    <a:pt x="380" y="1067"/>
                    <a:pt x="452" y="1031"/>
                  </a:cubicBezTo>
                  <a:cubicBezTo>
                    <a:pt x="702" y="906"/>
                    <a:pt x="878" y="580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0" name="Google Shape;2500;p37"/>
            <p:cNvSpPr/>
            <p:nvPr/>
          </p:nvSpPr>
          <p:spPr>
            <a:xfrm>
              <a:off x="4922450" y="142475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35" y="1"/>
                  </a:moveTo>
                  <a:cubicBezTo>
                    <a:pt x="579" y="1"/>
                    <a:pt x="516" y="18"/>
                    <a:pt x="452" y="54"/>
                  </a:cubicBezTo>
                  <a:cubicBezTo>
                    <a:pt x="226" y="179"/>
                    <a:pt x="51" y="505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2" y="1032"/>
                  </a:cubicBezTo>
                  <a:cubicBezTo>
                    <a:pt x="702" y="906"/>
                    <a:pt x="878" y="605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1" name="Google Shape;2501;p37"/>
            <p:cNvSpPr/>
            <p:nvPr/>
          </p:nvSpPr>
          <p:spPr>
            <a:xfrm>
              <a:off x="4923700" y="1535550"/>
              <a:ext cx="21325" cy="26725"/>
            </a:xfrm>
            <a:custGeom>
              <a:avLst/>
              <a:gdLst/>
              <a:ahLst/>
              <a:cxnLst/>
              <a:rect l="l" t="t" r="r" b="b"/>
              <a:pathLst>
                <a:path w="853" h="1069" extrusionOk="0">
                  <a:moveTo>
                    <a:pt x="622" y="0"/>
                  </a:moveTo>
                  <a:cubicBezTo>
                    <a:pt x="563" y="0"/>
                    <a:pt x="496" y="20"/>
                    <a:pt x="427" y="58"/>
                  </a:cubicBezTo>
                  <a:cubicBezTo>
                    <a:pt x="176" y="183"/>
                    <a:pt x="1" y="484"/>
                    <a:pt x="1" y="760"/>
                  </a:cubicBezTo>
                  <a:cubicBezTo>
                    <a:pt x="1" y="968"/>
                    <a:pt x="97" y="1069"/>
                    <a:pt x="231" y="1069"/>
                  </a:cubicBezTo>
                  <a:cubicBezTo>
                    <a:pt x="291" y="1069"/>
                    <a:pt x="357" y="1049"/>
                    <a:pt x="427" y="1011"/>
                  </a:cubicBezTo>
                  <a:cubicBezTo>
                    <a:pt x="677" y="885"/>
                    <a:pt x="853" y="584"/>
                    <a:pt x="853" y="309"/>
                  </a:cubicBezTo>
                  <a:cubicBezTo>
                    <a:pt x="853" y="100"/>
                    <a:pt x="756" y="0"/>
                    <a:pt x="6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2" name="Google Shape;2502;p37"/>
            <p:cNvSpPr/>
            <p:nvPr/>
          </p:nvSpPr>
          <p:spPr>
            <a:xfrm>
              <a:off x="5018325" y="1147800"/>
              <a:ext cx="21950" cy="27150"/>
            </a:xfrm>
            <a:custGeom>
              <a:avLst/>
              <a:gdLst/>
              <a:ahLst/>
              <a:cxnLst/>
              <a:rect l="l" t="t" r="r" b="b"/>
              <a:pathLst>
                <a:path w="878" h="1086" extrusionOk="0">
                  <a:moveTo>
                    <a:pt x="615" y="1"/>
                  </a:moveTo>
                  <a:cubicBezTo>
                    <a:pt x="556" y="1"/>
                    <a:pt x="491" y="18"/>
                    <a:pt x="426" y="54"/>
                  </a:cubicBezTo>
                  <a:cubicBezTo>
                    <a:pt x="201" y="205"/>
                    <a:pt x="0" y="480"/>
                    <a:pt x="0" y="781"/>
                  </a:cubicBezTo>
                  <a:cubicBezTo>
                    <a:pt x="0" y="978"/>
                    <a:pt x="102" y="1085"/>
                    <a:pt x="242" y="1085"/>
                  </a:cubicBezTo>
                  <a:cubicBezTo>
                    <a:pt x="299" y="1085"/>
                    <a:pt x="361" y="1068"/>
                    <a:pt x="426" y="1032"/>
                  </a:cubicBezTo>
                  <a:cubicBezTo>
                    <a:pt x="677" y="906"/>
                    <a:pt x="877" y="581"/>
                    <a:pt x="877" y="305"/>
                  </a:cubicBezTo>
                  <a:cubicBezTo>
                    <a:pt x="877" y="108"/>
                    <a:pt x="763" y="1"/>
                    <a:pt x="6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3" name="Google Shape;2503;p37"/>
            <p:cNvSpPr/>
            <p:nvPr/>
          </p:nvSpPr>
          <p:spPr>
            <a:xfrm>
              <a:off x="5114800" y="1092050"/>
              <a:ext cx="21325" cy="27125"/>
            </a:xfrm>
            <a:custGeom>
              <a:avLst/>
              <a:gdLst/>
              <a:ahLst/>
              <a:cxnLst/>
              <a:rect l="l" t="t" r="r" b="b"/>
              <a:pathLst>
                <a:path w="853" h="1085" extrusionOk="0">
                  <a:moveTo>
                    <a:pt x="611" y="0"/>
                  </a:moveTo>
                  <a:cubicBezTo>
                    <a:pt x="554" y="0"/>
                    <a:pt x="491" y="18"/>
                    <a:pt x="427" y="54"/>
                  </a:cubicBezTo>
                  <a:cubicBezTo>
                    <a:pt x="201" y="204"/>
                    <a:pt x="1" y="530"/>
                    <a:pt x="1" y="781"/>
                  </a:cubicBezTo>
                  <a:cubicBezTo>
                    <a:pt x="1" y="977"/>
                    <a:pt x="103" y="1085"/>
                    <a:pt x="243" y="1085"/>
                  </a:cubicBezTo>
                  <a:cubicBezTo>
                    <a:pt x="299" y="1085"/>
                    <a:pt x="362" y="1067"/>
                    <a:pt x="427" y="1031"/>
                  </a:cubicBezTo>
                  <a:cubicBezTo>
                    <a:pt x="677" y="906"/>
                    <a:pt x="853" y="580"/>
                    <a:pt x="853" y="304"/>
                  </a:cubicBezTo>
                  <a:cubicBezTo>
                    <a:pt x="853" y="108"/>
                    <a:pt x="751" y="0"/>
                    <a:pt x="6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4" name="Google Shape;2504;p37"/>
            <p:cNvSpPr/>
            <p:nvPr/>
          </p:nvSpPr>
          <p:spPr>
            <a:xfrm>
              <a:off x="5210675" y="103627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35" y="1"/>
                  </a:moveTo>
                  <a:cubicBezTo>
                    <a:pt x="579" y="1"/>
                    <a:pt x="516" y="18"/>
                    <a:pt x="451" y="54"/>
                  </a:cubicBezTo>
                  <a:cubicBezTo>
                    <a:pt x="201" y="230"/>
                    <a:pt x="0" y="530"/>
                    <a:pt x="0" y="781"/>
                  </a:cubicBezTo>
                  <a:cubicBezTo>
                    <a:pt x="0" y="978"/>
                    <a:pt x="115" y="1085"/>
                    <a:pt x="263" y="1085"/>
                  </a:cubicBezTo>
                  <a:cubicBezTo>
                    <a:pt x="322" y="1085"/>
                    <a:pt x="387" y="1068"/>
                    <a:pt x="451" y="1032"/>
                  </a:cubicBezTo>
                  <a:cubicBezTo>
                    <a:pt x="702" y="906"/>
                    <a:pt x="878" y="580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5" name="Google Shape;2505;p37"/>
            <p:cNvSpPr/>
            <p:nvPr/>
          </p:nvSpPr>
          <p:spPr>
            <a:xfrm>
              <a:off x="5307150" y="981775"/>
              <a:ext cx="21975" cy="26900"/>
            </a:xfrm>
            <a:custGeom>
              <a:avLst/>
              <a:gdLst/>
              <a:ahLst/>
              <a:cxnLst/>
              <a:rect l="l" t="t" r="r" b="b"/>
              <a:pathLst>
                <a:path w="879" h="1076" extrusionOk="0">
                  <a:moveTo>
                    <a:pt x="625" y="0"/>
                  </a:moveTo>
                  <a:cubicBezTo>
                    <a:pt x="569" y="0"/>
                    <a:pt x="510" y="18"/>
                    <a:pt x="452" y="54"/>
                  </a:cubicBezTo>
                  <a:cubicBezTo>
                    <a:pt x="201" y="179"/>
                    <a:pt x="1" y="480"/>
                    <a:pt x="1" y="780"/>
                  </a:cubicBezTo>
                  <a:cubicBezTo>
                    <a:pt x="1" y="969"/>
                    <a:pt x="107" y="1076"/>
                    <a:pt x="246" y="1076"/>
                  </a:cubicBezTo>
                  <a:cubicBezTo>
                    <a:pt x="310" y="1076"/>
                    <a:pt x="381" y="1053"/>
                    <a:pt x="452" y="1006"/>
                  </a:cubicBezTo>
                  <a:cubicBezTo>
                    <a:pt x="678" y="906"/>
                    <a:pt x="878" y="580"/>
                    <a:pt x="878" y="304"/>
                  </a:cubicBezTo>
                  <a:cubicBezTo>
                    <a:pt x="878" y="108"/>
                    <a:pt x="763" y="0"/>
                    <a:pt x="6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6" name="Google Shape;2506;p37"/>
            <p:cNvSpPr/>
            <p:nvPr/>
          </p:nvSpPr>
          <p:spPr>
            <a:xfrm>
              <a:off x="5018950" y="125810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0"/>
                  </a:moveTo>
                  <a:cubicBezTo>
                    <a:pt x="568" y="0"/>
                    <a:pt x="509" y="17"/>
                    <a:pt x="451" y="53"/>
                  </a:cubicBezTo>
                  <a:cubicBezTo>
                    <a:pt x="176" y="204"/>
                    <a:pt x="0" y="504"/>
                    <a:pt x="0" y="780"/>
                  </a:cubicBezTo>
                  <a:cubicBezTo>
                    <a:pt x="0" y="977"/>
                    <a:pt x="115" y="1084"/>
                    <a:pt x="262" y="1084"/>
                  </a:cubicBezTo>
                  <a:cubicBezTo>
                    <a:pt x="322" y="1084"/>
                    <a:pt x="387" y="1067"/>
                    <a:pt x="451" y="1031"/>
                  </a:cubicBezTo>
                  <a:cubicBezTo>
                    <a:pt x="702" y="905"/>
                    <a:pt x="877" y="580"/>
                    <a:pt x="877" y="304"/>
                  </a:cubicBezTo>
                  <a:cubicBezTo>
                    <a:pt x="877" y="107"/>
                    <a:pt x="763" y="0"/>
                    <a:pt x="6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7" name="Google Shape;2507;p37"/>
            <p:cNvSpPr/>
            <p:nvPr/>
          </p:nvSpPr>
          <p:spPr>
            <a:xfrm>
              <a:off x="5018950" y="1369225"/>
              <a:ext cx="21950" cy="27000"/>
            </a:xfrm>
            <a:custGeom>
              <a:avLst/>
              <a:gdLst/>
              <a:ahLst/>
              <a:cxnLst/>
              <a:rect l="l" t="t" r="r" b="b"/>
              <a:pathLst>
                <a:path w="878" h="1080" extrusionOk="0">
                  <a:moveTo>
                    <a:pt x="637" y="0"/>
                  </a:moveTo>
                  <a:cubicBezTo>
                    <a:pt x="578" y="0"/>
                    <a:pt x="513" y="23"/>
                    <a:pt x="451" y="70"/>
                  </a:cubicBezTo>
                  <a:cubicBezTo>
                    <a:pt x="176" y="195"/>
                    <a:pt x="0" y="496"/>
                    <a:pt x="0" y="771"/>
                  </a:cubicBezTo>
                  <a:cubicBezTo>
                    <a:pt x="0" y="980"/>
                    <a:pt x="109" y="1080"/>
                    <a:pt x="250" y="1080"/>
                  </a:cubicBezTo>
                  <a:cubicBezTo>
                    <a:pt x="313" y="1080"/>
                    <a:pt x="382" y="1060"/>
                    <a:pt x="451" y="1022"/>
                  </a:cubicBezTo>
                  <a:cubicBezTo>
                    <a:pt x="702" y="897"/>
                    <a:pt x="877" y="596"/>
                    <a:pt x="877" y="320"/>
                  </a:cubicBezTo>
                  <a:cubicBezTo>
                    <a:pt x="877" y="113"/>
                    <a:pt x="770" y="0"/>
                    <a:pt x="6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8" name="Google Shape;2508;p37"/>
            <p:cNvSpPr/>
            <p:nvPr/>
          </p:nvSpPr>
          <p:spPr>
            <a:xfrm>
              <a:off x="5018950" y="147990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0"/>
                  </a:moveTo>
                  <a:cubicBezTo>
                    <a:pt x="568" y="0"/>
                    <a:pt x="509" y="18"/>
                    <a:pt x="451" y="54"/>
                  </a:cubicBezTo>
                  <a:cubicBezTo>
                    <a:pt x="226" y="179"/>
                    <a:pt x="25" y="505"/>
                    <a:pt x="0" y="780"/>
                  </a:cubicBezTo>
                  <a:cubicBezTo>
                    <a:pt x="0" y="977"/>
                    <a:pt x="102" y="1084"/>
                    <a:pt x="251" y="1084"/>
                  </a:cubicBezTo>
                  <a:cubicBezTo>
                    <a:pt x="312" y="1084"/>
                    <a:pt x="379" y="1067"/>
                    <a:pt x="451" y="1031"/>
                  </a:cubicBezTo>
                  <a:cubicBezTo>
                    <a:pt x="702" y="906"/>
                    <a:pt x="877" y="580"/>
                    <a:pt x="877" y="304"/>
                  </a:cubicBezTo>
                  <a:cubicBezTo>
                    <a:pt x="877" y="108"/>
                    <a:pt x="763" y="0"/>
                    <a:pt x="6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9" name="Google Shape;2509;p37"/>
            <p:cNvSpPr/>
            <p:nvPr/>
          </p:nvSpPr>
          <p:spPr>
            <a:xfrm>
              <a:off x="5114800" y="1203450"/>
              <a:ext cx="21325" cy="26750"/>
            </a:xfrm>
            <a:custGeom>
              <a:avLst/>
              <a:gdLst/>
              <a:ahLst/>
              <a:cxnLst/>
              <a:rect l="l" t="t" r="r" b="b"/>
              <a:pathLst>
                <a:path w="853" h="1070" extrusionOk="0">
                  <a:moveTo>
                    <a:pt x="622" y="1"/>
                  </a:moveTo>
                  <a:cubicBezTo>
                    <a:pt x="563" y="1"/>
                    <a:pt x="496" y="20"/>
                    <a:pt x="427" y="59"/>
                  </a:cubicBezTo>
                  <a:cubicBezTo>
                    <a:pt x="201" y="184"/>
                    <a:pt x="26" y="485"/>
                    <a:pt x="1" y="761"/>
                  </a:cubicBezTo>
                  <a:cubicBezTo>
                    <a:pt x="1" y="969"/>
                    <a:pt x="85" y="1069"/>
                    <a:pt x="220" y="1069"/>
                  </a:cubicBezTo>
                  <a:cubicBezTo>
                    <a:pt x="280" y="1069"/>
                    <a:pt x="350" y="1050"/>
                    <a:pt x="427" y="1011"/>
                  </a:cubicBezTo>
                  <a:cubicBezTo>
                    <a:pt x="677" y="886"/>
                    <a:pt x="853" y="585"/>
                    <a:pt x="853" y="310"/>
                  </a:cubicBezTo>
                  <a:cubicBezTo>
                    <a:pt x="853" y="101"/>
                    <a:pt x="756" y="1"/>
                    <a:pt x="6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0" name="Google Shape;2510;p37"/>
            <p:cNvSpPr/>
            <p:nvPr/>
          </p:nvSpPr>
          <p:spPr>
            <a:xfrm>
              <a:off x="5210675" y="1147800"/>
              <a:ext cx="21950" cy="27150"/>
            </a:xfrm>
            <a:custGeom>
              <a:avLst/>
              <a:gdLst/>
              <a:ahLst/>
              <a:cxnLst/>
              <a:rect l="l" t="t" r="r" b="b"/>
              <a:pathLst>
                <a:path w="878" h="1086" extrusionOk="0">
                  <a:moveTo>
                    <a:pt x="635" y="1"/>
                  </a:moveTo>
                  <a:cubicBezTo>
                    <a:pt x="579" y="1"/>
                    <a:pt x="516" y="18"/>
                    <a:pt x="451" y="54"/>
                  </a:cubicBezTo>
                  <a:cubicBezTo>
                    <a:pt x="226" y="180"/>
                    <a:pt x="0" y="480"/>
                    <a:pt x="0" y="781"/>
                  </a:cubicBezTo>
                  <a:cubicBezTo>
                    <a:pt x="0" y="978"/>
                    <a:pt x="115" y="1085"/>
                    <a:pt x="263" y="1085"/>
                  </a:cubicBezTo>
                  <a:cubicBezTo>
                    <a:pt x="322" y="1085"/>
                    <a:pt x="387" y="1068"/>
                    <a:pt x="451" y="1032"/>
                  </a:cubicBezTo>
                  <a:cubicBezTo>
                    <a:pt x="702" y="906"/>
                    <a:pt x="878" y="581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1" name="Google Shape;2511;p37"/>
            <p:cNvSpPr/>
            <p:nvPr/>
          </p:nvSpPr>
          <p:spPr>
            <a:xfrm>
              <a:off x="5307150" y="1092050"/>
              <a:ext cx="21975" cy="27125"/>
            </a:xfrm>
            <a:custGeom>
              <a:avLst/>
              <a:gdLst/>
              <a:ahLst/>
              <a:cxnLst/>
              <a:rect l="l" t="t" r="r" b="b"/>
              <a:pathLst>
                <a:path w="879" h="1085" extrusionOk="0">
                  <a:moveTo>
                    <a:pt x="625" y="0"/>
                  </a:moveTo>
                  <a:cubicBezTo>
                    <a:pt x="569" y="0"/>
                    <a:pt x="510" y="18"/>
                    <a:pt x="452" y="54"/>
                  </a:cubicBezTo>
                  <a:cubicBezTo>
                    <a:pt x="227" y="179"/>
                    <a:pt x="26" y="530"/>
                    <a:pt x="1" y="781"/>
                  </a:cubicBezTo>
                  <a:cubicBezTo>
                    <a:pt x="1" y="977"/>
                    <a:pt x="116" y="1085"/>
                    <a:pt x="263" y="1085"/>
                  </a:cubicBezTo>
                  <a:cubicBezTo>
                    <a:pt x="323" y="1085"/>
                    <a:pt x="387" y="1067"/>
                    <a:pt x="452" y="1031"/>
                  </a:cubicBezTo>
                  <a:cubicBezTo>
                    <a:pt x="678" y="906"/>
                    <a:pt x="878" y="580"/>
                    <a:pt x="878" y="304"/>
                  </a:cubicBezTo>
                  <a:cubicBezTo>
                    <a:pt x="878" y="108"/>
                    <a:pt x="763" y="0"/>
                    <a:pt x="6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2" name="Google Shape;2512;p37"/>
            <p:cNvSpPr/>
            <p:nvPr/>
          </p:nvSpPr>
          <p:spPr>
            <a:xfrm>
              <a:off x="5115425" y="131385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16" y="1"/>
                  </a:moveTo>
                  <a:cubicBezTo>
                    <a:pt x="556" y="1"/>
                    <a:pt x="492" y="18"/>
                    <a:pt x="427" y="54"/>
                  </a:cubicBezTo>
                  <a:cubicBezTo>
                    <a:pt x="176" y="179"/>
                    <a:pt x="1" y="480"/>
                    <a:pt x="1" y="781"/>
                  </a:cubicBezTo>
                  <a:cubicBezTo>
                    <a:pt x="1" y="977"/>
                    <a:pt x="90" y="1085"/>
                    <a:pt x="232" y="1085"/>
                  </a:cubicBezTo>
                  <a:cubicBezTo>
                    <a:pt x="289" y="1085"/>
                    <a:pt x="355" y="1067"/>
                    <a:pt x="427" y="1031"/>
                  </a:cubicBezTo>
                  <a:cubicBezTo>
                    <a:pt x="677" y="906"/>
                    <a:pt x="878" y="580"/>
                    <a:pt x="878" y="305"/>
                  </a:cubicBezTo>
                  <a:cubicBezTo>
                    <a:pt x="878" y="108"/>
                    <a:pt x="763" y="1"/>
                    <a:pt x="6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3" name="Google Shape;2513;p37"/>
            <p:cNvSpPr/>
            <p:nvPr/>
          </p:nvSpPr>
          <p:spPr>
            <a:xfrm>
              <a:off x="5115425" y="142412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16" y="1"/>
                  </a:moveTo>
                  <a:cubicBezTo>
                    <a:pt x="556" y="1"/>
                    <a:pt x="492" y="18"/>
                    <a:pt x="427" y="54"/>
                  </a:cubicBezTo>
                  <a:cubicBezTo>
                    <a:pt x="226" y="179"/>
                    <a:pt x="26" y="530"/>
                    <a:pt x="1" y="781"/>
                  </a:cubicBezTo>
                  <a:cubicBezTo>
                    <a:pt x="1" y="977"/>
                    <a:pt x="90" y="1085"/>
                    <a:pt x="232" y="1085"/>
                  </a:cubicBezTo>
                  <a:cubicBezTo>
                    <a:pt x="289" y="1085"/>
                    <a:pt x="355" y="1067"/>
                    <a:pt x="427" y="1031"/>
                  </a:cubicBezTo>
                  <a:cubicBezTo>
                    <a:pt x="677" y="906"/>
                    <a:pt x="878" y="580"/>
                    <a:pt x="878" y="305"/>
                  </a:cubicBezTo>
                  <a:cubicBezTo>
                    <a:pt x="878" y="108"/>
                    <a:pt x="763" y="1"/>
                    <a:pt x="6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4" name="Google Shape;2514;p37"/>
            <p:cNvSpPr/>
            <p:nvPr/>
          </p:nvSpPr>
          <p:spPr>
            <a:xfrm>
              <a:off x="5211300" y="1258100"/>
              <a:ext cx="22575" cy="27125"/>
            </a:xfrm>
            <a:custGeom>
              <a:avLst/>
              <a:gdLst/>
              <a:ahLst/>
              <a:cxnLst/>
              <a:rect l="l" t="t" r="r" b="b"/>
              <a:pathLst>
                <a:path w="903" h="1085" extrusionOk="0">
                  <a:moveTo>
                    <a:pt x="640" y="0"/>
                  </a:moveTo>
                  <a:cubicBezTo>
                    <a:pt x="581" y="0"/>
                    <a:pt x="516" y="17"/>
                    <a:pt x="452" y="53"/>
                  </a:cubicBezTo>
                  <a:cubicBezTo>
                    <a:pt x="201" y="179"/>
                    <a:pt x="0" y="530"/>
                    <a:pt x="25" y="780"/>
                  </a:cubicBezTo>
                  <a:cubicBezTo>
                    <a:pt x="25" y="977"/>
                    <a:pt x="115" y="1084"/>
                    <a:pt x="257" y="1084"/>
                  </a:cubicBezTo>
                  <a:cubicBezTo>
                    <a:pt x="314" y="1084"/>
                    <a:pt x="380" y="1067"/>
                    <a:pt x="452" y="1031"/>
                  </a:cubicBezTo>
                  <a:cubicBezTo>
                    <a:pt x="702" y="905"/>
                    <a:pt x="903" y="580"/>
                    <a:pt x="903" y="304"/>
                  </a:cubicBezTo>
                  <a:cubicBezTo>
                    <a:pt x="903" y="107"/>
                    <a:pt x="788" y="0"/>
                    <a:pt x="6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5" name="Google Shape;2515;p37"/>
            <p:cNvSpPr/>
            <p:nvPr/>
          </p:nvSpPr>
          <p:spPr>
            <a:xfrm>
              <a:off x="5307150" y="1202325"/>
              <a:ext cx="21975" cy="27125"/>
            </a:xfrm>
            <a:custGeom>
              <a:avLst/>
              <a:gdLst/>
              <a:ahLst/>
              <a:cxnLst/>
              <a:rect l="l" t="t" r="r" b="b"/>
              <a:pathLst>
                <a:path w="879" h="1085" extrusionOk="0">
                  <a:moveTo>
                    <a:pt x="625" y="0"/>
                  </a:moveTo>
                  <a:cubicBezTo>
                    <a:pt x="569" y="0"/>
                    <a:pt x="510" y="18"/>
                    <a:pt x="452" y="54"/>
                  </a:cubicBezTo>
                  <a:cubicBezTo>
                    <a:pt x="227" y="179"/>
                    <a:pt x="26" y="530"/>
                    <a:pt x="1" y="781"/>
                  </a:cubicBezTo>
                  <a:cubicBezTo>
                    <a:pt x="1" y="977"/>
                    <a:pt x="116" y="1085"/>
                    <a:pt x="263" y="1085"/>
                  </a:cubicBezTo>
                  <a:cubicBezTo>
                    <a:pt x="323" y="1085"/>
                    <a:pt x="387" y="1067"/>
                    <a:pt x="452" y="1031"/>
                  </a:cubicBezTo>
                  <a:cubicBezTo>
                    <a:pt x="678" y="906"/>
                    <a:pt x="878" y="605"/>
                    <a:pt x="878" y="304"/>
                  </a:cubicBezTo>
                  <a:cubicBezTo>
                    <a:pt x="878" y="108"/>
                    <a:pt x="763" y="0"/>
                    <a:pt x="6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6" name="Google Shape;2516;p37"/>
            <p:cNvSpPr/>
            <p:nvPr/>
          </p:nvSpPr>
          <p:spPr>
            <a:xfrm>
              <a:off x="5307800" y="1313100"/>
              <a:ext cx="21950" cy="26750"/>
            </a:xfrm>
            <a:custGeom>
              <a:avLst/>
              <a:gdLst/>
              <a:ahLst/>
              <a:cxnLst/>
              <a:rect l="l" t="t" r="r" b="b"/>
              <a:pathLst>
                <a:path w="878" h="1070" extrusionOk="0">
                  <a:moveTo>
                    <a:pt x="647" y="1"/>
                  </a:moveTo>
                  <a:cubicBezTo>
                    <a:pt x="587" y="1"/>
                    <a:pt x="520" y="20"/>
                    <a:pt x="451" y="59"/>
                  </a:cubicBezTo>
                  <a:cubicBezTo>
                    <a:pt x="201" y="184"/>
                    <a:pt x="0" y="510"/>
                    <a:pt x="0" y="761"/>
                  </a:cubicBezTo>
                  <a:cubicBezTo>
                    <a:pt x="0" y="969"/>
                    <a:pt x="108" y="1069"/>
                    <a:pt x="250" y="1069"/>
                  </a:cubicBezTo>
                  <a:cubicBezTo>
                    <a:pt x="313" y="1069"/>
                    <a:pt x="382" y="1050"/>
                    <a:pt x="451" y="1011"/>
                  </a:cubicBezTo>
                  <a:cubicBezTo>
                    <a:pt x="702" y="886"/>
                    <a:pt x="877" y="585"/>
                    <a:pt x="877" y="310"/>
                  </a:cubicBezTo>
                  <a:cubicBezTo>
                    <a:pt x="877" y="101"/>
                    <a:pt x="781" y="1"/>
                    <a:pt x="6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7" name="Google Shape;2517;p37"/>
            <p:cNvSpPr/>
            <p:nvPr/>
          </p:nvSpPr>
          <p:spPr>
            <a:xfrm>
              <a:off x="5211300" y="1368375"/>
              <a:ext cx="22575" cy="27125"/>
            </a:xfrm>
            <a:custGeom>
              <a:avLst/>
              <a:gdLst/>
              <a:ahLst/>
              <a:cxnLst/>
              <a:rect l="l" t="t" r="r" b="b"/>
              <a:pathLst>
                <a:path w="903" h="1085" extrusionOk="0">
                  <a:moveTo>
                    <a:pt x="640" y="0"/>
                  </a:moveTo>
                  <a:cubicBezTo>
                    <a:pt x="581" y="0"/>
                    <a:pt x="516" y="17"/>
                    <a:pt x="452" y="53"/>
                  </a:cubicBezTo>
                  <a:cubicBezTo>
                    <a:pt x="226" y="179"/>
                    <a:pt x="0" y="530"/>
                    <a:pt x="25" y="780"/>
                  </a:cubicBezTo>
                  <a:cubicBezTo>
                    <a:pt x="25" y="977"/>
                    <a:pt x="127" y="1084"/>
                    <a:pt x="268" y="1084"/>
                  </a:cubicBezTo>
                  <a:cubicBezTo>
                    <a:pt x="324" y="1084"/>
                    <a:pt x="387" y="1067"/>
                    <a:pt x="452" y="1031"/>
                  </a:cubicBezTo>
                  <a:cubicBezTo>
                    <a:pt x="702" y="906"/>
                    <a:pt x="903" y="605"/>
                    <a:pt x="903" y="304"/>
                  </a:cubicBezTo>
                  <a:cubicBezTo>
                    <a:pt x="903" y="107"/>
                    <a:pt x="788" y="0"/>
                    <a:pt x="6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8" name="Google Shape;2518;p37"/>
            <p:cNvSpPr/>
            <p:nvPr/>
          </p:nvSpPr>
          <p:spPr>
            <a:xfrm>
              <a:off x="4921825" y="1642050"/>
              <a:ext cx="21950" cy="26750"/>
            </a:xfrm>
            <a:custGeom>
              <a:avLst/>
              <a:gdLst/>
              <a:ahLst/>
              <a:cxnLst/>
              <a:rect l="l" t="t" r="r" b="b"/>
              <a:pathLst>
                <a:path w="878" h="1070" extrusionOk="0">
                  <a:moveTo>
                    <a:pt x="636" y="1"/>
                  </a:moveTo>
                  <a:cubicBezTo>
                    <a:pt x="577" y="1"/>
                    <a:pt x="513" y="20"/>
                    <a:pt x="452" y="59"/>
                  </a:cubicBezTo>
                  <a:cubicBezTo>
                    <a:pt x="201" y="184"/>
                    <a:pt x="0" y="510"/>
                    <a:pt x="0" y="761"/>
                  </a:cubicBezTo>
                  <a:cubicBezTo>
                    <a:pt x="0" y="969"/>
                    <a:pt x="109" y="1069"/>
                    <a:pt x="251" y="1069"/>
                  </a:cubicBezTo>
                  <a:cubicBezTo>
                    <a:pt x="313" y="1069"/>
                    <a:pt x="382" y="1050"/>
                    <a:pt x="452" y="1011"/>
                  </a:cubicBezTo>
                  <a:cubicBezTo>
                    <a:pt x="702" y="886"/>
                    <a:pt x="878" y="585"/>
                    <a:pt x="878" y="309"/>
                  </a:cubicBezTo>
                  <a:cubicBezTo>
                    <a:pt x="878" y="101"/>
                    <a:pt x="769" y="1"/>
                    <a:pt x="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9" name="Google Shape;2519;p37"/>
            <p:cNvSpPr/>
            <p:nvPr/>
          </p:nvSpPr>
          <p:spPr>
            <a:xfrm>
              <a:off x="5018325" y="1586400"/>
              <a:ext cx="21950" cy="27150"/>
            </a:xfrm>
            <a:custGeom>
              <a:avLst/>
              <a:gdLst/>
              <a:ahLst/>
              <a:cxnLst/>
              <a:rect l="l" t="t" r="r" b="b"/>
              <a:pathLst>
                <a:path w="878" h="1086" extrusionOk="0">
                  <a:moveTo>
                    <a:pt x="615" y="1"/>
                  </a:moveTo>
                  <a:cubicBezTo>
                    <a:pt x="556" y="1"/>
                    <a:pt x="491" y="18"/>
                    <a:pt x="426" y="54"/>
                  </a:cubicBezTo>
                  <a:cubicBezTo>
                    <a:pt x="175" y="180"/>
                    <a:pt x="0" y="480"/>
                    <a:pt x="0" y="781"/>
                  </a:cubicBezTo>
                  <a:cubicBezTo>
                    <a:pt x="0" y="978"/>
                    <a:pt x="89" y="1085"/>
                    <a:pt x="231" y="1085"/>
                  </a:cubicBezTo>
                  <a:cubicBezTo>
                    <a:pt x="288" y="1085"/>
                    <a:pt x="354" y="1068"/>
                    <a:pt x="426" y="1032"/>
                  </a:cubicBezTo>
                  <a:cubicBezTo>
                    <a:pt x="677" y="906"/>
                    <a:pt x="877" y="581"/>
                    <a:pt x="877" y="305"/>
                  </a:cubicBezTo>
                  <a:cubicBezTo>
                    <a:pt x="877" y="108"/>
                    <a:pt x="763" y="1"/>
                    <a:pt x="6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0" name="Google Shape;2520;p37"/>
            <p:cNvSpPr/>
            <p:nvPr/>
          </p:nvSpPr>
          <p:spPr>
            <a:xfrm>
              <a:off x="5114800" y="1530650"/>
              <a:ext cx="21325" cy="27125"/>
            </a:xfrm>
            <a:custGeom>
              <a:avLst/>
              <a:gdLst/>
              <a:ahLst/>
              <a:cxnLst/>
              <a:rect l="l" t="t" r="r" b="b"/>
              <a:pathLst>
                <a:path w="853" h="1085" extrusionOk="0">
                  <a:moveTo>
                    <a:pt x="611" y="0"/>
                  </a:moveTo>
                  <a:cubicBezTo>
                    <a:pt x="554" y="0"/>
                    <a:pt x="491" y="18"/>
                    <a:pt x="427" y="54"/>
                  </a:cubicBezTo>
                  <a:cubicBezTo>
                    <a:pt x="176" y="179"/>
                    <a:pt x="1" y="530"/>
                    <a:pt x="1" y="780"/>
                  </a:cubicBezTo>
                  <a:cubicBezTo>
                    <a:pt x="1" y="977"/>
                    <a:pt x="90" y="1084"/>
                    <a:pt x="232" y="1084"/>
                  </a:cubicBezTo>
                  <a:cubicBezTo>
                    <a:pt x="289" y="1084"/>
                    <a:pt x="355" y="1067"/>
                    <a:pt x="427" y="1031"/>
                  </a:cubicBezTo>
                  <a:cubicBezTo>
                    <a:pt x="677" y="906"/>
                    <a:pt x="853" y="580"/>
                    <a:pt x="853" y="304"/>
                  </a:cubicBezTo>
                  <a:cubicBezTo>
                    <a:pt x="853" y="108"/>
                    <a:pt x="751" y="0"/>
                    <a:pt x="6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1" name="Google Shape;2521;p37"/>
            <p:cNvSpPr/>
            <p:nvPr/>
          </p:nvSpPr>
          <p:spPr>
            <a:xfrm>
              <a:off x="5210050" y="147487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1"/>
                  </a:moveTo>
                  <a:cubicBezTo>
                    <a:pt x="568" y="1"/>
                    <a:pt x="509" y="18"/>
                    <a:pt x="451" y="54"/>
                  </a:cubicBezTo>
                  <a:cubicBezTo>
                    <a:pt x="226" y="179"/>
                    <a:pt x="0" y="505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1" y="1032"/>
                  </a:cubicBezTo>
                  <a:cubicBezTo>
                    <a:pt x="677" y="906"/>
                    <a:pt x="877" y="605"/>
                    <a:pt x="877" y="305"/>
                  </a:cubicBezTo>
                  <a:cubicBezTo>
                    <a:pt x="877" y="108"/>
                    <a:pt x="763" y="1"/>
                    <a:pt x="6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2" name="Google Shape;2522;p37"/>
            <p:cNvSpPr/>
            <p:nvPr/>
          </p:nvSpPr>
          <p:spPr>
            <a:xfrm>
              <a:off x="5306525" y="1419625"/>
              <a:ext cx="21975" cy="26725"/>
            </a:xfrm>
            <a:custGeom>
              <a:avLst/>
              <a:gdLst/>
              <a:ahLst/>
              <a:cxnLst/>
              <a:rect l="l" t="t" r="r" b="b"/>
              <a:pathLst>
                <a:path w="879" h="1069" extrusionOk="0">
                  <a:moveTo>
                    <a:pt x="628" y="1"/>
                  </a:moveTo>
                  <a:cubicBezTo>
                    <a:pt x="565" y="1"/>
                    <a:pt x="496" y="20"/>
                    <a:pt x="427" y="59"/>
                  </a:cubicBezTo>
                  <a:cubicBezTo>
                    <a:pt x="226" y="184"/>
                    <a:pt x="1" y="485"/>
                    <a:pt x="1" y="760"/>
                  </a:cubicBezTo>
                  <a:cubicBezTo>
                    <a:pt x="1" y="969"/>
                    <a:pt x="97" y="1069"/>
                    <a:pt x="232" y="1069"/>
                  </a:cubicBezTo>
                  <a:cubicBezTo>
                    <a:pt x="291" y="1069"/>
                    <a:pt x="358" y="1049"/>
                    <a:pt x="427" y="1011"/>
                  </a:cubicBezTo>
                  <a:cubicBezTo>
                    <a:pt x="678" y="886"/>
                    <a:pt x="878" y="585"/>
                    <a:pt x="878" y="309"/>
                  </a:cubicBezTo>
                  <a:cubicBezTo>
                    <a:pt x="878" y="101"/>
                    <a:pt x="770" y="1"/>
                    <a:pt x="6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23" name="Google Shape;2523;p37"/>
          <p:cNvGrpSpPr/>
          <p:nvPr/>
        </p:nvGrpSpPr>
        <p:grpSpPr>
          <a:xfrm flipH="1">
            <a:off x="-2745382" y="-1156777"/>
            <a:ext cx="4017967" cy="3644766"/>
            <a:chOff x="3166062" y="1034326"/>
            <a:chExt cx="6010422" cy="5452155"/>
          </a:xfrm>
        </p:grpSpPr>
        <p:sp>
          <p:nvSpPr>
            <p:cNvPr id="2524" name="Google Shape;2524;p37"/>
            <p:cNvSpPr/>
            <p:nvPr/>
          </p:nvSpPr>
          <p:spPr>
            <a:xfrm>
              <a:off x="3234090" y="1157235"/>
              <a:ext cx="5942394" cy="5329246"/>
            </a:xfrm>
            <a:custGeom>
              <a:avLst/>
              <a:gdLst/>
              <a:ahLst/>
              <a:cxnLst/>
              <a:rect l="l" t="t" r="r" b="b"/>
              <a:pathLst>
                <a:path w="90413" h="81084" extrusionOk="0">
                  <a:moveTo>
                    <a:pt x="90412" y="1"/>
                  </a:moveTo>
                  <a:lnTo>
                    <a:pt x="3084" y="50747"/>
                  </a:lnTo>
                  <a:cubicBezTo>
                    <a:pt x="1293" y="51801"/>
                    <a:pt x="239" y="51702"/>
                    <a:pt x="0" y="53075"/>
                  </a:cubicBezTo>
                  <a:lnTo>
                    <a:pt x="0" y="55104"/>
                  </a:lnTo>
                  <a:cubicBezTo>
                    <a:pt x="20" y="56675"/>
                    <a:pt x="1055" y="58247"/>
                    <a:pt x="3123" y="59440"/>
                  </a:cubicBezTo>
                  <a:lnTo>
                    <a:pt x="40641" y="81083"/>
                  </a:lnTo>
                  <a:lnTo>
                    <a:pt x="88642" y="81083"/>
                  </a:lnTo>
                  <a:cubicBezTo>
                    <a:pt x="89617" y="81083"/>
                    <a:pt x="90412" y="80288"/>
                    <a:pt x="90412" y="79313"/>
                  </a:cubicBezTo>
                  <a:lnTo>
                    <a:pt x="9041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5" name="Google Shape;2525;p37"/>
            <p:cNvSpPr/>
            <p:nvPr/>
          </p:nvSpPr>
          <p:spPr>
            <a:xfrm>
              <a:off x="3166062" y="1034326"/>
              <a:ext cx="6010420" cy="5452152"/>
            </a:xfrm>
            <a:custGeom>
              <a:avLst/>
              <a:gdLst/>
              <a:ahLst/>
              <a:cxnLst/>
              <a:rect l="l" t="t" r="r" b="b"/>
              <a:pathLst>
                <a:path w="91448" h="82954" extrusionOk="0">
                  <a:moveTo>
                    <a:pt x="91447" y="1"/>
                  </a:moveTo>
                  <a:lnTo>
                    <a:pt x="4119" y="50767"/>
                  </a:lnTo>
                  <a:cubicBezTo>
                    <a:pt x="1" y="53154"/>
                    <a:pt x="21" y="57033"/>
                    <a:pt x="4158" y="59440"/>
                  </a:cubicBezTo>
                  <a:lnTo>
                    <a:pt x="44899" y="82953"/>
                  </a:lnTo>
                  <a:lnTo>
                    <a:pt x="89677" y="82953"/>
                  </a:lnTo>
                  <a:cubicBezTo>
                    <a:pt x="90652" y="82953"/>
                    <a:pt x="91447" y="82158"/>
                    <a:pt x="91447" y="81183"/>
                  </a:cubicBezTo>
                  <a:lnTo>
                    <a:pt x="9144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2528" name="Google Shape;2528;p37"/>
          <p:cNvCxnSpPr/>
          <p:nvPr/>
        </p:nvCxnSpPr>
        <p:spPr>
          <a:xfrm>
            <a:off x="7904150" y="3647950"/>
            <a:ext cx="18285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4" name="Title 1">
            <a:extLst>
              <a:ext uri="{FF2B5EF4-FFF2-40B4-BE49-F238E27FC236}">
                <a16:creationId xmlns:a16="http://schemas.microsoft.com/office/drawing/2014/main" id="{56EA7134-F1FE-15A4-3649-B16F01CDB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091" y="-90368"/>
            <a:ext cx="10353762" cy="970450"/>
          </a:xfrm>
        </p:spPr>
        <p:txBody>
          <a:bodyPr/>
          <a:lstStyle/>
          <a:p>
            <a:pPr algn="l"/>
            <a:r>
              <a:rPr lang="en-IN" b="1" dirty="0">
                <a:latin typeface="BankGothic Lt BT" panose="020B0607020203060204" pitchFamily="34" charset="0"/>
              </a:rPr>
              <a:t>Filters (Slicers)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4B6609B-4D84-3ACA-5A58-9C3108BF3B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091" y="663679"/>
            <a:ext cx="8325883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b="1" u="sng" dirty="0">
                <a:solidFill>
                  <a:schemeClr val="tx1"/>
                </a:solidFill>
                <a:latin typeface="BankGothic Lt BT" panose="020B0607020203060204" pitchFamily="34" charset="0"/>
              </a:rPr>
              <a:t>Description:</a:t>
            </a:r>
            <a:br>
              <a:rPr lang="en-US" altLang="en-US" dirty="0">
                <a:solidFill>
                  <a:schemeClr val="tx1"/>
                </a:solidFill>
                <a:latin typeface="BankGothic Lt BT" panose="020B0607020203060204" pitchFamily="34" charset="0"/>
              </a:rPr>
            </a:br>
            <a:r>
              <a:rPr lang="en-US" altLang="en-US" dirty="0">
                <a:solidFill>
                  <a:schemeClr val="tx1"/>
                </a:solidFill>
                <a:latin typeface="BankGothic Lt BT" panose="020B0607020203060204" pitchFamily="34" charset="0"/>
              </a:rPr>
              <a:t>Interactive slicers allow filtering data by </a:t>
            </a:r>
            <a:r>
              <a:rPr lang="en-US" altLang="en-US" b="1" dirty="0">
                <a:solidFill>
                  <a:schemeClr val="tx1"/>
                </a:solidFill>
                <a:latin typeface="BankGothic Lt BT" panose="020B0607020203060204" pitchFamily="34" charset="0"/>
              </a:rPr>
              <a:t>Month</a:t>
            </a:r>
            <a:r>
              <a:rPr lang="en-US" altLang="en-US" dirty="0">
                <a:solidFill>
                  <a:schemeClr val="tx1"/>
                </a:solidFill>
                <a:latin typeface="BankGothic Lt BT" panose="020B0607020203060204" pitchFamily="34" charset="0"/>
              </a:rPr>
              <a:t>, </a:t>
            </a:r>
            <a:r>
              <a:rPr lang="en-US" altLang="en-US" b="1" dirty="0">
                <a:solidFill>
                  <a:schemeClr val="tx1"/>
                </a:solidFill>
                <a:latin typeface="BankGothic Lt BT" panose="020B0607020203060204" pitchFamily="34" charset="0"/>
              </a:rPr>
              <a:t>Location</a:t>
            </a:r>
            <a:r>
              <a:rPr lang="en-US" altLang="en-US" dirty="0">
                <a:solidFill>
                  <a:schemeClr val="tx1"/>
                </a:solidFill>
                <a:latin typeface="BankGothic Lt BT" panose="020B0607020203060204" pitchFamily="34" charset="0"/>
              </a:rPr>
              <a:t>, and </a:t>
            </a:r>
            <a:r>
              <a:rPr lang="en-US" altLang="en-US" b="1" dirty="0">
                <a:solidFill>
                  <a:schemeClr val="tx1"/>
                </a:solidFill>
                <a:latin typeface="BankGothic Lt BT" panose="020B0607020203060204" pitchFamily="34" charset="0"/>
              </a:rPr>
              <a:t>Gender</a:t>
            </a:r>
            <a:r>
              <a:rPr lang="en-US" altLang="en-US" dirty="0">
                <a:solidFill>
                  <a:schemeClr val="tx1"/>
                </a:solidFill>
                <a:latin typeface="BankGothic Lt BT" panose="020B0607020203060204" pitchFamily="34" charset="0"/>
              </a:rPr>
              <a:t> to dynamically update the dashboard.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lang="en-US" altLang="en-US" dirty="0">
              <a:solidFill>
                <a:schemeClr val="tx1"/>
              </a:solidFill>
              <a:latin typeface="BankGothic Lt BT" panose="020B0607020203060204" pitchFamily="34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b="1" u="sng" dirty="0">
                <a:solidFill>
                  <a:schemeClr val="tx1"/>
                </a:solidFill>
                <a:latin typeface="BankGothic Lt BT" panose="020B0607020203060204" pitchFamily="34" charset="0"/>
              </a:rPr>
              <a:t>Key Insight:</a:t>
            </a:r>
            <a:endParaRPr lang="en-US" altLang="en-US" u="sng" dirty="0">
              <a:solidFill>
                <a:schemeClr val="tx1"/>
              </a:solidFill>
              <a:latin typeface="BankGothic Lt BT" panose="020B0607020203060204" pitchFamily="34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BankGothic Lt BT" panose="020B0607020203060204" pitchFamily="34" charset="0"/>
              </a:rPr>
              <a:t>Enhances interactivity and allows focused analysis.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F7754CD-C6D2-6E60-A858-AECD4F7A4F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118" y="2733071"/>
            <a:ext cx="4169780" cy="2243924"/>
          </a:xfrm>
          <a:prstGeom prst="rect">
            <a:avLst/>
          </a:prstGeom>
        </p:spPr>
      </p:pic>
      <p:pic>
        <p:nvPicPr>
          <p:cNvPr id="7" name="Graphic 5">
            <a:extLst>
              <a:ext uri="{FF2B5EF4-FFF2-40B4-BE49-F238E27FC236}">
                <a16:creationId xmlns:a16="http://schemas.microsoft.com/office/drawing/2014/main" id="{EA594C8E-C017-98ED-0966-009F9F3F0B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2976" y="1928182"/>
            <a:ext cx="1995487" cy="2614340"/>
          </a:xfrm>
          <a:custGeom>
            <a:avLst/>
            <a:gdLst>
              <a:gd name="connsiteX0" fmla="*/ 0 w 1995487"/>
              <a:gd name="connsiteY0" fmla="*/ 0 h 2614340"/>
              <a:gd name="connsiteX1" fmla="*/ 1995487 w 1995487"/>
              <a:gd name="connsiteY1" fmla="*/ 0 h 2614340"/>
              <a:gd name="connsiteX2" fmla="*/ 1995487 w 1995487"/>
              <a:gd name="connsiteY2" fmla="*/ 2614340 h 2614340"/>
              <a:gd name="connsiteX3" fmla="*/ 0 w 1995487"/>
              <a:gd name="connsiteY3" fmla="*/ 2614340 h 2614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95487" h="2614340">
                <a:moveTo>
                  <a:pt x="0" y="0"/>
                </a:moveTo>
                <a:lnTo>
                  <a:pt x="1995487" y="0"/>
                </a:lnTo>
                <a:lnTo>
                  <a:pt x="1995487" y="2614340"/>
                </a:lnTo>
                <a:lnTo>
                  <a:pt x="0" y="2614340"/>
                </a:lnTo>
                <a:close/>
              </a:path>
            </a:pathLst>
          </a:custGeom>
          <a:ln>
            <a:solidFill>
              <a:schemeClr val="bg1"/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9" name="Google Shape;2599;p39"/>
          <p:cNvSpPr/>
          <p:nvPr/>
        </p:nvSpPr>
        <p:spPr>
          <a:xfrm rot="10800000" flipH="1">
            <a:off x="6461350" y="1986775"/>
            <a:ext cx="946800" cy="11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0" name="Google Shape;2600;p39"/>
          <p:cNvSpPr/>
          <p:nvPr/>
        </p:nvSpPr>
        <p:spPr>
          <a:xfrm>
            <a:off x="2334250" y="2257277"/>
            <a:ext cx="4600500" cy="229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24" name="Google Shape;2624;p39"/>
          <p:cNvGrpSpPr/>
          <p:nvPr/>
        </p:nvGrpSpPr>
        <p:grpSpPr>
          <a:xfrm>
            <a:off x="7603891" y="3653411"/>
            <a:ext cx="593164" cy="1161172"/>
            <a:chOff x="4921825" y="870250"/>
            <a:chExt cx="407925" cy="798550"/>
          </a:xfrm>
        </p:grpSpPr>
        <p:sp>
          <p:nvSpPr>
            <p:cNvPr id="2625" name="Google Shape;2625;p39"/>
            <p:cNvSpPr/>
            <p:nvPr/>
          </p:nvSpPr>
          <p:spPr>
            <a:xfrm>
              <a:off x="4921825" y="109267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0"/>
                  </a:moveTo>
                  <a:cubicBezTo>
                    <a:pt x="569" y="0"/>
                    <a:pt x="509" y="18"/>
                    <a:pt x="452" y="54"/>
                  </a:cubicBezTo>
                  <a:cubicBezTo>
                    <a:pt x="201" y="179"/>
                    <a:pt x="0" y="530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2" y="1031"/>
                  </a:cubicBezTo>
                  <a:cubicBezTo>
                    <a:pt x="702" y="906"/>
                    <a:pt x="878" y="580"/>
                    <a:pt x="878" y="304"/>
                  </a:cubicBezTo>
                  <a:cubicBezTo>
                    <a:pt x="878" y="108"/>
                    <a:pt x="763" y="0"/>
                    <a:pt x="6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6" name="Google Shape;2626;p39"/>
            <p:cNvSpPr/>
            <p:nvPr/>
          </p:nvSpPr>
          <p:spPr>
            <a:xfrm>
              <a:off x="5018325" y="1037425"/>
              <a:ext cx="21950" cy="26725"/>
            </a:xfrm>
            <a:custGeom>
              <a:avLst/>
              <a:gdLst/>
              <a:ahLst/>
              <a:cxnLst/>
              <a:rect l="l" t="t" r="r" b="b"/>
              <a:pathLst>
                <a:path w="878" h="1069" extrusionOk="0">
                  <a:moveTo>
                    <a:pt x="627" y="0"/>
                  </a:moveTo>
                  <a:cubicBezTo>
                    <a:pt x="564" y="0"/>
                    <a:pt x="495" y="20"/>
                    <a:pt x="426" y="58"/>
                  </a:cubicBezTo>
                  <a:cubicBezTo>
                    <a:pt x="175" y="209"/>
                    <a:pt x="0" y="509"/>
                    <a:pt x="0" y="760"/>
                  </a:cubicBezTo>
                  <a:cubicBezTo>
                    <a:pt x="0" y="969"/>
                    <a:pt x="96" y="1069"/>
                    <a:pt x="231" y="1069"/>
                  </a:cubicBezTo>
                  <a:cubicBezTo>
                    <a:pt x="290" y="1069"/>
                    <a:pt x="357" y="1049"/>
                    <a:pt x="426" y="1011"/>
                  </a:cubicBezTo>
                  <a:cubicBezTo>
                    <a:pt x="677" y="885"/>
                    <a:pt x="877" y="585"/>
                    <a:pt x="877" y="309"/>
                  </a:cubicBezTo>
                  <a:cubicBezTo>
                    <a:pt x="877" y="100"/>
                    <a:pt x="769" y="0"/>
                    <a:pt x="6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7" name="Google Shape;2627;p39"/>
            <p:cNvSpPr/>
            <p:nvPr/>
          </p:nvSpPr>
          <p:spPr>
            <a:xfrm>
              <a:off x="5114800" y="981775"/>
              <a:ext cx="21325" cy="26900"/>
            </a:xfrm>
            <a:custGeom>
              <a:avLst/>
              <a:gdLst/>
              <a:ahLst/>
              <a:cxnLst/>
              <a:rect l="l" t="t" r="r" b="b"/>
              <a:pathLst>
                <a:path w="853" h="1076" extrusionOk="0">
                  <a:moveTo>
                    <a:pt x="611" y="0"/>
                  </a:moveTo>
                  <a:cubicBezTo>
                    <a:pt x="554" y="0"/>
                    <a:pt x="491" y="18"/>
                    <a:pt x="427" y="54"/>
                  </a:cubicBezTo>
                  <a:cubicBezTo>
                    <a:pt x="176" y="204"/>
                    <a:pt x="1" y="530"/>
                    <a:pt x="1" y="780"/>
                  </a:cubicBezTo>
                  <a:cubicBezTo>
                    <a:pt x="1" y="969"/>
                    <a:pt x="95" y="1076"/>
                    <a:pt x="227" y="1076"/>
                  </a:cubicBezTo>
                  <a:cubicBezTo>
                    <a:pt x="287" y="1076"/>
                    <a:pt x="356" y="1053"/>
                    <a:pt x="427" y="1006"/>
                  </a:cubicBezTo>
                  <a:cubicBezTo>
                    <a:pt x="677" y="906"/>
                    <a:pt x="853" y="580"/>
                    <a:pt x="853" y="304"/>
                  </a:cubicBezTo>
                  <a:cubicBezTo>
                    <a:pt x="853" y="108"/>
                    <a:pt x="751" y="0"/>
                    <a:pt x="6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8" name="Google Shape;2628;p39"/>
            <p:cNvSpPr/>
            <p:nvPr/>
          </p:nvSpPr>
          <p:spPr>
            <a:xfrm>
              <a:off x="5210050" y="92600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1"/>
                  </a:moveTo>
                  <a:cubicBezTo>
                    <a:pt x="568" y="1"/>
                    <a:pt x="509" y="18"/>
                    <a:pt x="451" y="54"/>
                  </a:cubicBezTo>
                  <a:cubicBezTo>
                    <a:pt x="226" y="204"/>
                    <a:pt x="0" y="505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1" y="1032"/>
                  </a:cubicBezTo>
                  <a:cubicBezTo>
                    <a:pt x="677" y="906"/>
                    <a:pt x="877" y="580"/>
                    <a:pt x="877" y="305"/>
                  </a:cubicBezTo>
                  <a:cubicBezTo>
                    <a:pt x="877" y="108"/>
                    <a:pt x="763" y="1"/>
                    <a:pt x="6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9" name="Google Shape;2629;p39"/>
            <p:cNvSpPr/>
            <p:nvPr/>
          </p:nvSpPr>
          <p:spPr>
            <a:xfrm>
              <a:off x="5306525" y="870250"/>
              <a:ext cx="21975" cy="27125"/>
            </a:xfrm>
            <a:custGeom>
              <a:avLst/>
              <a:gdLst/>
              <a:ahLst/>
              <a:cxnLst/>
              <a:rect l="l" t="t" r="r" b="b"/>
              <a:pathLst>
                <a:path w="879" h="1085" extrusionOk="0">
                  <a:moveTo>
                    <a:pt x="616" y="0"/>
                  </a:moveTo>
                  <a:cubicBezTo>
                    <a:pt x="556" y="0"/>
                    <a:pt x="492" y="18"/>
                    <a:pt x="427" y="53"/>
                  </a:cubicBezTo>
                  <a:cubicBezTo>
                    <a:pt x="226" y="229"/>
                    <a:pt x="1" y="505"/>
                    <a:pt x="1" y="780"/>
                  </a:cubicBezTo>
                  <a:cubicBezTo>
                    <a:pt x="1" y="977"/>
                    <a:pt x="103" y="1084"/>
                    <a:pt x="243" y="1084"/>
                  </a:cubicBezTo>
                  <a:cubicBezTo>
                    <a:pt x="300" y="1084"/>
                    <a:pt x="362" y="1067"/>
                    <a:pt x="427" y="1031"/>
                  </a:cubicBezTo>
                  <a:cubicBezTo>
                    <a:pt x="678" y="906"/>
                    <a:pt x="878" y="605"/>
                    <a:pt x="878" y="304"/>
                  </a:cubicBezTo>
                  <a:cubicBezTo>
                    <a:pt x="878" y="108"/>
                    <a:pt x="763" y="0"/>
                    <a:pt x="6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0" name="Google Shape;2630;p39"/>
            <p:cNvSpPr/>
            <p:nvPr/>
          </p:nvSpPr>
          <p:spPr>
            <a:xfrm>
              <a:off x="4921825" y="1203450"/>
              <a:ext cx="21950" cy="26750"/>
            </a:xfrm>
            <a:custGeom>
              <a:avLst/>
              <a:gdLst/>
              <a:ahLst/>
              <a:cxnLst/>
              <a:rect l="l" t="t" r="r" b="b"/>
              <a:pathLst>
                <a:path w="878" h="1070" extrusionOk="0">
                  <a:moveTo>
                    <a:pt x="636" y="1"/>
                  </a:moveTo>
                  <a:cubicBezTo>
                    <a:pt x="577" y="1"/>
                    <a:pt x="513" y="20"/>
                    <a:pt x="452" y="59"/>
                  </a:cubicBezTo>
                  <a:cubicBezTo>
                    <a:pt x="226" y="209"/>
                    <a:pt x="25" y="510"/>
                    <a:pt x="0" y="761"/>
                  </a:cubicBezTo>
                  <a:cubicBezTo>
                    <a:pt x="0" y="969"/>
                    <a:pt x="109" y="1069"/>
                    <a:pt x="251" y="1069"/>
                  </a:cubicBezTo>
                  <a:cubicBezTo>
                    <a:pt x="313" y="1069"/>
                    <a:pt x="382" y="1050"/>
                    <a:pt x="452" y="1011"/>
                  </a:cubicBezTo>
                  <a:cubicBezTo>
                    <a:pt x="702" y="886"/>
                    <a:pt x="878" y="585"/>
                    <a:pt x="878" y="310"/>
                  </a:cubicBezTo>
                  <a:cubicBezTo>
                    <a:pt x="878" y="101"/>
                    <a:pt x="769" y="1"/>
                    <a:pt x="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1" name="Google Shape;2631;p39"/>
            <p:cNvSpPr/>
            <p:nvPr/>
          </p:nvSpPr>
          <p:spPr>
            <a:xfrm>
              <a:off x="4922450" y="131385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35" y="1"/>
                  </a:moveTo>
                  <a:cubicBezTo>
                    <a:pt x="579" y="1"/>
                    <a:pt x="516" y="18"/>
                    <a:pt x="452" y="54"/>
                  </a:cubicBezTo>
                  <a:cubicBezTo>
                    <a:pt x="201" y="204"/>
                    <a:pt x="0" y="530"/>
                    <a:pt x="0" y="781"/>
                  </a:cubicBezTo>
                  <a:cubicBezTo>
                    <a:pt x="0" y="977"/>
                    <a:pt x="102" y="1085"/>
                    <a:pt x="252" y="1085"/>
                  </a:cubicBezTo>
                  <a:cubicBezTo>
                    <a:pt x="312" y="1085"/>
                    <a:pt x="380" y="1067"/>
                    <a:pt x="452" y="1031"/>
                  </a:cubicBezTo>
                  <a:cubicBezTo>
                    <a:pt x="702" y="906"/>
                    <a:pt x="878" y="580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2" name="Google Shape;2632;p39"/>
            <p:cNvSpPr/>
            <p:nvPr/>
          </p:nvSpPr>
          <p:spPr>
            <a:xfrm>
              <a:off x="4922450" y="142475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35" y="1"/>
                  </a:moveTo>
                  <a:cubicBezTo>
                    <a:pt x="579" y="1"/>
                    <a:pt x="516" y="18"/>
                    <a:pt x="452" y="54"/>
                  </a:cubicBezTo>
                  <a:cubicBezTo>
                    <a:pt x="226" y="179"/>
                    <a:pt x="51" y="505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2" y="1032"/>
                  </a:cubicBezTo>
                  <a:cubicBezTo>
                    <a:pt x="702" y="906"/>
                    <a:pt x="878" y="605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3" name="Google Shape;2633;p39"/>
            <p:cNvSpPr/>
            <p:nvPr/>
          </p:nvSpPr>
          <p:spPr>
            <a:xfrm>
              <a:off x="4923700" y="1535550"/>
              <a:ext cx="21325" cy="26725"/>
            </a:xfrm>
            <a:custGeom>
              <a:avLst/>
              <a:gdLst/>
              <a:ahLst/>
              <a:cxnLst/>
              <a:rect l="l" t="t" r="r" b="b"/>
              <a:pathLst>
                <a:path w="853" h="1069" extrusionOk="0">
                  <a:moveTo>
                    <a:pt x="622" y="0"/>
                  </a:moveTo>
                  <a:cubicBezTo>
                    <a:pt x="563" y="0"/>
                    <a:pt x="496" y="20"/>
                    <a:pt x="427" y="58"/>
                  </a:cubicBezTo>
                  <a:cubicBezTo>
                    <a:pt x="176" y="183"/>
                    <a:pt x="1" y="484"/>
                    <a:pt x="1" y="760"/>
                  </a:cubicBezTo>
                  <a:cubicBezTo>
                    <a:pt x="1" y="968"/>
                    <a:pt x="97" y="1069"/>
                    <a:pt x="231" y="1069"/>
                  </a:cubicBezTo>
                  <a:cubicBezTo>
                    <a:pt x="291" y="1069"/>
                    <a:pt x="357" y="1049"/>
                    <a:pt x="427" y="1011"/>
                  </a:cubicBezTo>
                  <a:cubicBezTo>
                    <a:pt x="677" y="885"/>
                    <a:pt x="853" y="584"/>
                    <a:pt x="853" y="309"/>
                  </a:cubicBezTo>
                  <a:cubicBezTo>
                    <a:pt x="853" y="100"/>
                    <a:pt x="756" y="0"/>
                    <a:pt x="6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4" name="Google Shape;2634;p39"/>
            <p:cNvSpPr/>
            <p:nvPr/>
          </p:nvSpPr>
          <p:spPr>
            <a:xfrm>
              <a:off x="5018325" y="1147800"/>
              <a:ext cx="21950" cy="27150"/>
            </a:xfrm>
            <a:custGeom>
              <a:avLst/>
              <a:gdLst/>
              <a:ahLst/>
              <a:cxnLst/>
              <a:rect l="l" t="t" r="r" b="b"/>
              <a:pathLst>
                <a:path w="878" h="1086" extrusionOk="0">
                  <a:moveTo>
                    <a:pt x="615" y="1"/>
                  </a:moveTo>
                  <a:cubicBezTo>
                    <a:pt x="556" y="1"/>
                    <a:pt x="491" y="18"/>
                    <a:pt x="426" y="54"/>
                  </a:cubicBezTo>
                  <a:cubicBezTo>
                    <a:pt x="201" y="205"/>
                    <a:pt x="0" y="480"/>
                    <a:pt x="0" y="781"/>
                  </a:cubicBezTo>
                  <a:cubicBezTo>
                    <a:pt x="0" y="978"/>
                    <a:pt x="102" y="1085"/>
                    <a:pt x="242" y="1085"/>
                  </a:cubicBezTo>
                  <a:cubicBezTo>
                    <a:pt x="299" y="1085"/>
                    <a:pt x="361" y="1068"/>
                    <a:pt x="426" y="1032"/>
                  </a:cubicBezTo>
                  <a:cubicBezTo>
                    <a:pt x="677" y="906"/>
                    <a:pt x="877" y="581"/>
                    <a:pt x="877" y="305"/>
                  </a:cubicBezTo>
                  <a:cubicBezTo>
                    <a:pt x="877" y="108"/>
                    <a:pt x="763" y="1"/>
                    <a:pt x="6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5" name="Google Shape;2635;p39"/>
            <p:cNvSpPr/>
            <p:nvPr/>
          </p:nvSpPr>
          <p:spPr>
            <a:xfrm>
              <a:off x="5114800" y="1092050"/>
              <a:ext cx="21325" cy="27125"/>
            </a:xfrm>
            <a:custGeom>
              <a:avLst/>
              <a:gdLst/>
              <a:ahLst/>
              <a:cxnLst/>
              <a:rect l="l" t="t" r="r" b="b"/>
              <a:pathLst>
                <a:path w="853" h="1085" extrusionOk="0">
                  <a:moveTo>
                    <a:pt x="611" y="0"/>
                  </a:moveTo>
                  <a:cubicBezTo>
                    <a:pt x="554" y="0"/>
                    <a:pt x="491" y="18"/>
                    <a:pt x="427" y="54"/>
                  </a:cubicBezTo>
                  <a:cubicBezTo>
                    <a:pt x="201" y="204"/>
                    <a:pt x="1" y="530"/>
                    <a:pt x="1" y="781"/>
                  </a:cubicBezTo>
                  <a:cubicBezTo>
                    <a:pt x="1" y="977"/>
                    <a:pt x="103" y="1085"/>
                    <a:pt x="243" y="1085"/>
                  </a:cubicBezTo>
                  <a:cubicBezTo>
                    <a:pt x="299" y="1085"/>
                    <a:pt x="362" y="1067"/>
                    <a:pt x="427" y="1031"/>
                  </a:cubicBezTo>
                  <a:cubicBezTo>
                    <a:pt x="677" y="906"/>
                    <a:pt x="853" y="580"/>
                    <a:pt x="853" y="304"/>
                  </a:cubicBezTo>
                  <a:cubicBezTo>
                    <a:pt x="853" y="108"/>
                    <a:pt x="751" y="0"/>
                    <a:pt x="6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6" name="Google Shape;2636;p39"/>
            <p:cNvSpPr/>
            <p:nvPr/>
          </p:nvSpPr>
          <p:spPr>
            <a:xfrm>
              <a:off x="5210675" y="103627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35" y="1"/>
                  </a:moveTo>
                  <a:cubicBezTo>
                    <a:pt x="579" y="1"/>
                    <a:pt x="516" y="18"/>
                    <a:pt x="451" y="54"/>
                  </a:cubicBezTo>
                  <a:cubicBezTo>
                    <a:pt x="201" y="230"/>
                    <a:pt x="0" y="530"/>
                    <a:pt x="0" y="781"/>
                  </a:cubicBezTo>
                  <a:cubicBezTo>
                    <a:pt x="0" y="978"/>
                    <a:pt x="115" y="1085"/>
                    <a:pt x="263" y="1085"/>
                  </a:cubicBezTo>
                  <a:cubicBezTo>
                    <a:pt x="322" y="1085"/>
                    <a:pt x="387" y="1068"/>
                    <a:pt x="451" y="1032"/>
                  </a:cubicBezTo>
                  <a:cubicBezTo>
                    <a:pt x="702" y="906"/>
                    <a:pt x="878" y="580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7" name="Google Shape;2637;p39"/>
            <p:cNvSpPr/>
            <p:nvPr/>
          </p:nvSpPr>
          <p:spPr>
            <a:xfrm>
              <a:off x="5307150" y="981775"/>
              <a:ext cx="21975" cy="26900"/>
            </a:xfrm>
            <a:custGeom>
              <a:avLst/>
              <a:gdLst/>
              <a:ahLst/>
              <a:cxnLst/>
              <a:rect l="l" t="t" r="r" b="b"/>
              <a:pathLst>
                <a:path w="879" h="1076" extrusionOk="0">
                  <a:moveTo>
                    <a:pt x="625" y="0"/>
                  </a:moveTo>
                  <a:cubicBezTo>
                    <a:pt x="569" y="0"/>
                    <a:pt x="510" y="18"/>
                    <a:pt x="452" y="54"/>
                  </a:cubicBezTo>
                  <a:cubicBezTo>
                    <a:pt x="201" y="179"/>
                    <a:pt x="1" y="480"/>
                    <a:pt x="1" y="780"/>
                  </a:cubicBezTo>
                  <a:cubicBezTo>
                    <a:pt x="1" y="969"/>
                    <a:pt x="107" y="1076"/>
                    <a:pt x="246" y="1076"/>
                  </a:cubicBezTo>
                  <a:cubicBezTo>
                    <a:pt x="310" y="1076"/>
                    <a:pt x="381" y="1053"/>
                    <a:pt x="452" y="1006"/>
                  </a:cubicBezTo>
                  <a:cubicBezTo>
                    <a:pt x="678" y="906"/>
                    <a:pt x="878" y="580"/>
                    <a:pt x="878" y="304"/>
                  </a:cubicBezTo>
                  <a:cubicBezTo>
                    <a:pt x="878" y="108"/>
                    <a:pt x="763" y="0"/>
                    <a:pt x="6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8" name="Google Shape;2638;p39"/>
            <p:cNvSpPr/>
            <p:nvPr/>
          </p:nvSpPr>
          <p:spPr>
            <a:xfrm>
              <a:off x="5018950" y="125810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0"/>
                  </a:moveTo>
                  <a:cubicBezTo>
                    <a:pt x="568" y="0"/>
                    <a:pt x="509" y="17"/>
                    <a:pt x="451" y="53"/>
                  </a:cubicBezTo>
                  <a:cubicBezTo>
                    <a:pt x="176" y="204"/>
                    <a:pt x="0" y="504"/>
                    <a:pt x="0" y="780"/>
                  </a:cubicBezTo>
                  <a:cubicBezTo>
                    <a:pt x="0" y="977"/>
                    <a:pt x="115" y="1084"/>
                    <a:pt x="262" y="1084"/>
                  </a:cubicBezTo>
                  <a:cubicBezTo>
                    <a:pt x="322" y="1084"/>
                    <a:pt x="387" y="1067"/>
                    <a:pt x="451" y="1031"/>
                  </a:cubicBezTo>
                  <a:cubicBezTo>
                    <a:pt x="702" y="905"/>
                    <a:pt x="877" y="580"/>
                    <a:pt x="877" y="304"/>
                  </a:cubicBezTo>
                  <a:cubicBezTo>
                    <a:pt x="877" y="107"/>
                    <a:pt x="763" y="0"/>
                    <a:pt x="6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9" name="Google Shape;2639;p39"/>
            <p:cNvSpPr/>
            <p:nvPr/>
          </p:nvSpPr>
          <p:spPr>
            <a:xfrm>
              <a:off x="5018950" y="1369225"/>
              <a:ext cx="21950" cy="27000"/>
            </a:xfrm>
            <a:custGeom>
              <a:avLst/>
              <a:gdLst/>
              <a:ahLst/>
              <a:cxnLst/>
              <a:rect l="l" t="t" r="r" b="b"/>
              <a:pathLst>
                <a:path w="878" h="1080" extrusionOk="0">
                  <a:moveTo>
                    <a:pt x="637" y="0"/>
                  </a:moveTo>
                  <a:cubicBezTo>
                    <a:pt x="578" y="0"/>
                    <a:pt x="513" y="23"/>
                    <a:pt x="451" y="70"/>
                  </a:cubicBezTo>
                  <a:cubicBezTo>
                    <a:pt x="176" y="195"/>
                    <a:pt x="0" y="496"/>
                    <a:pt x="0" y="771"/>
                  </a:cubicBezTo>
                  <a:cubicBezTo>
                    <a:pt x="0" y="980"/>
                    <a:pt x="109" y="1080"/>
                    <a:pt x="250" y="1080"/>
                  </a:cubicBezTo>
                  <a:cubicBezTo>
                    <a:pt x="313" y="1080"/>
                    <a:pt x="382" y="1060"/>
                    <a:pt x="451" y="1022"/>
                  </a:cubicBezTo>
                  <a:cubicBezTo>
                    <a:pt x="702" y="897"/>
                    <a:pt x="877" y="596"/>
                    <a:pt x="877" y="320"/>
                  </a:cubicBezTo>
                  <a:cubicBezTo>
                    <a:pt x="877" y="113"/>
                    <a:pt x="770" y="0"/>
                    <a:pt x="6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0" name="Google Shape;2640;p39"/>
            <p:cNvSpPr/>
            <p:nvPr/>
          </p:nvSpPr>
          <p:spPr>
            <a:xfrm>
              <a:off x="5018950" y="147990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0"/>
                  </a:moveTo>
                  <a:cubicBezTo>
                    <a:pt x="568" y="0"/>
                    <a:pt x="509" y="18"/>
                    <a:pt x="451" y="54"/>
                  </a:cubicBezTo>
                  <a:cubicBezTo>
                    <a:pt x="226" y="179"/>
                    <a:pt x="25" y="505"/>
                    <a:pt x="0" y="780"/>
                  </a:cubicBezTo>
                  <a:cubicBezTo>
                    <a:pt x="0" y="977"/>
                    <a:pt x="102" y="1084"/>
                    <a:pt x="251" y="1084"/>
                  </a:cubicBezTo>
                  <a:cubicBezTo>
                    <a:pt x="312" y="1084"/>
                    <a:pt x="379" y="1067"/>
                    <a:pt x="451" y="1031"/>
                  </a:cubicBezTo>
                  <a:cubicBezTo>
                    <a:pt x="702" y="906"/>
                    <a:pt x="877" y="580"/>
                    <a:pt x="877" y="304"/>
                  </a:cubicBezTo>
                  <a:cubicBezTo>
                    <a:pt x="877" y="108"/>
                    <a:pt x="763" y="0"/>
                    <a:pt x="6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1" name="Google Shape;2641;p39"/>
            <p:cNvSpPr/>
            <p:nvPr/>
          </p:nvSpPr>
          <p:spPr>
            <a:xfrm>
              <a:off x="5114800" y="1203450"/>
              <a:ext cx="21325" cy="26750"/>
            </a:xfrm>
            <a:custGeom>
              <a:avLst/>
              <a:gdLst/>
              <a:ahLst/>
              <a:cxnLst/>
              <a:rect l="l" t="t" r="r" b="b"/>
              <a:pathLst>
                <a:path w="853" h="1070" extrusionOk="0">
                  <a:moveTo>
                    <a:pt x="622" y="1"/>
                  </a:moveTo>
                  <a:cubicBezTo>
                    <a:pt x="563" y="1"/>
                    <a:pt x="496" y="20"/>
                    <a:pt x="427" y="59"/>
                  </a:cubicBezTo>
                  <a:cubicBezTo>
                    <a:pt x="201" y="184"/>
                    <a:pt x="26" y="485"/>
                    <a:pt x="1" y="761"/>
                  </a:cubicBezTo>
                  <a:cubicBezTo>
                    <a:pt x="1" y="969"/>
                    <a:pt x="85" y="1069"/>
                    <a:pt x="220" y="1069"/>
                  </a:cubicBezTo>
                  <a:cubicBezTo>
                    <a:pt x="280" y="1069"/>
                    <a:pt x="350" y="1050"/>
                    <a:pt x="427" y="1011"/>
                  </a:cubicBezTo>
                  <a:cubicBezTo>
                    <a:pt x="677" y="886"/>
                    <a:pt x="853" y="585"/>
                    <a:pt x="853" y="310"/>
                  </a:cubicBezTo>
                  <a:cubicBezTo>
                    <a:pt x="853" y="101"/>
                    <a:pt x="756" y="1"/>
                    <a:pt x="6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2" name="Google Shape;2642;p39"/>
            <p:cNvSpPr/>
            <p:nvPr/>
          </p:nvSpPr>
          <p:spPr>
            <a:xfrm>
              <a:off x="5210675" y="1147800"/>
              <a:ext cx="21950" cy="27150"/>
            </a:xfrm>
            <a:custGeom>
              <a:avLst/>
              <a:gdLst/>
              <a:ahLst/>
              <a:cxnLst/>
              <a:rect l="l" t="t" r="r" b="b"/>
              <a:pathLst>
                <a:path w="878" h="1086" extrusionOk="0">
                  <a:moveTo>
                    <a:pt x="635" y="1"/>
                  </a:moveTo>
                  <a:cubicBezTo>
                    <a:pt x="579" y="1"/>
                    <a:pt x="516" y="18"/>
                    <a:pt x="451" y="54"/>
                  </a:cubicBezTo>
                  <a:cubicBezTo>
                    <a:pt x="226" y="180"/>
                    <a:pt x="0" y="480"/>
                    <a:pt x="0" y="781"/>
                  </a:cubicBezTo>
                  <a:cubicBezTo>
                    <a:pt x="0" y="978"/>
                    <a:pt x="115" y="1085"/>
                    <a:pt x="263" y="1085"/>
                  </a:cubicBezTo>
                  <a:cubicBezTo>
                    <a:pt x="322" y="1085"/>
                    <a:pt x="387" y="1068"/>
                    <a:pt x="451" y="1032"/>
                  </a:cubicBezTo>
                  <a:cubicBezTo>
                    <a:pt x="702" y="906"/>
                    <a:pt x="878" y="581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3" name="Google Shape;2643;p39"/>
            <p:cNvSpPr/>
            <p:nvPr/>
          </p:nvSpPr>
          <p:spPr>
            <a:xfrm>
              <a:off x="5307150" y="1092050"/>
              <a:ext cx="21975" cy="27125"/>
            </a:xfrm>
            <a:custGeom>
              <a:avLst/>
              <a:gdLst/>
              <a:ahLst/>
              <a:cxnLst/>
              <a:rect l="l" t="t" r="r" b="b"/>
              <a:pathLst>
                <a:path w="879" h="1085" extrusionOk="0">
                  <a:moveTo>
                    <a:pt x="625" y="0"/>
                  </a:moveTo>
                  <a:cubicBezTo>
                    <a:pt x="569" y="0"/>
                    <a:pt x="510" y="18"/>
                    <a:pt x="452" y="54"/>
                  </a:cubicBezTo>
                  <a:cubicBezTo>
                    <a:pt x="227" y="179"/>
                    <a:pt x="26" y="530"/>
                    <a:pt x="1" y="781"/>
                  </a:cubicBezTo>
                  <a:cubicBezTo>
                    <a:pt x="1" y="977"/>
                    <a:pt x="116" y="1085"/>
                    <a:pt x="263" y="1085"/>
                  </a:cubicBezTo>
                  <a:cubicBezTo>
                    <a:pt x="323" y="1085"/>
                    <a:pt x="387" y="1067"/>
                    <a:pt x="452" y="1031"/>
                  </a:cubicBezTo>
                  <a:cubicBezTo>
                    <a:pt x="678" y="906"/>
                    <a:pt x="878" y="580"/>
                    <a:pt x="878" y="304"/>
                  </a:cubicBezTo>
                  <a:cubicBezTo>
                    <a:pt x="878" y="108"/>
                    <a:pt x="763" y="0"/>
                    <a:pt x="6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4" name="Google Shape;2644;p39"/>
            <p:cNvSpPr/>
            <p:nvPr/>
          </p:nvSpPr>
          <p:spPr>
            <a:xfrm>
              <a:off x="5115425" y="131385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16" y="1"/>
                  </a:moveTo>
                  <a:cubicBezTo>
                    <a:pt x="556" y="1"/>
                    <a:pt x="492" y="18"/>
                    <a:pt x="427" y="54"/>
                  </a:cubicBezTo>
                  <a:cubicBezTo>
                    <a:pt x="176" y="179"/>
                    <a:pt x="1" y="480"/>
                    <a:pt x="1" y="781"/>
                  </a:cubicBezTo>
                  <a:cubicBezTo>
                    <a:pt x="1" y="977"/>
                    <a:pt x="90" y="1085"/>
                    <a:pt x="232" y="1085"/>
                  </a:cubicBezTo>
                  <a:cubicBezTo>
                    <a:pt x="289" y="1085"/>
                    <a:pt x="355" y="1067"/>
                    <a:pt x="427" y="1031"/>
                  </a:cubicBezTo>
                  <a:cubicBezTo>
                    <a:pt x="677" y="906"/>
                    <a:pt x="878" y="580"/>
                    <a:pt x="878" y="305"/>
                  </a:cubicBezTo>
                  <a:cubicBezTo>
                    <a:pt x="878" y="108"/>
                    <a:pt x="763" y="1"/>
                    <a:pt x="6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5" name="Google Shape;2645;p39"/>
            <p:cNvSpPr/>
            <p:nvPr/>
          </p:nvSpPr>
          <p:spPr>
            <a:xfrm>
              <a:off x="5115425" y="142412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16" y="1"/>
                  </a:moveTo>
                  <a:cubicBezTo>
                    <a:pt x="556" y="1"/>
                    <a:pt x="492" y="18"/>
                    <a:pt x="427" y="54"/>
                  </a:cubicBezTo>
                  <a:cubicBezTo>
                    <a:pt x="226" y="179"/>
                    <a:pt x="26" y="530"/>
                    <a:pt x="1" y="781"/>
                  </a:cubicBezTo>
                  <a:cubicBezTo>
                    <a:pt x="1" y="977"/>
                    <a:pt x="90" y="1085"/>
                    <a:pt x="232" y="1085"/>
                  </a:cubicBezTo>
                  <a:cubicBezTo>
                    <a:pt x="289" y="1085"/>
                    <a:pt x="355" y="1067"/>
                    <a:pt x="427" y="1031"/>
                  </a:cubicBezTo>
                  <a:cubicBezTo>
                    <a:pt x="677" y="906"/>
                    <a:pt x="878" y="580"/>
                    <a:pt x="878" y="305"/>
                  </a:cubicBezTo>
                  <a:cubicBezTo>
                    <a:pt x="878" y="108"/>
                    <a:pt x="763" y="1"/>
                    <a:pt x="6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6" name="Google Shape;2646;p39"/>
            <p:cNvSpPr/>
            <p:nvPr/>
          </p:nvSpPr>
          <p:spPr>
            <a:xfrm>
              <a:off x="5211300" y="1258100"/>
              <a:ext cx="22575" cy="27125"/>
            </a:xfrm>
            <a:custGeom>
              <a:avLst/>
              <a:gdLst/>
              <a:ahLst/>
              <a:cxnLst/>
              <a:rect l="l" t="t" r="r" b="b"/>
              <a:pathLst>
                <a:path w="903" h="1085" extrusionOk="0">
                  <a:moveTo>
                    <a:pt x="640" y="0"/>
                  </a:moveTo>
                  <a:cubicBezTo>
                    <a:pt x="581" y="0"/>
                    <a:pt x="516" y="17"/>
                    <a:pt x="452" y="53"/>
                  </a:cubicBezTo>
                  <a:cubicBezTo>
                    <a:pt x="201" y="179"/>
                    <a:pt x="0" y="530"/>
                    <a:pt x="25" y="780"/>
                  </a:cubicBezTo>
                  <a:cubicBezTo>
                    <a:pt x="25" y="977"/>
                    <a:pt x="115" y="1084"/>
                    <a:pt x="257" y="1084"/>
                  </a:cubicBezTo>
                  <a:cubicBezTo>
                    <a:pt x="314" y="1084"/>
                    <a:pt x="380" y="1067"/>
                    <a:pt x="452" y="1031"/>
                  </a:cubicBezTo>
                  <a:cubicBezTo>
                    <a:pt x="702" y="905"/>
                    <a:pt x="903" y="580"/>
                    <a:pt x="903" y="304"/>
                  </a:cubicBezTo>
                  <a:cubicBezTo>
                    <a:pt x="903" y="107"/>
                    <a:pt x="788" y="0"/>
                    <a:pt x="6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7" name="Google Shape;2647;p39"/>
            <p:cNvSpPr/>
            <p:nvPr/>
          </p:nvSpPr>
          <p:spPr>
            <a:xfrm>
              <a:off x="5307150" y="1202325"/>
              <a:ext cx="21975" cy="27125"/>
            </a:xfrm>
            <a:custGeom>
              <a:avLst/>
              <a:gdLst/>
              <a:ahLst/>
              <a:cxnLst/>
              <a:rect l="l" t="t" r="r" b="b"/>
              <a:pathLst>
                <a:path w="879" h="1085" extrusionOk="0">
                  <a:moveTo>
                    <a:pt x="625" y="0"/>
                  </a:moveTo>
                  <a:cubicBezTo>
                    <a:pt x="569" y="0"/>
                    <a:pt x="510" y="18"/>
                    <a:pt x="452" y="54"/>
                  </a:cubicBezTo>
                  <a:cubicBezTo>
                    <a:pt x="227" y="179"/>
                    <a:pt x="26" y="530"/>
                    <a:pt x="1" y="781"/>
                  </a:cubicBezTo>
                  <a:cubicBezTo>
                    <a:pt x="1" y="977"/>
                    <a:pt x="116" y="1085"/>
                    <a:pt x="263" y="1085"/>
                  </a:cubicBezTo>
                  <a:cubicBezTo>
                    <a:pt x="323" y="1085"/>
                    <a:pt x="387" y="1067"/>
                    <a:pt x="452" y="1031"/>
                  </a:cubicBezTo>
                  <a:cubicBezTo>
                    <a:pt x="678" y="906"/>
                    <a:pt x="878" y="605"/>
                    <a:pt x="878" y="304"/>
                  </a:cubicBezTo>
                  <a:cubicBezTo>
                    <a:pt x="878" y="108"/>
                    <a:pt x="763" y="0"/>
                    <a:pt x="6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8" name="Google Shape;2648;p39"/>
            <p:cNvSpPr/>
            <p:nvPr/>
          </p:nvSpPr>
          <p:spPr>
            <a:xfrm>
              <a:off x="5307800" y="1313100"/>
              <a:ext cx="21950" cy="26750"/>
            </a:xfrm>
            <a:custGeom>
              <a:avLst/>
              <a:gdLst/>
              <a:ahLst/>
              <a:cxnLst/>
              <a:rect l="l" t="t" r="r" b="b"/>
              <a:pathLst>
                <a:path w="878" h="1070" extrusionOk="0">
                  <a:moveTo>
                    <a:pt x="647" y="1"/>
                  </a:moveTo>
                  <a:cubicBezTo>
                    <a:pt x="587" y="1"/>
                    <a:pt x="520" y="20"/>
                    <a:pt x="451" y="59"/>
                  </a:cubicBezTo>
                  <a:cubicBezTo>
                    <a:pt x="201" y="184"/>
                    <a:pt x="0" y="510"/>
                    <a:pt x="0" y="761"/>
                  </a:cubicBezTo>
                  <a:cubicBezTo>
                    <a:pt x="0" y="969"/>
                    <a:pt x="108" y="1069"/>
                    <a:pt x="250" y="1069"/>
                  </a:cubicBezTo>
                  <a:cubicBezTo>
                    <a:pt x="313" y="1069"/>
                    <a:pt x="382" y="1050"/>
                    <a:pt x="451" y="1011"/>
                  </a:cubicBezTo>
                  <a:cubicBezTo>
                    <a:pt x="702" y="886"/>
                    <a:pt x="877" y="585"/>
                    <a:pt x="877" y="310"/>
                  </a:cubicBezTo>
                  <a:cubicBezTo>
                    <a:pt x="877" y="101"/>
                    <a:pt x="781" y="1"/>
                    <a:pt x="6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9" name="Google Shape;2649;p39"/>
            <p:cNvSpPr/>
            <p:nvPr/>
          </p:nvSpPr>
          <p:spPr>
            <a:xfrm>
              <a:off x="5211300" y="1368375"/>
              <a:ext cx="22575" cy="27125"/>
            </a:xfrm>
            <a:custGeom>
              <a:avLst/>
              <a:gdLst/>
              <a:ahLst/>
              <a:cxnLst/>
              <a:rect l="l" t="t" r="r" b="b"/>
              <a:pathLst>
                <a:path w="903" h="1085" extrusionOk="0">
                  <a:moveTo>
                    <a:pt x="640" y="0"/>
                  </a:moveTo>
                  <a:cubicBezTo>
                    <a:pt x="581" y="0"/>
                    <a:pt x="516" y="17"/>
                    <a:pt x="452" y="53"/>
                  </a:cubicBezTo>
                  <a:cubicBezTo>
                    <a:pt x="226" y="179"/>
                    <a:pt x="0" y="530"/>
                    <a:pt x="25" y="780"/>
                  </a:cubicBezTo>
                  <a:cubicBezTo>
                    <a:pt x="25" y="977"/>
                    <a:pt x="127" y="1084"/>
                    <a:pt x="268" y="1084"/>
                  </a:cubicBezTo>
                  <a:cubicBezTo>
                    <a:pt x="324" y="1084"/>
                    <a:pt x="387" y="1067"/>
                    <a:pt x="452" y="1031"/>
                  </a:cubicBezTo>
                  <a:cubicBezTo>
                    <a:pt x="702" y="906"/>
                    <a:pt x="903" y="605"/>
                    <a:pt x="903" y="304"/>
                  </a:cubicBezTo>
                  <a:cubicBezTo>
                    <a:pt x="903" y="107"/>
                    <a:pt x="788" y="0"/>
                    <a:pt x="6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0" name="Google Shape;2650;p39"/>
            <p:cNvSpPr/>
            <p:nvPr/>
          </p:nvSpPr>
          <p:spPr>
            <a:xfrm>
              <a:off x="4921825" y="1642050"/>
              <a:ext cx="21950" cy="26750"/>
            </a:xfrm>
            <a:custGeom>
              <a:avLst/>
              <a:gdLst/>
              <a:ahLst/>
              <a:cxnLst/>
              <a:rect l="l" t="t" r="r" b="b"/>
              <a:pathLst>
                <a:path w="878" h="1070" extrusionOk="0">
                  <a:moveTo>
                    <a:pt x="636" y="1"/>
                  </a:moveTo>
                  <a:cubicBezTo>
                    <a:pt x="577" y="1"/>
                    <a:pt x="513" y="20"/>
                    <a:pt x="452" y="59"/>
                  </a:cubicBezTo>
                  <a:cubicBezTo>
                    <a:pt x="201" y="184"/>
                    <a:pt x="0" y="510"/>
                    <a:pt x="0" y="761"/>
                  </a:cubicBezTo>
                  <a:cubicBezTo>
                    <a:pt x="0" y="969"/>
                    <a:pt x="109" y="1069"/>
                    <a:pt x="251" y="1069"/>
                  </a:cubicBezTo>
                  <a:cubicBezTo>
                    <a:pt x="313" y="1069"/>
                    <a:pt x="382" y="1050"/>
                    <a:pt x="452" y="1011"/>
                  </a:cubicBezTo>
                  <a:cubicBezTo>
                    <a:pt x="702" y="886"/>
                    <a:pt x="878" y="585"/>
                    <a:pt x="878" y="309"/>
                  </a:cubicBezTo>
                  <a:cubicBezTo>
                    <a:pt x="878" y="101"/>
                    <a:pt x="769" y="1"/>
                    <a:pt x="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1" name="Google Shape;2651;p39"/>
            <p:cNvSpPr/>
            <p:nvPr/>
          </p:nvSpPr>
          <p:spPr>
            <a:xfrm>
              <a:off x="5018325" y="1586400"/>
              <a:ext cx="21950" cy="27150"/>
            </a:xfrm>
            <a:custGeom>
              <a:avLst/>
              <a:gdLst/>
              <a:ahLst/>
              <a:cxnLst/>
              <a:rect l="l" t="t" r="r" b="b"/>
              <a:pathLst>
                <a:path w="878" h="1086" extrusionOk="0">
                  <a:moveTo>
                    <a:pt x="615" y="1"/>
                  </a:moveTo>
                  <a:cubicBezTo>
                    <a:pt x="556" y="1"/>
                    <a:pt x="491" y="18"/>
                    <a:pt x="426" y="54"/>
                  </a:cubicBezTo>
                  <a:cubicBezTo>
                    <a:pt x="175" y="180"/>
                    <a:pt x="0" y="480"/>
                    <a:pt x="0" y="781"/>
                  </a:cubicBezTo>
                  <a:cubicBezTo>
                    <a:pt x="0" y="978"/>
                    <a:pt x="89" y="1085"/>
                    <a:pt x="231" y="1085"/>
                  </a:cubicBezTo>
                  <a:cubicBezTo>
                    <a:pt x="288" y="1085"/>
                    <a:pt x="354" y="1068"/>
                    <a:pt x="426" y="1032"/>
                  </a:cubicBezTo>
                  <a:cubicBezTo>
                    <a:pt x="677" y="906"/>
                    <a:pt x="877" y="581"/>
                    <a:pt x="877" y="305"/>
                  </a:cubicBezTo>
                  <a:cubicBezTo>
                    <a:pt x="877" y="108"/>
                    <a:pt x="763" y="1"/>
                    <a:pt x="6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2" name="Google Shape;2652;p39"/>
            <p:cNvSpPr/>
            <p:nvPr/>
          </p:nvSpPr>
          <p:spPr>
            <a:xfrm>
              <a:off x="5114800" y="1530650"/>
              <a:ext cx="21325" cy="27125"/>
            </a:xfrm>
            <a:custGeom>
              <a:avLst/>
              <a:gdLst/>
              <a:ahLst/>
              <a:cxnLst/>
              <a:rect l="l" t="t" r="r" b="b"/>
              <a:pathLst>
                <a:path w="853" h="1085" extrusionOk="0">
                  <a:moveTo>
                    <a:pt x="611" y="0"/>
                  </a:moveTo>
                  <a:cubicBezTo>
                    <a:pt x="554" y="0"/>
                    <a:pt x="491" y="18"/>
                    <a:pt x="427" y="54"/>
                  </a:cubicBezTo>
                  <a:cubicBezTo>
                    <a:pt x="176" y="179"/>
                    <a:pt x="1" y="530"/>
                    <a:pt x="1" y="780"/>
                  </a:cubicBezTo>
                  <a:cubicBezTo>
                    <a:pt x="1" y="977"/>
                    <a:pt x="90" y="1084"/>
                    <a:pt x="232" y="1084"/>
                  </a:cubicBezTo>
                  <a:cubicBezTo>
                    <a:pt x="289" y="1084"/>
                    <a:pt x="355" y="1067"/>
                    <a:pt x="427" y="1031"/>
                  </a:cubicBezTo>
                  <a:cubicBezTo>
                    <a:pt x="677" y="906"/>
                    <a:pt x="853" y="580"/>
                    <a:pt x="853" y="304"/>
                  </a:cubicBezTo>
                  <a:cubicBezTo>
                    <a:pt x="853" y="108"/>
                    <a:pt x="751" y="0"/>
                    <a:pt x="6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3" name="Google Shape;2653;p39"/>
            <p:cNvSpPr/>
            <p:nvPr/>
          </p:nvSpPr>
          <p:spPr>
            <a:xfrm>
              <a:off x="5210050" y="147487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1"/>
                  </a:moveTo>
                  <a:cubicBezTo>
                    <a:pt x="568" y="1"/>
                    <a:pt x="509" y="18"/>
                    <a:pt x="451" y="54"/>
                  </a:cubicBezTo>
                  <a:cubicBezTo>
                    <a:pt x="226" y="179"/>
                    <a:pt x="0" y="505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1" y="1032"/>
                  </a:cubicBezTo>
                  <a:cubicBezTo>
                    <a:pt x="677" y="906"/>
                    <a:pt x="877" y="605"/>
                    <a:pt x="877" y="305"/>
                  </a:cubicBezTo>
                  <a:cubicBezTo>
                    <a:pt x="877" y="108"/>
                    <a:pt x="763" y="1"/>
                    <a:pt x="6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4" name="Google Shape;2654;p39"/>
            <p:cNvSpPr/>
            <p:nvPr/>
          </p:nvSpPr>
          <p:spPr>
            <a:xfrm>
              <a:off x="5306525" y="1419625"/>
              <a:ext cx="21975" cy="26725"/>
            </a:xfrm>
            <a:custGeom>
              <a:avLst/>
              <a:gdLst/>
              <a:ahLst/>
              <a:cxnLst/>
              <a:rect l="l" t="t" r="r" b="b"/>
              <a:pathLst>
                <a:path w="879" h="1069" extrusionOk="0">
                  <a:moveTo>
                    <a:pt x="628" y="1"/>
                  </a:moveTo>
                  <a:cubicBezTo>
                    <a:pt x="565" y="1"/>
                    <a:pt x="496" y="20"/>
                    <a:pt x="427" y="59"/>
                  </a:cubicBezTo>
                  <a:cubicBezTo>
                    <a:pt x="226" y="184"/>
                    <a:pt x="1" y="485"/>
                    <a:pt x="1" y="760"/>
                  </a:cubicBezTo>
                  <a:cubicBezTo>
                    <a:pt x="1" y="969"/>
                    <a:pt x="97" y="1069"/>
                    <a:pt x="232" y="1069"/>
                  </a:cubicBezTo>
                  <a:cubicBezTo>
                    <a:pt x="291" y="1069"/>
                    <a:pt x="358" y="1049"/>
                    <a:pt x="427" y="1011"/>
                  </a:cubicBezTo>
                  <a:cubicBezTo>
                    <a:pt x="678" y="886"/>
                    <a:pt x="878" y="585"/>
                    <a:pt x="878" y="309"/>
                  </a:cubicBezTo>
                  <a:cubicBezTo>
                    <a:pt x="878" y="101"/>
                    <a:pt x="770" y="1"/>
                    <a:pt x="6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55" name="Google Shape;2655;p39"/>
          <p:cNvGrpSpPr/>
          <p:nvPr/>
        </p:nvGrpSpPr>
        <p:grpSpPr>
          <a:xfrm>
            <a:off x="787016" y="868848"/>
            <a:ext cx="593164" cy="1161172"/>
            <a:chOff x="4921825" y="870250"/>
            <a:chExt cx="407925" cy="798550"/>
          </a:xfrm>
        </p:grpSpPr>
        <p:sp>
          <p:nvSpPr>
            <p:cNvPr id="2656" name="Google Shape;2656;p39"/>
            <p:cNvSpPr/>
            <p:nvPr/>
          </p:nvSpPr>
          <p:spPr>
            <a:xfrm>
              <a:off x="4921825" y="109267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0"/>
                  </a:moveTo>
                  <a:cubicBezTo>
                    <a:pt x="569" y="0"/>
                    <a:pt x="509" y="18"/>
                    <a:pt x="452" y="54"/>
                  </a:cubicBezTo>
                  <a:cubicBezTo>
                    <a:pt x="201" y="179"/>
                    <a:pt x="0" y="530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2" y="1031"/>
                  </a:cubicBezTo>
                  <a:cubicBezTo>
                    <a:pt x="702" y="906"/>
                    <a:pt x="878" y="580"/>
                    <a:pt x="878" y="304"/>
                  </a:cubicBezTo>
                  <a:cubicBezTo>
                    <a:pt x="878" y="108"/>
                    <a:pt x="763" y="0"/>
                    <a:pt x="6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7" name="Google Shape;2657;p39"/>
            <p:cNvSpPr/>
            <p:nvPr/>
          </p:nvSpPr>
          <p:spPr>
            <a:xfrm>
              <a:off x="5018325" y="1037425"/>
              <a:ext cx="21950" cy="26725"/>
            </a:xfrm>
            <a:custGeom>
              <a:avLst/>
              <a:gdLst/>
              <a:ahLst/>
              <a:cxnLst/>
              <a:rect l="l" t="t" r="r" b="b"/>
              <a:pathLst>
                <a:path w="878" h="1069" extrusionOk="0">
                  <a:moveTo>
                    <a:pt x="627" y="0"/>
                  </a:moveTo>
                  <a:cubicBezTo>
                    <a:pt x="564" y="0"/>
                    <a:pt x="495" y="20"/>
                    <a:pt x="426" y="58"/>
                  </a:cubicBezTo>
                  <a:cubicBezTo>
                    <a:pt x="175" y="209"/>
                    <a:pt x="0" y="509"/>
                    <a:pt x="0" y="760"/>
                  </a:cubicBezTo>
                  <a:cubicBezTo>
                    <a:pt x="0" y="969"/>
                    <a:pt x="96" y="1069"/>
                    <a:pt x="231" y="1069"/>
                  </a:cubicBezTo>
                  <a:cubicBezTo>
                    <a:pt x="290" y="1069"/>
                    <a:pt x="357" y="1049"/>
                    <a:pt x="426" y="1011"/>
                  </a:cubicBezTo>
                  <a:cubicBezTo>
                    <a:pt x="677" y="885"/>
                    <a:pt x="877" y="585"/>
                    <a:pt x="877" y="309"/>
                  </a:cubicBezTo>
                  <a:cubicBezTo>
                    <a:pt x="877" y="100"/>
                    <a:pt x="769" y="0"/>
                    <a:pt x="6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8" name="Google Shape;2658;p39"/>
            <p:cNvSpPr/>
            <p:nvPr/>
          </p:nvSpPr>
          <p:spPr>
            <a:xfrm>
              <a:off x="5114800" y="981775"/>
              <a:ext cx="21325" cy="26900"/>
            </a:xfrm>
            <a:custGeom>
              <a:avLst/>
              <a:gdLst/>
              <a:ahLst/>
              <a:cxnLst/>
              <a:rect l="l" t="t" r="r" b="b"/>
              <a:pathLst>
                <a:path w="853" h="1076" extrusionOk="0">
                  <a:moveTo>
                    <a:pt x="611" y="0"/>
                  </a:moveTo>
                  <a:cubicBezTo>
                    <a:pt x="554" y="0"/>
                    <a:pt x="491" y="18"/>
                    <a:pt x="427" y="54"/>
                  </a:cubicBezTo>
                  <a:cubicBezTo>
                    <a:pt x="176" y="204"/>
                    <a:pt x="1" y="530"/>
                    <a:pt x="1" y="780"/>
                  </a:cubicBezTo>
                  <a:cubicBezTo>
                    <a:pt x="1" y="969"/>
                    <a:pt x="95" y="1076"/>
                    <a:pt x="227" y="1076"/>
                  </a:cubicBezTo>
                  <a:cubicBezTo>
                    <a:pt x="287" y="1076"/>
                    <a:pt x="356" y="1053"/>
                    <a:pt x="427" y="1006"/>
                  </a:cubicBezTo>
                  <a:cubicBezTo>
                    <a:pt x="677" y="906"/>
                    <a:pt x="853" y="580"/>
                    <a:pt x="853" y="304"/>
                  </a:cubicBezTo>
                  <a:cubicBezTo>
                    <a:pt x="853" y="108"/>
                    <a:pt x="751" y="0"/>
                    <a:pt x="6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9" name="Google Shape;2659;p39"/>
            <p:cNvSpPr/>
            <p:nvPr/>
          </p:nvSpPr>
          <p:spPr>
            <a:xfrm>
              <a:off x="5210050" y="92600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1"/>
                  </a:moveTo>
                  <a:cubicBezTo>
                    <a:pt x="568" y="1"/>
                    <a:pt x="509" y="18"/>
                    <a:pt x="451" y="54"/>
                  </a:cubicBezTo>
                  <a:cubicBezTo>
                    <a:pt x="226" y="204"/>
                    <a:pt x="0" y="505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1" y="1032"/>
                  </a:cubicBezTo>
                  <a:cubicBezTo>
                    <a:pt x="677" y="906"/>
                    <a:pt x="877" y="580"/>
                    <a:pt x="877" y="305"/>
                  </a:cubicBezTo>
                  <a:cubicBezTo>
                    <a:pt x="877" y="108"/>
                    <a:pt x="763" y="1"/>
                    <a:pt x="6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0" name="Google Shape;2660;p39"/>
            <p:cNvSpPr/>
            <p:nvPr/>
          </p:nvSpPr>
          <p:spPr>
            <a:xfrm>
              <a:off x="5306525" y="870250"/>
              <a:ext cx="21975" cy="27125"/>
            </a:xfrm>
            <a:custGeom>
              <a:avLst/>
              <a:gdLst/>
              <a:ahLst/>
              <a:cxnLst/>
              <a:rect l="l" t="t" r="r" b="b"/>
              <a:pathLst>
                <a:path w="879" h="1085" extrusionOk="0">
                  <a:moveTo>
                    <a:pt x="616" y="0"/>
                  </a:moveTo>
                  <a:cubicBezTo>
                    <a:pt x="556" y="0"/>
                    <a:pt x="492" y="18"/>
                    <a:pt x="427" y="53"/>
                  </a:cubicBezTo>
                  <a:cubicBezTo>
                    <a:pt x="226" y="229"/>
                    <a:pt x="1" y="505"/>
                    <a:pt x="1" y="780"/>
                  </a:cubicBezTo>
                  <a:cubicBezTo>
                    <a:pt x="1" y="977"/>
                    <a:pt x="103" y="1084"/>
                    <a:pt x="243" y="1084"/>
                  </a:cubicBezTo>
                  <a:cubicBezTo>
                    <a:pt x="300" y="1084"/>
                    <a:pt x="362" y="1067"/>
                    <a:pt x="427" y="1031"/>
                  </a:cubicBezTo>
                  <a:cubicBezTo>
                    <a:pt x="678" y="906"/>
                    <a:pt x="878" y="605"/>
                    <a:pt x="878" y="304"/>
                  </a:cubicBezTo>
                  <a:cubicBezTo>
                    <a:pt x="878" y="108"/>
                    <a:pt x="763" y="0"/>
                    <a:pt x="6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1" name="Google Shape;2661;p39"/>
            <p:cNvSpPr/>
            <p:nvPr/>
          </p:nvSpPr>
          <p:spPr>
            <a:xfrm>
              <a:off x="4921825" y="1203450"/>
              <a:ext cx="21950" cy="26750"/>
            </a:xfrm>
            <a:custGeom>
              <a:avLst/>
              <a:gdLst/>
              <a:ahLst/>
              <a:cxnLst/>
              <a:rect l="l" t="t" r="r" b="b"/>
              <a:pathLst>
                <a:path w="878" h="1070" extrusionOk="0">
                  <a:moveTo>
                    <a:pt x="636" y="1"/>
                  </a:moveTo>
                  <a:cubicBezTo>
                    <a:pt x="577" y="1"/>
                    <a:pt x="513" y="20"/>
                    <a:pt x="452" y="59"/>
                  </a:cubicBezTo>
                  <a:cubicBezTo>
                    <a:pt x="226" y="209"/>
                    <a:pt x="25" y="510"/>
                    <a:pt x="0" y="761"/>
                  </a:cubicBezTo>
                  <a:cubicBezTo>
                    <a:pt x="0" y="969"/>
                    <a:pt x="109" y="1069"/>
                    <a:pt x="251" y="1069"/>
                  </a:cubicBezTo>
                  <a:cubicBezTo>
                    <a:pt x="313" y="1069"/>
                    <a:pt x="382" y="1050"/>
                    <a:pt x="452" y="1011"/>
                  </a:cubicBezTo>
                  <a:cubicBezTo>
                    <a:pt x="702" y="886"/>
                    <a:pt x="878" y="585"/>
                    <a:pt x="878" y="310"/>
                  </a:cubicBezTo>
                  <a:cubicBezTo>
                    <a:pt x="878" y="101"/>
                    <a:pt x="769" y="1"/>
                    <a:pt x="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2" name="Google Shape;2662;p39"/>
            <p:cNvSpPr/>
            <p:nvPr/>
          </p:nvSpPr>
          <p:spPr>
            <a:xfrm>
              <a:off x="4922450" y="131385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35" y="1"/>
                  </a:moveTo>
                  <a:cubicBezTo>
                    <a:pt x="579" y="1"/>
                    <a:pt x="516" y="18"/>
                    <a:pt x="452" y="54"/>
                  </a:cubicBezTo>
                  <a:cubicBezTo>
                    <a:pt x="201" y="204"/>
                    <a:pt x="0" y="530"/>
                    <a:pt x="0" y="781"/>
                  </a:cubicBezTo>
                  <a:cubicBezTo>
                    <a:pt x="0" y="977"/>
                    <a:pt x="102" y="1085"/>
                    <a:pt x="252" y="1085"/>
                  </a:cubicBezTo>
                  <a:cubicBezTo>
                    <a:pt x="312" y="1085"/>
                    <a:pt x="380" y="1067"/>
                    <a:pt x="452" y="1031"/>
                  </a:cubicBezTo>
                  <a:cubicBezTo>
                    <a:pt x="702" y="906"/>
                    <a:pt x="878" y="580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3" name="Google Shape;2663;p39"/>
            <p:cNvSpPr/>
            <p:nvPr/>
          </p:nvSpPr>
          <p:spPr>
            <a:xfrm>
              <a:off x="4922450" y="142475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35" y="1"/>
                  </a:moveTo>
                  <a:cubicBezTo>
                    <a:pt x="579" y="1"/>
                    <a:pt x="516" y="18"/>
                    <a:pt x="452" y="54"/>
                  </a:cubicBezTo>
                  <a:cubicBezTo>
                    <a:pt x="226" y="179"/>
                    <a:pt x="51" y="505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2" y="1032"/>
                  </a:cubicBezTo>
                  <a:cubicBezTo>
                    <a:pt x="702" y="906"/>
                    <a:pt x="878" y="605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4" name="Google Shape;2664;p39"/>
            <p:cNvSpPr/>
            <p:nvPr/>
          </p:nvSpPr>
          <p:spPr>
            <a:xfrm>
              <a:off x="4923700" y="1535550"/>
              <a:ext cx="21325" cy="26725"/>
            </a:xfrm>
            <a:custGeom>
              <a:avLst/>
              <a:gdLst/>
              <a:ahLst/>
              <a:cxnLst/>
              <a:rect l="l" t="t" r="r" b="b"/>
              <a:pathLst>
                <a:path w="853" h="1069" extrusionOk="0">
                  <a:moveTo>
                    <a:pt x="622" y="0"/>
                  </a:moveTo>
                  <a:cubicBezTo>
                    <a:pt x="563" y="0"/>
                    <a:pt x="496" y="20"/>
                    <a:pt x="427" y="58"/>
                  </a:cubicBezTo>
                  <a:cubicBezTo>
                    <a:pt x="176" y="183"/>
                    <a:pt x="1" y="484"/>
                    <a:pt x="1" y="760"/>
                  </a:cubicBezTo>
                  <a:cubicBezTo>
                    <a:pt x="1" y="968"/>
                    <a:pt x="97" y="1069"/>
                    <a:pt x="231" y="1069"/>
                  </a:cubicBezTo>
                  <a:cubicBezTo>
                    <a:pt x="291" y="1069"/>
                    <a:pt x="357" y="1049"/>
                    <a:pt x="427" y="1011"/>
                  </a:cubicBezTo>
                  <a:cubicBezTo>
                    <a:pt x="677" y="885"/>
                    <a:pt x="853" y="584"/>
                    <a:pt x="853" y="309"/>
                  </a:cubicBezTo>
                  <a:cubicBezTo>
                    <a:pt x="853" y="100"/>
                    <a:pt x="756" y="0"/>
                    <a:pt x="6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5" name="Google Shape;2665;p39"/>
            <p:cNvSpPr/>
            <p:nvPr/>
          </p:nvSpPr>
          <p:spPr>
            <a:xfrm>
              <a:off x="5018325" y="1147800"/>
              <a:ext cx="21950" cy="27150"/>
            </a:xfrm>
            <a:custGeom>
              <a:avLst/>
              <a:gdLst/>
              <a:ahLst/>
              <a:cxnLst/>
              <a:rect l="l" t="t" r="r" b="b"/>
              <a:pathLst>
                <a:path w="878" h="1086" extrusionOk="0">
                  <a:moveTo>
                    <a:pt x="615" y="1"/>
                  </a:moveTo>
                  <a:cubicBezTo>
                    <a:pt x="556" y="1"/>
                    <a:pt x="491" y="18"/>
                    <a:pt x="426" y="54"/>
                  </a:cubicBezTo>
                  <a:cubicBezTo>
                    <a:pt x="201" y="205"/>
                    <a:pt x="0" y="480"/>
                    <a:pt x="0" y="781"/>
                  </a:cubicBezTo>
                  <a:cubicBezTo>
                    <a:pt x="0" y="978"/>
                    <a:pt x="102" y="1085"/>
                    <a:pt x="242" y="1085"/>
                  </a:cubicBezTo>
                  <a:cubicBezTo>
                    <a:pt x="299" y="1085"/>
                    <a:pt x="361" y="1068"/>
                    <a:pt x="426" y="1032"/>
                  </a:cubicBezTo>
                  <a:cubicBezTo>
                    <a:pt x="677" y="906"/>
                    <a:pt x="877" y="581"/>
                    <a:pt x="877" y="305"/>
                  </a:cubicBezTo>
                  <a:cubicBezTo>
                    <a:pt x="877" y="108"/>
                    <a:pt x="763" y="1"/>
                    <a:pt x="6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6" name="Google Shape;2666;p39"/>
            <p:cNvSpPr/>
            <p:nvPr/>
          </p:nvSpPr>
          <p:spPr>
            <a:xfrm>
              <a:off x="5114800" y="1092050"/>
              <a:ext cx="21325" cy="27125"/>
            </a:xfrm>
            <a:custGeom>
              <a:avLst/>
              <a:gdLst/>
              <a:ahLst/>
              <a:cxnLst/>
              <a:rect l="l" t="t" r="r" b="b"/>
              <a:pathLst>
                <a:path w="853" h="1085" extrusionOk="0">
                  <a:moveTo>
                    <a:pt x="611" y="0"/>
                  </a:moveTo>
                  <a:cubicBezTo>
                    <a:pt x="554" y="0"/>
                    <a:pt x="491" y="18"/>
                    <a:pt x="427" y="54"/>
                  </a:cubicBezTo>
                  <a:cubicBezTo>
                    <a:pt x="201" y="204"/>
                    <a:pt x="1" y="530"/>
                    <a:pt x="1" y="781"/>
                  </a:cubicBezTo>
                  <a:cubicBezTo>
                    <a:pt x="1" y="977"/>
                    <a:pt x="103" y="1085"/>
                    <a:pt x="243" y="1085"/>
                  </a:cubicBezTo>
                  <a:cubicBezTo>
                    <a:pt x="299" y="1085"/>
                    <a:pt x="362" y="1067"/>
                    <a:pt x="427" y="1031"/>
                  </a:cubicBezTo>
                  <a:cubicBezTo>
                    <a:pt x="677" y="906"/>
                    <a:pt x="853" y="580"/>
                    <a:pt x="853" y="304"/>
                  </a:cubicBezTo>
                  <a:cubicBezTo>
                    <a:pt x="853" y="108"/>
                    <a:pt x="751" y="0"/>
                    <a:pt x="6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7" name="Google Shape;2667;p39"/>
            <p:cNvSpPr/>
            <p:nvPr/>
          </p:nvSpPr>
          <p:spPr>
            <a:xfrm>
              <a:off x="5210675" y="103627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35" y="1"/>
                  </a:moveTo>
                  <a:cubicBezTo>
                    <a:pt x="579" y="1"/>
                    <a:pt x="516" y="18"/>
                    <a:pt x="451" y="54"/>
                  </a:cubicBezTo>
                  <a:cubicBezTo>
                    <a:pt x="201" y="230"/>
                    <a:pt x="0" y="530"/>
                    <a:pt x="0" y="781"/>
                  </a:cubicBezTo>
                  <a:cubicBezTo>
                    <a:pt x="0" y="978"/>
                    <a:pt x="115" y="1085"/>
                    <a:pt x="263" y="1085"/>
                  </a:cubicBezTo>
                  <a:cubicBezTo>
                    <a:pt x="322" y="1085"/>
                    <a:pt x="387" y="1068"/>
                    <a:pt x="451" y="1032"/>
                  </a:cubicBezTo>
                  <a:cubicBezTo>
                    <a:pt x="702" y="906"/>
                    <a:pt x="878" y="580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8" name="Google Shape;2668;p39"/>
            <p:cNvSpPr/>
            <p:nvPr/>
          </p:nvSpPr>
          <p:spPr>
            <a:xfrm>
              <a:off x="5307150" y="981775"/>
              <a:ext cx="21975" cy="26900"/>
            </a:xfrm>
            <a:custGeom>
              <a:avLst/>
              <a:gdLst/>
              <a:ahLst/>
              <a:cxnLst/>
              <a:rect l="l" t="t" r="r" b="b"/>
              <a:pathLst>
                <a:path w="879" h="1076" extrusionOk="0">
                  <a:moveTo>
                    <a:pt x="625" y="0"/>
                  </a:moveTo>
                  <a:cubicBezTo>
                    <a:pt x="569" y="0"/>
                    <a:pt x="510" y="18"/>
                    <a:pt x="452" y="54"/>
                  </a:cubicBezTo>
                  <a:cubicBezTo>
                    <a:pt x="201" y="179"/>
                    <a:pt x="1" y="480"/>
                    <a:pt x="1" y="780"/>
                  </a:cubicBezTo>
                  <a:cubicBezTo>
                    <a:pt x="1" y="969"/>
                    <a:pt x="107" y="1076"/>
                    <a:pt x="246" y="1076"/>
                  </a:cubicBezTo>
                  <a:cubicBezTo>
                    <a:pt x="310" y="1076"/>
                    <a:pt x="381" y="1053"/>
                    <a:pt x="452" y="1006"/>
                  </a:cubicBezTo>
                  <a:cubicBezTo>
                    <a:pt x="678" y="906"/>
                    <a:pt x="878" y="580"/>
                    <a:pt x="878" y="304"/>
                  </a:cubicBezTo>
                  <a:cubicBezTo>
                    <a:pt x="878" y="108"/>
                    <a:pt x="763" y="0"/>
                    <a:pt x="6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9" name="Google Shape;2669;p39"/>
            <p:cNvSpPr/>
            <p:nvPr/>
          </p:nvSpPr>
          <p:spPr>
            <a:xfrm>
              <a:off x="5018950" y="125810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0"/>
                  </a:moveTo>
                  <a:cubicBezTo>
                    <a:pt x="568" y="0"/>
                    <a:pt x="509" y="17"/>
                    <a:pt x="451" y="53"/>
                  </a:cubicBezTo>
                  <a:cubicBezTo>
                    <a:pt x="176" y="204"/>
                    <a:pt x="0" y="504"/>
                    <a:pt x="0" y="780"/>
                  </a:cubicBezTo>
                  <a:cubicBezTo>
                    <a:pt x="0" y="977"/>
                    <a:pt x="115" y="1084"/>
                    <a:pt x="262" y="1084"/>
                  </a:cubicBezTo>
                  <a:cubicBezTo>
                    <a:pt x="322" y="1084"/>
                    <a:pt x="387" y="1067"/>
                    <a:pt x="451" y="1031"/>
                  </a:cubicBezTo>
                  <a:cubicBezTo>
                    <a:pt x="702" y="905"/>
                    <a:pt x="877" y="580"/>
                    <a:pt x="877" y="304"/>
                  </a:cubicBezTo>
                  <a:cubicBezTo>
                    <a:pt x="877" y="107"/>
                    <a:pt x="763" y="0"/>
                    <a:pt x="6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0" name="Google Shape;2670;p39"/>
            <p:cNvSpPr/>
            <p:nvPr/>
          </p:nvSpPr>
          <p:spPr>
            <a:xfrm>
              <a:off x="5018950" y="1369225"/>
              <a:ext cx="21950" cy="27000"/>
            </a:xfrm>
            <a:custGeom>
              <a:avLst/>
              <a:gdLst/>
              <a:ahLst/>
              <a:cxnLst/>
              <a:rect l="l" t="t" r="r" b="b"/>
              <a:pathLst>
                <a:path w="878" h="1080" extrusionOk="0">
                  <a:moveTo>
                    <a:pt x="637" y="0"/>
                  </a:moveTo>
                  <a:cubicBezTo>
                    <a:pt x="578" y="0"/>
                    <a:pt x="513" y="23"/>
                    <a:pt x="451" y="70"/>
                  </a:cubicBezTo>
                  <a:cubicBezTo>
                    <a:pt x="176" y="195"/>
                    <a:pt x="0" y="496"/>
                    <a:pt x="0" y="771"/>
                  </a:cubicBezTo>
                  <a:cubicBezTo>
                    <a:pt x="0" y="980"/>
                    <a:pt x="109" y="1080"/>
                    <a:pt x="250" y="1080"/>
                  </a:cubicBezTo>
                  <a:cubicBezTo>
                    <a:pt x="313" y="1080"/>
                    <a:pt x="382" y="1060"/>
                    <a:pt x="451" y="1022"/>
                  </a:cubicBezTo>
                  <a:cubicBezTo>
                    <a:pt x="702" y="897"/>
                    <a:pt x="877" y="596"/>
                    <a:pt x="877" y="320"/>
                  </a:cubicBezTo>
                  <a:cubicBezTo>
                    <a:pt x="877" y="113"/>
                    <a:pt x="770" y="0"/>
                    <a:pt x="6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1" name="Google Shape;2671;p39"/>
            <p:cNvSpPr/>
            <p:nvPr/>
          </p:nvSpPr>
          <p:spPr>
            <a:xfrm>
              <a:off x="5018950" y="147990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0"/>
                  </a:moveTo>
                  <a:cubicBezTo>
                    <a:pt x="568" y="0"/>
                    <a:pt x="509" y="18"/>
                    <a:pt x="451" y="54"/>
                  </a:cubicBezTo>
                  <a:cubicBezTo>
                    <a:pt x="226" y="179"/>
                    <a:pt x="25" y="505"/>
                    <a:pt x="0" y="780"/>
                  </a:cubicBezTo>
                  <a:cubicBezTo>
                    <a:pt x="0" y="977"/>
                    <a:pt x="102" y="1084"/>
                    <a:pt x="251" y="1084"/>
                  </a:cubicBezTo>
                  <a:cubicBezTo>
                    <a:pt x="312" y="1084"/>
                    <a:pt x="379" y="1067"/>
                    <a:pt x="451" y="1031"/>
                  </a:cubicBezTo>
                  <a:cubicBezTo>
                    <a:pt x="702" y="906"/>
                    <a:pt x="877" y="580"/>
                    <a:pt x="877" y="304"/>
                  </a:cubicBezTo>
                  <a:cubicBezTo>
                    <a:pt x="877" y="108"/>
                    <a:pt x="763" y="0"/>
                    <a:pt x="6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2" name="Google Shape;2672;p39"/>
            <p:cNvSpPr/>
            <p:nvPr/>
          </p:nvSpPr>
          <p:spPr>
            <a:xfrm>
              <a:off x="5114800" y="1203450"/>
              <a:ext cx="21325" cy="26750"/>
            </a:xfrm>
            <a:custGeom>
              <a:avLst/>
              <a:gdLst/>
              <a:ahLst/>
              <a:cxnLst/>
              <a:rect l="l" t="t" r="r" b="b"/>
              <a:pathLst>
                <a:path w="853" h="1070" extrusionOk="0">
                  <a:moveTo>
                    <a:pt x="622" y="1"/>
                  </a:moveTo>
                  <a:cubicBezTo>
                    <a:pt x="563" y="1"/>
                    <a:pt x="496" y="20"/>
                    <a:pt x="427" y="59"/>
                  </a:cubicBezTo>
                  <a:cubicBezTo>
                    <a:pt x="201" y="184"/>
                    <a:pt x="26" y="485"/>
                    <a:pt x="1" y="761"/>
                  </a:cubicBezTo>
                  <a:cubicBezTo>
                    <a:pt x="1" y="969"/>
                    <a:pt x="85" y="1069"/>
                    <a:pt x="220" y="1069"/>
                  </a:cubicBezTo>
                  <a:cubicBezTo>
                    <a:pt x="280" y="1069"/>
                    <a:pt x="350" y="1050"/>
                    <a:pt x="427" y="1011"/>
                  </a:cubicBezTo>
                  <a:cubicBezTo>
                    <a:pt x="677" y="886"/>
                    <a:pt x="853" y="585"/>
                    <a:pt x="853" y="310"/>
                  </a:cubicBezTo>
                  <a:cubicBezTo>
                    <a:pt x="853" y="101"/>
                    <a:pt x="756" y="1"/>
                    <a:pt x="6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3" name="Google Shape;2673;p39"/>
            <p:cNvSpPr/>
            <p:nvPr/>
          </p:nvSpPr>
          <p:spPr>
            <a:xfrm>
              <a:off x="5210675" y="1147800"/>
              <a:ext cx="21950" cy="27150"/>
            </a:xfrm>
            <a:custGeom>
              <a:avLst/>
              <a:gdLst/>
              <a:ahLst/>
              <a:cxnLst/>
              <a:rect l="l" t="t" r="r" b="b"/>
              <a:pathLst>
                <a:path w="878" h="1086" extrusionOk="0">
                  <a:moveTo>
                    <a:pt x="635" y="1"/>
                  </a:moveTo>
                  <a:cubicBezTo>
                    <a:pt x="579" y="1"/>
                    <a:pt x="516" y="18"/>
                    <a:pt x="451" y="54"/>
                  </a:cubicBezTo>
                  <a:cubicBezTo>
                    <a:pt x="226" y="180"/>
                    <a:pt x="0" y="480"/>
                    <a:pt x="0" y="781"/>
                  </a:cubicBezTo>
                  <a:cubicBezTo>
                    <a:pt x="0" y="978"/>
                    <a:pt x="115" y="1085"/>
                    <a:pt x="263" y="1085"/>
                  </a:cubicBezTo>
                  <a:cubicBezTo>
                    <a:pt x="322" y="1085"/>
                    <a:pt x="387" y="1068"/>
                    <a:pt x="451" y="1032"/>
                  </a:cubicBezTo>
                  <a:cubicBezTo>
                    <a:pt x="702" y="906"/>
                    <a:pt x="878" y="581"/>
                    <a:pt x="878" y="305"/>
                  </a:cubicBezTo>
                  <a:cubicBezTo>
                    <a:pt x="878" y="108"/>
                    <a:pt x="776" y="1"/>
                    <a:pt x="6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4" name="Google Shape;2674;p39"/>
            <p:cNvSpPr/>
            <p:nvPr/>
          </p:nvSpPr>
          <p:spPr>
            <a:xfrm>
              <a:off x="5307150" y="1092050"/>
              <a:ext cx="21975" cy="27125"/>
            </a:xfrm>
            <a:custGeom>
              <a:avLst/>
              <a:gdLst/>
              <a:ahLst/>
              <a:cxnLst/>
              <a:rect l="l" t="t" r="r" b="b"/>
              <a:pathLst>
                <a:path w="879" h="1085" extrusionOk="0">
                  <a:moveTo>
                    <a:pt x="625" y="0"/>
                  </a:moveTo>
                  <a:cubicBezTo>
                    <a:pt x="569" y="0"/>
                    <a:pt x="510" y="18"/>
                    <a:pt x="452" y="54"/>
                  </a:cubicBezTo>
                  <a:cubicBezTo>
                    <a:pt x="227" y="179"/>
                    <a:pt x="26" y="530"/>
                    <a:pt x="1" y="781"/>
                  </a:cubicBezTo>
                  <a:cubicBezTo>
                    <a:pt x="1" y="977"/>
                    <a:pt x="116" y="1085"/>
                    <a:pt x="263" y="1085"/>
                  </a:cubicBezTo>
                  <a:cubicBezTo>
                    <a:pt x="323" y="1085"/>
                    <a:pt x="387" y="1067"/>
                    <a:pt x="452" y="1031"/>
                  </a:cubicBezTo>
                  <a:cubicBezTo>
                    <a:pt x="678" y="906"/>
                    <a:pt x="878" y="580"/>
                    <a:pt x="878" y="304"/>
                  </a:cubicBezTo>
                  <a:cubicBezTo>
                    <a:pt x="878" y="108"/>
                    <a:pt x="763" y="0"/>
                    <a:pt x="6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5" name="Google Shape;2675;p39"/>
            <p:cNvSpPr/>
            <p:nvPr/>
          </p:nvSpPr>
          <p:spPr>
            <a:xfrm>
              <a:off x="5115425" y="1313850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16" y="1"/>
                  </a:moveTo>
                  <a:cubicBezTo>
                    <a:pt x="556" y="1"/>
                    <a:pt x="492" y="18"/>
                    <a:pt x="427" y="54"/>
                  </a:cubicBezTo>
                  <a:cubicBezTo>
                    <a:pt x="176" y="179"/>
                    <a:pt x="1" y="480"/>
                    <a:pt x="1" y="781"/>
                  </a:cubicBezTo>
                  <a:cubicBezTo>
                    <a:pt x="1" y="977"/>
                    <a:pt x="90" y="1085"/>
                    <a:pt x="232" y="1085"/>
                  </a:cubicBezTo>
                  <a:cubicBezTo>
                    <a:pt x="289" y="1085"/>
                    <a:pt x="355" y="1067"/>
                    <a:pt x="427" y="1031"/>
                  </a:cubicBezTo>
                  <a:cubicBezTo>
                    <a:pt x="677" y="906"/>
                    <a:pt x="878" y="580"/>
                    <a:pt x="878" y="305"/>
                  </a:cubicBezTo>
                  <a:cubicBezTo>
                    <a:pt x="878" y="108"/>
                    <a:pt x="763" y="1"/>
                    <a:pt x="6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6" name="Google Shape;2676;p39"/>
            <p:cNvSpPr/>
            <p:nvPr/>
          </p:nvSpPr>
          <p:spPr>
            <a:xfrm>
              <a:off x="5115425" y="142412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16" y="1"/>
                  </a:moveTo>
                  <a:cubicBezTo>
                    <a:pt x="556" y="1"/>
                    <a:pt x="492" y="18"/>
                    <a:pt x="427" y="54"/>
                  </a:cubicBezTo>
                  <a:cubicBezTo>
                    <a:pt x="226" y="179"/>
                    <a:pt x="26" y="530"/>
                    <a:pt x="1" y="781"/>
                  </a:cubicBezTo>
                  <a:cubicBezTo>
                    <a:pt x="1" y="977"/>
                    <a:pt x="90" y="1085"/>
                    <a:pt x="232" y="1085"/>
                  </a:cubicBezTo>
                  <a:cubicBezTo>
                    <a:pt x="289" y="1085"/>
                    <a:pt x="355" y="1067"/>
                    <a:pt x="427" y="1031"/>
                  </a:cubicBezTo>
                  <a:cubicBezTo>
                    <a:pt x="677" y="906"/>
                    <a:pt x="878" y="580"/>
                    <a:pt x="878" y="305"/>
                  </a:cubicBezTo>
                  <a:cubicBezTo>
                    <a:pt x="878" y="108"/>
                    <a:pt x="763" y="1"/>
                    <a:pt x="6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7" name="Google Shape;2677;p39"/>
            <p:cNvSpPr/>
            <p:nvPr/>
          </p:nvSpPr>
          <p:spPr>
            <a:xfrm>
              <a:off x="5211300" y="1258100"/>
              <a:ext cx="22575" cy="27125"/>
            </a:xfrm>
            <a:custGeom>
              <a:avLst/>
              <a:gdLst/>
              <a:ahLst/>
              <a:cxnLst/>
              <a:rect l="l" t="t" r="r" b="b"/>
              <a:pathLst>
                <a:path w="903" h="1085" extrusionOk="0">
                  <a:moveTo>
                    <a:pt x="640" y="0"/>
                  </a:moveTo>
                  <a:cubicBezTo>
                    <a:pt x="581" y="0"/>
                    <a:pt x="516" y="17"/>
                    <a:pt x="452" y="53"/>
                  </a:cubicBezTo>
                  <a:cubicBezTo>
                    <a:pt x="201" y="179"/>
                    <a:pt x="0" y="530"/>
                    <a:pt x="25" y="780"/>
                  </a:cubicBezTo>
                  <a:cubicBezTo>
                    <a:pt x="25" y="977"/>
                    <a:pt x="115" y="1084"/>
                    <a:pt x="257" y="1084"/>
                  </a:cubicBezTo>
                  <a:cubicBezTo>
                    <a:pt x="314" y="1084"/>
                    <a:pt x="380" y="1067"/>
                    <a:pt x="452" y="1031"/>
                  </a:cubicBezTo>
                  <a:cubicBezTo>
                    <a:pt x="702" y="905"/>
                    <a:pt x="903" y="580"/>
                    <a:pt x="903" y="304"/>
                  </a:cubicBezTo>
                  <a:cubicBezTo>
                    <a:pt x="903" y="107"/>
                    <a:pt x="788" y="0"/>
                    <a:pt x="6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8" name="Google Shape;2678;p39"/>
            <p:cNvSpPr/>
            <p:nvPr/>
          </p:nvSpPr>
          <p:spPr>
            <a:xfrm>
              <a:off x="5307150" y="1202325"/>
              <a:ext cx="21975" cy="27125"/>
            </a:xfrm>
            <a:custGeom>
              <a:avLst/>
              <a:gdLst/>
              <a:ahLst/>
              <a:cxnLst/>
              <a:rect l="l" t="t" r="r" b="b"/>
              <a:pathLst>
                <a:path w="879" h="1085" extrusionOk="0">
                  <a:moveTo>
                    <a:pt x="625" y="0"/>
                  </a:moveTo>
                  <a:cubicBezTo>
                    <a:pt x="569" y="0"/>
                    <a:pt x="510" y="18"/>
                    <a:pt x="452" y="54"/>
                  </a:cubicBezTo>
                  <a:cubicBezTo>
                    <a:pt x="227" y="179"/>
                    <a:pt x="26" y="530"/>
                    <a:pt x="1" y="781"/>
                  </a:cubicBezTo>
                  <a:cubicBezTo>
                    <a:pt x="1" y="977"/>
                    <a:pt x="116" y="1085"/>
                    <a:pt x="263" y="1085"/>
                  </a:cubicBezTo>
                  <a:cubicBezTo>
                    <a:pt x="323" y="1085"/>
                    <a:pt x="387" y="1067"/>
                    <a:pt x="452" y="1031"/>
                  </a:cubicBezTo>
                  <a:cubicBezTo>
                    <a:pt x="678" y="906"/>
                    <a:pt x="878" y="605"/>
                    <a:pt x="878" y="304"/>
                  </a:cubicBezTo>
                  <a:cubicBezTo>
                    <a:pt x="878" y="108"/>
                    <a:pt x="763" y="0"/>
                    <a:pt x="6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9" name="Google Shape;2679;p39"/>
            <p:cNvSpPr/>
            <p:nvPr/>
          </p:nvSpPr>
          <p:spPr>
            <a:xfrm>
              <a:off x="5307800" y="1313100"/>
              <a:ext cx="21950" cy="26750"/>
            </a:xfrm>
            <a:custGeom>
              <a:avLst/>
              <a:gdLst/>
              <a:ahLst/>
              <a:cxnLst/>
              <a:rect l="l" t="t" r="r" b="b"/>
              <a:pathLst>
                <a:path w="878" h="1070" extrusionOk="0">
                  <a:moveTo>
                    <a:pt x="647" y="1"/>
                  </a:moveTo>
                  <a:cubicBezTo>
                    <a:pt x="587" y="1"/>
                    <a:pt x="520" y="20"/>
                    <a:pt x="451" y="59"/>
                  </a:cubicBezTo>
                  <a:cubicBezTo>
                    <a:pt x="201" y="184"/>
                    <a:pt x="0" y="510"/>
                    <a:pt x="0" y="761"/>
                  </a:cubicBezTo>
                  <a:cubicBezTo>
                    <a:pt x="0" y="969"/>
                    <a:pt x="108" y="1069"/>
                    <a:pt x="250" y="1069"/>
                  </a:cubicBezTo>
                  <a:cubicBezTo>
                    <a:pt x="313" y="1069"/>
                    <a:pt x="382" y="1050"/>
                    <a:pt x="451" y="1011"/>
                  </a:cubicBezTo>
                  <a:cubicBezTo>
                    <a:pt x="702" y="886"/>
                    <a:pt x="877" y="585"/>
                    <a:pt x="877" y="310"/>
                  </a:cubicBezTo>
                  <a:cubicBezTo>
                    <a:pt x="877" y="101"/>
                    <a:pt x="781" y="1"/>
                    <a:pt x="6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0" name="Google Shape;2680;p39"/>
            <p:cNvSpPr/>
            <p:nvPr/>
          </p:nvSpPr>
          <p:spPr>
            <a:xfrm>
              <a:off x="5211300" y="1368375"/>
              <a:ext cx="22575" cy="27125"/>
            </a:xfrm>
            <a:custGeom>
              <a:avLst/>
              <a:gdLst/>
              <a:ahLst/>
              <a:cxnLst/>
              <a:rect l="l" t="t" r="r" b="b"/>
              <a:pathLst>
                <a:path w="903" h="1085" extrusionOk="0">
                  <a:moveTo>
                    <a:pt x="640" y="0"/>
                  </a:moveTo>
                  <a:cubicBezTo>
                    <a:pt x="581" y="0"/>
                    <a:pt x="516" y="17"/>
                    <a:pt x="452" y="53"/>
                  </a:cubicBezTo>
                  <a:cubicBezTo>
                    <a:pt x="226" y="179"/>
                    <a:pt x="0" y="530"/>
                    <a:pt x="25" y="780"/>
                  </a:cubicBezTo>
                  <a:cubicBezTo>
                    <a:pt x="25" y="977"/>
                    <a:pt x="127" y="1084"/>
                    <a:pt x="268" y="1084"/>
                  </a:cubicBezTo>
                  <a:cubicBezTo>
                    <a:pt x="324" y="1084"/>
                    <a:pt x="387" y="1067"/>
                    <a:pt x="452" y="1031"/>
                  </a:cubicBezTo>
                  <a:cubicBezTo>
                    <a:pt x="702" y="906"/>
                    <a:pt x="903" y="605"/>
                    <a:pt x="903" y="304"/>
                  </a:cubicBezTo>
                  <a:cubicBezTo>
                    <a:pt x="903" y="107"/>
                    <a:pt x="788" y="0"/>
                    <a:pt x="6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1" name="Google Shape;2681;p39"/>
            <p:cNvSpPr/>
            <p:nvPr/>
          </p:nvSpPr>
          <p:spPr>
            <a:xfrm>
              <a:off x="4921825" y="1642050"/>
              <a:ext cx="21950" cy="26750"/>
            </a:xfrm>
            <a:custGeom>
              <a:avLst/>
              <a:gdLst/>
              <a:ahLst/>
              <a:cxnLst/>
              <a:rect l="l" t="t" r="r" b="b"/>
              <a:pathLst>
                <a:path w="878" h="1070" extrusionOk="0">
                  <a:moveTo>
                    <a:pt x="636" y="1"/>
                  </a:moveTo>
                  <a:cubicBezTo>
                    <a:pt x="577" y="1"/>
                    <a:pt x="513" y="20"/>
                    <a:pt x="452" y="59"/>
                  </a:cubicBezTo>
                  <a:cubicBezTo>
                    <a:pt x="201" y="184"/>
                    <a:pt x="0" y="510"/>
                    <a:pt x="0" y="761"/>
                  </a:cubicBezTo>
                  <a:cubicBezTo>
                    <a:pt x="0" y="969"/>
                    <a:pt x="109" y="1069"/>
                    <a:pt x="251" y="1069"/>
                  </a:cubicBezTo>
                  <a:cubicBezTo>
                    <a:pt x="313" y="1069"/>
                    <a:pt x="382" y="1050"/>
                    <a:pt x="452" y="1011"/>
                  </a:cubicBezTo>
                  <a:cubicBezTo>
                    <a:pt x="702" y="886"/>
                    <a:pt x="878" y="585"/>
                    <a:pt x="878" y="309"/>
                  </a:cubicBezTo>
                  <a:cubicBezTo>
                    <a:pt x="878" y="101"/>
                    <a:pt x="769" y="1"/>
                    <a:pt x="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2" name="Google Shape;2682;p39"/>
            <p:cNvSpPr/>
            <p:nvPr/>
          </p:nvSpPr>
          <p:spPr>
            <a:xfrm>
              <a:off x="5018325" y="1586400"/>
              <a:ext cx="21950" cy="27150"/>
            </a:xfrm>
            <a:custGeom>
              <a:avLst/>
              <a:gdLst/>
              <a:ahLst/>
              <a:cxnLst/>
              <a:rect l="l" t="t" r="r" b="b"/>
              <a:pathLst>
                <a:path w="878" h="1086" extrusionOk="0">
                  <a:moveTo>
                    <a:pt x="615" y="1"/>
                  </a:moveTo>
                  <a:cubicBezTo>
                    <a:pt x="556" y="1"/>
                    <a:pt x="491" y="18"/>
                    <a:pt x="426" y="54"/>
                  </a:cubicBezTo>
                  <a:cubicBezTo>
                    <a:pt x="175" y="180"/>
                    <a:pt x="0" y="480"/>
                    <a:pt x="0" y="781"/>
                  </a:cubicBezTo>
                  <a:cubicBezTo>
                    <a:pt x="0" y="978"/>
                    <a:pt x="89" y="1085"/>
                    <a:pt x="231" y="1085"/>
                  </a:cubicBezTo>
                  <a:cubicBezTo>
                    <a:pt x="288" y="1085"/>
                    <a:pt x="354" y="1068"/>
                    <a:pt x="426" y="1032"/>
                  </a:cubicBezTo>
                  <a:cubicBezTo>
                    <a:pt x="677" y="906"/>
                    <a:pt x="877" y="581"/>
                    <a:pt x="877" y="305"/>
                  </a:cubicBezTo>
                  <a:cubicBezTo>
                    <a:pt x="877" y="108"/>
                    <a:pt x="763" y="1"/>
                    <a:pt x="6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3" name="Google Shape;2683;p39"/>
            <p:cNvSpPr/>
            <p:nvPr/>
          </p:nvSpPr>
          <p:spPr>
            <a:xfrm>
              <a:off x="5114800" y="1530650"/>
              <a:ext cx="21325" cy="27125"/>
            </a:xfrm>
            <a:custGeom>
              <a:avLst/>
              <a:gdLst/>
              <a:ahLst/>
              <a:cxnLst/>
              <a:rect l="l" t="t" r="r" b="b"/>
              <a:pathLst>
                <a:path w="853" h="1085" extrusionOk="0">
                  <a:moveTo>
                    <a:pt x="611" y="0"/>
                  </a:moveTo>
                  <a:cubicBezTo>
                    <a:pt x="554" y="0"/>
                    <a:pt x="491" y="18"/>
                    <a:pt x="427" y="54"/>
                  </a:cubicBezTo>
                  <a:cubicBezTo>
                    <a:pt x="176" y="179"/>
                    <a:pt x="1" y="530"/>
                    <a:pt x="1" y="780"/>
                  </a:cubicBezTo>
                  <a:cubicBezTo>
                    <a:pt x="1" y="977"/>
                    <a:pt x="90" y="1084"/>
                    <a:pt x="232" y="1084"/>
                  </a:cubicBezTo>
                  <a:cubicBezTo>
                    <a:pt x="289" y="1084"/>
                    <a:pt x="355" y="1067"/>
                    <a:pt x="427" y="1031"/>
                  </a:cubicBezTo>
                  <a:cubicBezTo>
                    <a:pt x="677" y="906"/>
                    <a:pt x="853" y="580"/>
                    <a:pt x="853" y="304"/>
                  </a:cubicBezTo>
                  <a:cubicBezTo>
                    <a:pt x="853" y="108"/>
                    <a:pt x="751" y="0"/>
                    <a:pt x="6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4" name="Google Shape;2684;p39"/>
            <p:cNvSpPr/>
            <p:nvPr/>
          </p:nvSpPr>
          <p:spPr>
            <a:xfrm>
              <a:off x="5210050" y="1474875"/>
              <a:ext cx="21950" cy="27125"/>
            </a:xfrm>
            <a:custGeom>
              <a:avLst/>
              <a:gdLst/>
              <a:ahLst/>
              <a:cxnLst/>
              <a:rect l="l" t="t" r="r" b="b"/>
              <a:pathLst>
                <a:path w="878" h="1085" extrusionOk="0">
                  <a:moveTo>
                    <a:pt x="624" y="1"/>
                  </a:moveTo>
                  <a:cubicBezTo>
                    <a:pt x="568" y="1"/>
                    <a:pt x="509" y="18"/>
                    <a:pt x="451" y="54"/>
                  </a:cubicBezTo>
                  <a:cubicBezTo>
                    <a:pt x="226" y="179"/>
                    <a:pt x="0" y="505"/>
                    <a:pt x="0" y="781"/>
                  </a:cubicBezTo>
                  <a:cubicBezTo>
                    <a:pt x="0" y="977"/>
                    <a:pt x="115" y="1085"/>
                    <a:pt x="263" y="1085"/>
                  </a:cubicBezTo>
                  <a:cubicBezTo>
                    <a:pt x="322" y="1085"/>
                    <a:pt x="387" y="1067"/>
                    <a:pt x="451" y="1032"/>
                  </a:cubicBezTo>
                  <a:cubicBezTo>
                    <a:pt x="677" y="906"/>
                    <a:pt x="877" y="605"/>
                    <a:pt x="877" y="305"/>
                  </a:cubicBezTo>
                  <a:cubicBezTo>
                    <a:pt x="877" y="108"/>
                    <a:pt x="763" y="1"/>
                    <a:pt x="6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5" name="Google Shape;2685;p39"/>
            <p:cNvSpPr/>
            <p:nvPr/>
          </p:nvSpPr>
          <p:spPr>
            <a:xfrm>
              <a:off x="5306525" y="1419625"/>
              <a:ext cx="21975" cy="26725"/>
            </a:xfrm>
            <a:custGeom>
              <a:avLst/>
              <a:gdLst/>
              <a:ahLst/>
              <a:cxnLst/>
              <a:rect l="l" t="t" r="r" b="b"/>
              <a:pathLst>
                <a:path w="879" h="1069" extrusionOk="0">
                  <a:moveTo>
                    <a:pt x="628" y="1"/>
                  </a:moveTo>
                  <a:cubicBezTo>
                    <a:pt x="565" y="1"/>
                    <a:pt x="496" y="20"/>
                    <a:pt x="427" y="59"/>
                  </a:cubicBezTo>
                  <a:cubicBezTo>
                    <a:pt x="226" y="184"/>
                    <a:pt x="1" y="485"/>
                    <a:pt x="1" y="760"/>
                  </a:cubicBezTo>
                  <a:cubicBezTo>
                    <a:pt x="1" y="969"/>
                    <a:pt x="97" y="1069"/>
                    <a:pt x="232" y="1069"/>
                  </a:cubicBezTo>
                  <a:cubicBezTo>
                    <a:pt x="291" y="1069"/>
                    <a:pt x="358" y="1049"/>
                    <a:pt x="427" y="1011"/>
                  </a:cubicBezTo>
                  <a:cubicBezTo>
                    <a:pt x="678" y="886"/>
                    <a:pt x="878" y="585"/>
                    <a:pt x="878" y="309"/>
                  </a:cubicBezTo>
                  <a:cubicBezTo>
                    <a:pt x="878" y="101"/>
                    <a:pt x="770" y="1"/>
                    <a:pt x="6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686" name="Google Shape;2686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73463" y="2257277"/>
            <a:ext cx="2156275" cy="2440175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8CD5FB04-1E30-9D5A-F664-15091A91C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8233" y="1454402"/>
            <a:ext cx="9765465" cy="1754448"/>
          </a:xfrm>
        </p:spPr>
        <p:txBody>
          <a:bodyPr>
            <a:noAutofit/>
          </a:bodyPr>
          <a:lstStyle/>
          <a:p>
            <a:r>
              <a:rPr lang="en-US" sz="5400" dirty="0">
                <a:solidFill>
                  <a:schemeClr val="accent1">
                    <a:lumMod val="25000"/>
                  </a:schemeClr>
                </a:solidFill>
                <a:effectLst>
                  <a:glow rad="127000">
                    <a:schemeClr val="accent1">
                      <a:alpha val="0"/>
                    </a:schemeClr>
                  </a:glow>
                  <a:outerShdw blurRad="25400" sx="19000" sy="19000" algn="ctr" rotWithShape="0">
                    <a:srgbClr val="000000">
                      <a:alpha val="94000"/>
                    </a:srgbClr>
                  </a:outerShdw>
                  <a:reflection stA="7000" endPos="0" dir="5400000" sy="-100000" algn="bl" rotWithShape="0"/>
                </a:effectLst>
                <a:latin typeface="Swis721 BdCnOul BT" panose="04020704030B03040203" pitchFamily="82" charset="0"/>
              </a:rPr>
              <a:t>THANK YOU </a:t>
            </a:r>
            <a:r>
              <a:rPr lang="en-US" sz="7200" dirty="0">
                <a:solidFill>
                  <a:schemeClr val="accent1">
                    <a:lumMod val="25000"/>
                  </a:schemeClr>
                </a:solidFill>
                <a:effectLst>
                  <a:glow rad="127000">
                    <a:schemeClr val="accent1">
                      <a:alpha val="0"/>
                    </a:schemeClr>
                  </a:glow>
                  <a:outerShdw blurRad="25400" sx="19000" sy="19000" algn="ctr" rotWithShape="0">
                    <a:srgbClr val="000000">
                      <a:alpha val="94000"/>
                    </a:srgbClr>
                  </a:outerShdw>
                  <a:reflection stA="7000" endPos="0" dir="5400000" sy="-100000" algn="bl" rotWithShape="0"/>
                </a:effectLst>
                <a:latin typeface="Swis721 BdCnOul BT" panose="04020704030B03040203" pitchFamily="82" charset="0"/>
                <a:sym typeface="Wingdings" panose="05000000000000000000" pitchFamily="2" charset="2"/>
              </a:rPr>
              <a:t></a:t>
            </a:r>
            <a:endParaRPr lang="en-IN" sz="7200" dirty="0">
              <a:solidFill>
                <a:schemeClr val="accent1">
                  <a:lumMod val="25000"/>
                </a:schemeClr>
              </a:solidFill>
              <a:effectLst>
                <a:glow rad="127000">
                  <a:schemeClr val="accent1">
                    <a:alpha val="0"/>
                  </a:schemeClr>
                </a:glow>
                <a:outerShdw blurRad="25400" sx="19000" sy="19000" algn="ctr" rotWithShape="0">
                  <a:srgbClr val="000000">
                    <a:alpha val="94000"/>
                  </a:srgbClr>
                </a:outerShdw>
                <a:reflection stA="7000" endPos="0" dir="5400000" sy="-100000" algn="bl" rotWithShape="0"/>
              </a:effectLst>
              <a:latin typeface="Swis721 BdCnOul BT" panose="04020704030B03040203" pitchFamily="82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nline Shopping MK Plan by Slidesgo">
  <a:themeElements>
    <a:clrScheme name="Simple Light">
      <a:dk1>
        <a:srgbClr val="000000"/>
      </a:dk1>
      <a:lt1>
        <a:srgbClr val="FFFFFF"/>
      </a:lt1>
      <a:dk2>
        <a:srgbClr val="686868"/>
      </a:dk2>
      <a:lt2>
        <a:srgbClr val="EFE4C8"/>
      </a:lt2>
      <a:accent1>
        <a:srgbClr val="EFEFEF"/>
      </a:accent1>
      <a:accent2>
        <a:srgbClr val="D7E7E7"/>
      </a:accent2>
      <a:accent3>
        <a:srgbClr val="A3D6D7"/>
      </a:accent3>
      <a:accent4>
        <a:srgbClr val="EBB7B0"/>
      </a:accent4>
      <a:accent5>
        <a:srgbClr val="F19082"/>
      </a:accent5>
      <a:accent6>
        <a:srgbClr val="CD4A38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602</Words>
  <Application>Microsoft Office PowerPoint</Application>
  <PresentationFormat>On-screen Show (16:9)</PresentationFormat>
  <Paragraphs>103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Swis721 BdCnOul BT</vt:lpstr>
      <vt:lpstr>BankGothic Lt BT</vt:lpstr>
      <vt:lpstr>Questrial</vt:lpstr>
      <vt:lpstr>Arial</vt:lpstr>
      <vt:lpstr>Nunito Light</vt:lpstr>
      <vt:lpstr>Abel</vt:lpstr>
      <vt:lpstr>Fira Sans Extra Condensed Medium</vt:lpstr>
      <vt:lpstr>Online Shopping MK Plan by Slidesgo</vt:lpstr>
      <vt:lpstr>Optimizing Online Shopping Experience</vt:lpstr>
      <vt:lpstr>Dashboard Summary</vt:lpstr>
      <vt:lpstr>Customer Lifetime Value (CLV)</vt:lpstr>
      <vt:lpstr>Coupon Usage Rate</vt:lpstr>
      <vt:lpstr>Churn Rate </vt:lpstr>
      <vt:lpstr>Online vs Offline Revenue Split</vt:lpstr>
      <vt:lpstr>Average Order Value (AOV)</vt:lpstr>
      <vt:lpstr>Product Category Performance</vt:lpstr>
      <vt:lpstr>Gender-Based Revenue Analysis</vt:lpstr>
      <vt:lpstr>PowerPoint Presentation</vt:lpstr>
      <vt:lpstr>Filters (Slicers)</vt:lpstr>
      <vt:lpstr>THANK YOU 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DELL</dc:creator>
  <cp:lastModifiedBy>Surbhi Agarwal</cp:lastModifiedBy>
  <cp:revision>9</cp:revision>
  <dcterms:modified xsi:type="dcterms:W3CDTF">2025-01-04T07:43:08Z</dcterms:modified>
</cp:coreProperties>
</file>